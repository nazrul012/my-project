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 id="2147483678"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Lst>
  <p:sldSz cy="5143500" cx="9144000"/>
  <p:notesSz cx="6858000" cy="9144000"/>
  <p:embeddedFontLst>
    <p:embeddedFont>
      <p:font typeface="Proxima Nova"/>
      <p:regular r:id="rId60"/>
      <p:bold r:id="rId61"/>
      <p:italic r:id="rId62"/>
      <p:boldItalic r:id="rId63"/>
    </p:embeddedFont>
    <p:embeddedFont>
      <p:font typeface="Roboto Medium"/>
      <p:regular r:id="rId64"/>
      <p:bold r:id="rId65"/>
      <p:italic r:id="rId66"/>
      <p:boldItalic r:id="rId67"/>
    </p:embeddedFont>
    <p:embeddedFont>
      <p:font typeface="Tenor Sans"/>
      <p:regular r:id="rId68"/>
    </p:embeddedFont>
    <p:embeddedFont>
      <p:font typeface="Amatic SC"/>
      <p:regular r:id="rId69"/>
      <p:bold r:id="rId70"/>
    </p:embeddedFont>
    <p:embeddedFont>
      <p:font typeface="Quicksand"/>
      <p:regular r:id="rId71"/>
      <p:bold r:id="rId72"/>
    </p:embeddedFont>
    <p:embeddedFont>
      <p:font typeface="Proxima Nova Semibold"/>
      <p:regular r:id="rId73"/>
      <p:bold r:id="rId74"/>
      <p:boldItalic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D168A96-DD54-46BA-A8F9-250594D402E5}">
  <a:tblStyle styleId="{BD168A96-DD54-46BA-A8F9-250594D402E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roximaNovaSemibold-regular.fntdata"/><Relationship Id="rId72" Type="http://schemas.openxmlformats.org/officeDocument/2006/relationships/font" Target="fonts/Quicksand-bold.fntdata"/><Relationship Id="rId31" Type="http://schemas.openxmlformats.org/officeDocument/2006/relationships/slide" Target="slides/slide24.xml"/><Relationship Id="rId75" Type="http://schemas.openxmlformats.org/officeDocument/2006/relationships/font" Target="fonts/ProximaNovaSemibold-boldItalic.fntdata"/><Relationship Id="rId30" Type="http://schemas.openxmlformats.org/officeDocument/2006/relationships/slide" Target="slides/slide23.xml"/><Relationship Id="rId74" Type="http://schemas.openxmlformats.org/officeDocument/2006/relationships/font" Target="fonts/ProximaNovaSemibold-bold.fntdata"/><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71" Type="http://schemas.openxmlformats.org/officeDocument/2006/relationships/font" Target="fonts/Quicksand-regular.fntdata"/><Relationship Id="rId70" Type="http://schemas.openxmlformats.org/officeDocument/2006/relationships/font" Target="fonts/AmaticSC-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italic.fntdata"/><Relationship Id="rId61" Type="http://schemas.openxmlformats.org/officeDocument/2006/relationships/font" Target="fonts/ProximaNova-bold.fntdata"/><Relationship Id="rId20" Type="http://schemas.openxmlformats.org/officeDocument/2006/relationships/slide" Target="slides/slide13.xml"/><Relationship Id="rId64" Type="http://schemas.openxmlformats.org/officeDocument/2006/relationships/font" Target="fonts/RobotoMedium-regular.fntdata"/><Relationship Id="rId63" Type="http://schemas.openxmlformats.org/officeDocument/2006/relationships/font" Target="fonts/ProximaNova-boldItalic.fntdata"/><Relationship Id="rId22" Type="http://schemas.openxmlformats.org/officeDocument/2006/relationships/slide" Target="slides/slide15.xml"/><Relationship Id="rId66" Type="http://schemas.openxmlformats.org/officeDocument/2006/relationships/font" Target="fonts/RobotoMedium-italic.fntdata"/><Relationship Id="rId21" Type="http://schemas.openxmlformats.org/officeDocument/2006/relationships/slide" Target="slides/slide14.xml"/><Relationship Id="rId65" Type="http://schemas.openxmlformats.org/officeDocument/2006/relationships/font" Target="fonts/RobotoMedium-bold.fntdata"/><Relationship Id="rId24" Type="http://schemas.openxmlformats.org/officeDocument/2006/relationships/slide" Target="slides/slide17.xml"/><Relationship Id="rId68" Type="http://schemas.openxmlformats.org/officeDocument/2006/relationships/font" Target="fonts/TenorSans-regular.fntdata"/><Relationship Id="rId23" Type="http://schemas.openxmlformats.org/officeDocument/2006/relationships/slide" Target="slides/slide16.xml"/><Relationship Id="rId67" Type="http://schemas.openxmlformats.org/officeDocument/2006/relationships/font" Target="fonts/RobotoMedium-boldItalic.fntdata"/><Relationship Id="rId60" Type="http://schemas.openxmlformats.org/officeDocument/2006/relationships/font" Target="fonts/ProximaNova-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AmaticSC-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 name="Shape 138"/>
        <p:cNvGrpSpPr/>
        <p:nvPr/>
      </p:nvGrpSpPr>
      <p:grpSpPr>
        <a:xfrm>
          <a:off x="0" y="0"/>
          <a:ext cx="0" cy="0"/>
          <a:chOff x="0" y="0"/>
          <a:chExt cx="0" cy="0"/>
        </a:xfrm>
      </p:grpSpPr>
      <p:sp>
        <p:nvSpPr>
          <p:cNvPr id="139" name="Google Shape;139;gbe81f707bc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 name="Google Shape;140;gbe81f707bc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 name="Shape 172"/>
        <p:cNvGrpSpPr/>
        <p:nvPr/>
      </p:nvGrpSpPr>
      <p:grpSpPr>
        <a:xfrm>
          <a:off x="0" y="0"/>
          <a:ext cx="0" cy="0"/>
          <a:chOff x="0" y="0"/>
          <a:chExt cx="0" cy="0"/>
        </a:xfrm>
      </p:grpSpPr>
      <p:sp>
        <p:nvSpPr>
          <p:cNvPr id="173" name="Google Shape;173;gbe81f707bc_0_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 name="Google Shape;174;gbe81f707bc_0_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 name="Shape 186"/>
        <p:cNvGrpSpPr/>
        <p:nvPr/>
      </p:nvGrpSpPr>
      <p:grpSpPr>
        <a:xfrm>
          <a:off x="0" y="0"/>
          <a:ext cx="0" cy="0"/>
          <a:chOff x="0" y="0"/>
          <a:chExt cx="0" cy="0"/>
        </a:xfrm>
      </p:grpSpPr>
      <p:sp>
        <p:nvSpPr>
          <p:cNvPr id="187" name="Google Shape;187;gbeee71bed4_0_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 name="Google Shape;188;gbeee71bed4_0_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 name="Shape 217"/>
        <p:cNvGrpSpPr/>
        <p:nvPr/>
      </p:nvGrpSpPr>
      <p:grpSpPr>
        <a:xfrm>
          <a:off x="0" y="0"/>
          <a:ext cx="0" cy="0"/>
          <a:chOff x="0" y="0"/>
          <a:chExt cx="0" cy="0"/>
        </a:xfrm>
      </p:grpSpPr>
      <p:sp>
        <p:nvSpPr>
          <p:cNvPr id="218" name="Google Shape;218;gbeee71bed4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 name="Google Shape;219;gbeee71bed4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 name="Shape 235"/>
        <p:cNvGrpSpPr/>
        <p:nvPr/>
      </p:nvGrpSpPr>
      <p:grpSpPr>
        <a:xfrm>
          <a:off x="0" y="0"/>
          <a:ext cx="0" cy="0"/>
          <a:chOff x="0" y="0"/>
          <a:chExt cx="0" cy="0"/>
        </a:xfrm>
      </p:grpSpPr>
      <p:sp>
        <p:nvSpPr>
          <p:cNvPr id="236" name="Google Shape;236;gbe81f707bc_0_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 name="Google Shape;237;gbe81f707bc_0_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 name="Shape 285"/>
        <p:cNvGrpSpPr/>
        <p:nvPr/>
      </p:nvGrpSpPr>
      <p:grpSpPr>
        <a:xfrm>
          <a:off x="0" y="0"/>
          <a:ext cx="0" cy="0"/>
          <a:chOff x="0" y="0"/>
          <a:chExt cx="0" cy="0"/>
        </a:xfrm>
      </p:grpSpPr>
      <p:sp>
        <p:nvSpPr>
          <p:cNvPr id="286" name="Google Shape;286;gbe81f707bc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7" name="Google Shape;287;gbe81f707bc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 name="Shape 359"/>
        <p:cNvGrpSpPr/>
        <p:nvPr/>
      </p:nvGrpSpPr>
      <p:grpSpPr>
        <a:xfrm>
          <a:off x="0" y="0"/>
          <a:ext cx="0" cy="0"/>
          <a:chOff x="0" y="0"/>
          <a:chExt cx="0" cy="0"/>
        </a:xfrm>
      </p:grpSpPr>
      <p:sp>
        <p:nvSpPr>
          <p:cNvPr id="360" name="Google Shape;360;gc03ac8c684_0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 name="Google Shape;361;gc03ac8c684_0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gc03ac8c684_0_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c03ac8c684_0_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 name="Shape 483"/>
        <p:cNvGrpSpPr/>
        <p:nvPr/>
      </p:nvGrpSpPr>
      <p:grpSpPr>
        <a:xfrm>
          <a:off x="0" y="0"/>
          <a:ext cx="0" cy="0"/>
          <a:chOff x="0" y="0"/>
          <a:chExt cx="0" cy="0"/>
        </a:xfrm>
      </p:grpSpPr>
      <p:sp>
        <p:nvSpPr>
          <p:cNvPr id="484" name="Google Shape;484;gbe81f707bc_0_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 name="Google Shape;485;gbe81f707bc_0_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beee71bed4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beee71bed4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 name="Shape 682"/>
        <p:cNvGrpSpPr/>
        <p:nvPr/>
      </p:nvGrpSpPr>
      <p:grpSpPr>
        <a:xfrm>
          <a:off x="0" y="0"/>
          <a:ext cx="0" cy="0"/>
          <a:chOff x="0" y="0"/>
          <a:chExt cx="0" cy="0"/>
        </a:xfrm>
      </p:grpSpPr>
      <p:sp>
        <p:nvSpPr>
          <p:cNvPr id="683" name="Google Shape;683;gbeee71bed4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 name="Google Shape;684;gbeee71bed4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be8f754290_0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be8f754290_0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8" name="Shape 748"/>
        <p:cNvGrpSpPr/>
        <p:nvPr/>
      </p:nvGrpSpPr>
      <p:grpSpPr>
        <a:xfrm>
          <a:off x="0" y="0"/>
          <a:ext cx="0" cy="0"/>
          <a:chOff x="0" y="0"/>
          <a:chExt cx="0" cy="0"/>
        </a:xfrm>
      </p:grpSpPr>
      <p:sp>
        <p:nvSpPr>
          <p:cNvPr id="749" name="Google Shape;749;gbe8f754290_0_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0" name="Google Shape;750;gbe8f754290_0_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 name="Shape 777"/>
        <p:cNvGrpSpPr/>
        <p:nvPr/>
      </p:nvGrpSpPr>
      <p:grpSpPr>
        <a:xfrm>
          <a:off x="0" y="0"/>
          <a:ext cx="0" cy="0"/>
          <a:chOff x="0" y="0"/>
          <a:chExt cx="0" cy="0"/>
        </a:xfrm>
      </p:grpSpPr>
      <p:sp>
        <p:nvSpPr>
          <p:cNvPr id="778" name="Google Shape;778;gbe8f754290_0_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9" name="Google Shape;779;gbe8f754290_0_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 name="Shape 836"/>
        <p:cNvGrpSpPr/>
        <p:nvPr/>
      </p:nvGrpSpPr>
      <p:grpSpPr>
        <a:xfrm>
          <a:off x="0" y="0"/>
          <a:ext cx="0" cy="0"/>
          <a:chOff x="0" y="0"/>
          <a:chExt cx="0" cy="0"/>
        </a:xfrm>
      </p:grpSpPr>
      <p:sp>
        <p:nvSpPr>
          <p:cNvPr id="837" name="Google Shape;837;gbeee71bed4_0_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8" name="Google Shape;838;gbeee71bed4_0_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 name="Shape 881"/>
        <p:cNvGrpSpPr/>
        <p:nvPr/>
      </p:nvGrpSpPr>
      <p:grpSpPr>
        <a:xfrm>
          <a:off x="0" y="0"/>
          <a:ext cx="0" cy="0"/>
          <a:chOff x="0" y="0"/>
          <a:chExt cx="0" cy="0"/>
        </a:xfrm>
      </p:grpSpPr>
      <p:sp>
        <p:nvSpPr>
          <p:cNvPr id="882" name="Google Shape;882;gbeee71bed4_0_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 name="Google Shape;883;gbeee71bed4_0_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2" name="Shape 942"/>
        <p:cNvGrpSpPr/>
        <p:nvPr/>
      </p:nvGrpSpPr>
      <p:grpSpPr>
        <a:xfrm>
          <a:off x="0" y="0"/>
          <a:ext cx="0" cy="0"/>
          <a:chOff x="0" y="0"/>
          <a:chExt cx="0" cy="0"/>
        </a:xfrm>
      </p:grpSpPr>
      <p:sp>
        <p:nvSpPr>
          <p:cNvPr id="943" name="Google Shape;943;gbeee71bed4_0_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 name="Google Shape;944;gbeee71bed4_0_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 name="Shape 958"/>
        <p:cNvGrpSpPr/>
        <p:nvPr/>
      </p:nvGrpSpPr>
      <p:grpSpPr>
        <a:xfrm>
          <a:off x="0" y="0"/>
          <a:ext cx="0" cy="0"/>
          <a:chOff x="0" y="0"/>
          <a:chExt cx="0" cy="0"/>
        </a:xfrm>
      </p:grpSpPr>
      <p:sp>
        <p:nvSpPr>
          <p:cNvPr id="959" name="Google Shape;959;gc09d3f796c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0" name="Google Shape;960;gc09d3f796c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 name="Shape 1030"/>
        <p:cNvGrpSpPr/>
        <p:nvPr/>
      </p:nvGrpSpPr>
      <p:grpSpPr>
        <a:xfrm>
          <a:off x="0" y="0"/>
          <a:ext cx="0" cy="0"/>
          <a:chOff x="0" y="0"/>
          <a:chExt cx="0" cy="0"/>
        </a:xfrm>
      </p:grpSpPr>
      <p:sp>
        <p:nvSpPr>
          <p:cNvPr id="1031" name="Google Shape;1031;gc03ac8c684_0_7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 name="Google Shape;1032;gc03ac8c684_0_7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 name="Shape 1048"/>
        <p:cNvGrpSpPr/>
        <p:nvPr/>
      </p:nvGrpSpPr>
      <p:grpSpPr>
        <a:xfrm>
          <a:off x="0" y="0"/>
          <a:ext cx="0" cy="0"/>
          <a:chOff x="0" y="0"/>
          <a:chExt cx="0" cy="0"/>
        </a:xfrm>
      </p:grpSpPr>
      <p:sp>
        <p:nvSpPr>
          <p:cNvPr id="1049" name="Google Shape;1049;gc03ac8c684_0_5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 name="Google Shape;1050;gc03ac8c684_0_5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9" name="Shape 1079"/>
        <p:cNvGrpSpPr/>
        <p:nvPr/>
      </p:nvGrpSpPr>
      <p:grpSpPr>
        <a:xfrm>
          <a:off x="0" y="0"/>
          <a:ext cx="0" cy="0"/>
          <a:chOff x="0" y="0"/>
          <a:chExt cx="0" cy="0"/>
        </a:xfrm>
      </p:grpSpPr>
      <p:sp>
        <p:nvSpPr>
          <p:cNvPr id="1080" name="Google Shape;1080;gc03ac8c684_0_7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 name="Google Shape;1081;gc03ac8c684_0_7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 name="Shape 1096"/>
        <p:cNvGrpSpPr/>
        <p:nvPr/>
      </p:nvGrpSpPr>
      <p:grpSpPr>
        <a:xfrm>
          <a:off x="0" y="0"/>
          <a:ext cx="0" cy="0"/>
          <a:chOff x="0" y="0"/>
          <a:chExt cx="0" cy="0"/>
        </a:xfrm>
      </p:grpSpPr>
      <p:sp>
        <p:nvSpPr>
          <p:cNvPr id="1097" name="Google Shape;1097;gc03ac8c684_0_8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 name="Google Shape;1098;gc03ac8c684_0_8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 name="Shape 1127"/>
        <p:cNvGrpSpPr/>
        <p:nvPr/>
      </p:nvGrpSpPr>
      <p:grpSpPr>
        <a:xfrm>
          <a:off x="0" y="0"/>
          <a:ext cx="0" cy="0"/>
          <a:chOff x="0" y="0"/>
          <a:chExt cx="0" cy="0"/>
        </a:xfrm>
      </p:grpSpPr>
      <p:sp>
        <p:nvSpPr>
          <p:cNvPr id="1128" name="Google Shape;1128;gc03ac8c684_0_8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c03ac8c684_0_8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7" name="Shape 1157"/>
        <p:cNvGrpSpPr/>
        <p:nvPr/>
      </p:nvGrpSpPr>
      <p:grpSpPr>
        <a:xfrm>
          <a:off x="0" y="0"/>
          <a:ext cx="0" cy="0"/>
          <a:chOff x="0" y="0"/>
          <a:chExt cx="0" cy="0"/>
        </a:xfrm>
      </p:grpSpPr>
      <p:sp>
        <p:nvSpPr>
          <p:cNvPr id="1158" name="Google Shape;1158;gc03ac8c684_0_9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9" name="Google Shape;1159;gc03ac8c684_0_9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 name="Shape 1171"/>
        <p:cNvGrpSpPr/>
        <p:nvPr/>
      </p:nvGrpSpPr>
      <p:grpSpPr>
        <a:xfrm>
          <a:off x="0" y="0"/>
          <a:ext cx="0" cy="0"/>
          <a:chOff x="0" y="0"/>
          <a:chExt cx="0" cy="0"/>
        </a:xfrm>
      </p:grpSpPr>
      <p:sp>
        <p:nvSpPr>
          <p:cNvPr id="1172" name="Google Shape;1172;gc03ac8c684_0_9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 name="Google Shape;1173;gc03ac8c684_0_9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8" name="Shape 1198"/>
        <p:cNvGrpSpPr/>
        <p:nvPr/>
      </p:nvGrpSpPr>
      <p:grpSpPr>
        <a:xfrm>
          <a:off x="0" y="0"/>
          <a:ext cx="0" cy="0"/>
          <a:chOff x="0" y="0"/>
          <a:chExt cx="0" cy="0"/>
        </a:xfrm>
      </p:grpSpPr>
      <p:sp>
        <p:nvSpPr>
          <p:cNvPr id="1199" name="Google Shape;1199;gc03ac8c684_0_9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0" name="Google Shape;1200;gc03ac8c684_0_9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2" name="Shape 1272"/>
        <p:cNvGrpSpPr/>
        <p:nvPr/>
      </p:nvGrpSpPr>
      <p:grpSpPr>
        <a:xfrm>
          <a:off x="0" y="0"/>
          <a:ext cx="0" cy="0"/>
          <a:chOff x="0" y="0"/>
          <a:chExt cx="0" cy="0"/>
        </a:xfrm>
      </p:grpSpPr>
      <p:sp>
        <p:nvSpPr>
          <p:cNvPr id="1273" name="Google Shape;1273;gc03ac8c684_0_9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4" name="Google Shape;1274;gc03ac8c684_0_9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8" name="Shape 1318"/>
        <p:cNvGrpSpPr/>
        <p:nvPr/>
      </p:nvGrpSpPr>
      <p:grpSpPr>
        <a:xfrm>
          <a:off x="0" y="0"/>
          <a:ext cx="0" cy="0"/>
          <a:chOff x="0" y="0"/>
          <a:chExt cx="0" cy="0"/>
        </a:xfrm>
      </p:grpSpPr>
      <p:sp>
        <p:nvSpPr>
          <p:cNvPr id="1319" name="Google Shape;1319;gc03ac8c684_0_9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0" name="Google Shape;1320;gc03ac8c684_0_9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 name="Shape 1451"/>
        <p:cNvGrpSpPr/>
        <p:nvPr/>
      </p:nvGrpSpPr>
      <p:grpSpPr>
        <a:xfrm>
          <a:off x="0" y="0"/>
          <a:ext cx="0" cy="0"/>
          <a:chOff x="0" y="0"/>
          <a:chExt cx="0" cy="0"/>
        </a:xfrm>
      </p:grpSpPr>
      <p:sp>
        <p:nvSpPr>
          <p:cNvPr id="1452" name="Google Shape;1452;gc03ac8c684_0_9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3" name="Google Shape;1453;gc03ac8c684_0_9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1" name="Shape 1501"/>
        <p:cNvGrpSpPr/>
        <p:nvPr/>
      </p:nvGrpSpPr>
      <p:grpSpPr>
        <a:xfrm>
          <a:off x="0" y="0"/>
          <a:ext cx="0" cy="0"/>
          <a:chOff x="0" y="0"/>
          <a:chExt cx="0" cy="0"/>
        </a:xfrm>
      </p:grpSpPr>
      <p:sp>
        <p:nvSpPr>
          <p:cNvPr id="1502" name="Google Shape;1502;gc03ac8c684_0_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3" name="Google Shape;1503;gc03ac8c684_0_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1" name="Shape 1571"/>
        <p:cNvGrpSpPr/>
        <p:nvPr/>
      </p:nvGrpSpPr>
      <p:grpSpPr>
        <a:xfrm>
          <a:off x="0" y="0"/>
          <a:ext cx="0" cy="0"/>
          <a:chOff x="0" y="0"/>
          <a:chExt cx="0" cy="0"/>
        </a:xfrm>
      </p:grpSpPr>
      <p:sp>
        <p:nvSpPr>
          <p:cNvPr id="1572" name="Google Shape;1572;gc03ac8c684_0_9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3" name="Google Shape;1573;gc03ac8c684_0_9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3" name="Shape 1603"/>
        <p:cNvGrpSpPr/>
        <p:nvPr/>
      </p:nvGrpSpPr>
      <p:grpSpPr>
        <a:xfrm>
          <a:off x="0" y="0"/>
          <a:ext cx="0" cy="0"/>
          <a:chOff x="0" y="0"/>
          <a:chExt cx="0" cy="0"/>
        </a:xfrm>
      </p:grpSpPr>
      <p:sp>
        <p:nvSpPr>
          <p:cNvPr id="1604" name="Google Shape;1604;gc09d3f796c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5" name="Google Shape;1605;gc09d3f796c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8" name="Shape 1898"/>
        <p:cNvGrpSpPr/>
        <p:nvPr/>
      </p:nvGrpSpPr>
      <p:grpSpPr>
        <a:xfrm>
          <a:off x="0" y="0"/>
          <a:ext cx="0" cy="0"/>
          <a:chOff x="0" y="0"/>
          <a:chExt cx="0" cy="0"/>
        </a:xfrm>
      </p:grpSpPr>
      <p:sp>
        <p:nvSpPr>
          <p:cNvPr id="1899" name="Google Shape;1899;gc03ac8c684_0_17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0" name="Google Shape;1900;gc03ac8c684_0_17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 name="Shape 1912"/>
        <p:cNvGrpSpPr/>
        <p:nvPr/>
      </p:nvGrpSpPr>
      <p:grpSpPr>
        <a:xfrm>
          <a:off x="0" y="0"/>
          <a:ext cx="0" cy="0"/>
          <a:chOff x="0" y="0"/>
          <a:chExt cx="0" cy="0"/>
        </a:xfrm>
      </p:grpSpPr>
      <p:sp>
        <p:nvSpPr>
          <p:cNvPr id="1913" name="Google Shape;1913;gc03ac8c684_0_18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 name="Google Shape;1914;gc03ac8c684_0_18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6" name="Shape 1926"/>
        <p:cNvGrpSpPr/>
        <p:nvPr/>
      </p:nvGrpSpPr>
      <p:grpSpPr>
        <a:xfrm>
          <a:off x="0" y="0"/>
          <a:ext cx="0" cy="0"/>
          <a:chOff x="0" y="0"/>
          <a:chExt cx="0" cy="0"/>
        </a:xfrm>
      </p:grpSpPr>
      <p:sp>
        <p:nvSpPr>
          <p:cNvPr id="1927" name="Google Shape;1927;SLIDES_API757602854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8" name="Google Shape;1928;SLIDES_API757602854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3" name="Shape 1933"/>
        <p:cNvGrpSpPr/>
        <p:nvPr/>
      </p:nvGrpSpPr>
      <p:grpSpPr>
        <a:xfrm>
          <a:off x="0" y="0"/>
          <a:ext cx="0" cy="0"/>
          <a:chOff x="0" y="0"/>
          <a:chExt cx="0" cy="0"/>
        </a:xfrm>
      </p:grpSpPr>
      <p:sp>
        <p:nvSpPr>
          <p:cNvPr id="1934" name="Google Shape;1934;SLIDES_API75760285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5" name="Google Shape;1935;SLIDES_API75760285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0" name="Shape 1940"/>
        <p:cNvGrpSpPr/>
        <p:nvPr/>
      </p:nvGrpSpPr>
      <p:grpSpPr>
        <a:xfrm>
          <a:off x="0" y="0"/>
          <a:ext cx="0" cy="0"/>
          <a:chOff x="0" y="0"/>
          <a:chExt cx="0" cy="0"/>
        </a:xfrm>
      </p:grpSpPr>
      <p:sp>
        <p:nvSpPr>
          <p:cNvPr id="1941" name="Google Shape;1941;gbfd48a8c00_0_12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2" name="Google Shape;1942;gbfd48a8c00_0_12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6" name="Shape 1956"/>
        <p:cNvGrpSpPr/>
        <p:nvPr/>
      </p:nvGrpSpPr>
      <p:grpSpPr>
        <a:xfrm>
          <a:off x="0" y="0"/>
          <a:ext cx="0" cy="0"/>
          <a:chOff x="0" y="0"/>
          <a:chExt cx="0" cy="0"/>
        </a:xfrm>
      </p:grpSpPr>
      <p:sp>
        <p:nvSpPr>
          <p:cNvPr id="1957" name="Google Shape;1957;gbfd48a8c00_0_12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8" name="Google Shape;1958;gbfd48a8c00_0_12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2" name="Shape 1972"/>
        <p:cNvGrpSpPr/>
        <p:nvPr/>
      </p:nvGrpSpPr>
      <p:grpSpPr>
        <a:xfrm>
          <a:off x="0" y="0"/>
          <a:ext cx="0" cy="0"/>
          <a:chOff x="0" y="0"/>
          <a:chExt cx="0" cy="0"/>
        </a:xfrm>
      </p:grpSpPr>
      <p:sp>
        <p:nvSpPr>
          <p:cNvPr id="1973" name="Google Shape;1973;gbfd48a8c00_0_12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4" name="Google Shape;1974;gbfd48a8c00_0_12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9" name="Shape 2309"/>
        <p:cNvGrpSpPr/>
        <p:nvPr/>
      </p:nvGrpSpPr>
      <p:grpSpPr>
        <a:xfrm>
          <a:off x="0" y="0"/>
          <a:ext cx="0" cy="0"/>
          <a:chOff x="0" y="0"/>
          <a:chExt cx="0" cy="0"/>
        </a:xfrm>
      </p:grpSpPr>
      <p:sp>
        <p:nvSpPr>
          <p:cNvPr id="2310" name="Google Shape;2310;gbfd48a8c00_0_125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1" name="Google Shape;2311;gbfd48a8c00_0_125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9" name="Shape 8809"/>
        <p:cNvGrpSpPr/>
        <p:nvPr/>
      </p:nvGrpSpPr>
      <p:grpSpPr>
        <a:xfrm>
          <a:off x="0" y="0"/>
          <a:ext cx="0" cy="0"/>
          <a:chOff x="0" y="0"/>
          <a:chExt cx="0" cy="0"/>
        </a:xfrm>
      </p:grpSpPr>
      <p:sp>
        <p:nvSpPr>
          <p:cNvPr id="8810" name="Google Shape;8810;gbfd48a8c00_0_190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1" name="Google Shape;8811;gbfd48a8c00_0_190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26" name="Shape 9226"/>
        <p:cNvGrpSpPr/>
        <p:nvPr/>
      </p:nvGrpSpPr>
      <p:grpSpPr>
        <a:xfrm>
          <a:off x="0" y="0"/>
          <a:ext cx="0" cy="0"/>
          <a:chOff x="0" y="0"/>
          <a:chExt cx="0" cy="0"/>
        </a:xfrm>
      </p:grpSpPr>
      <p:sp>
        <p:nvSpPr>
          <p:cNvPr id="9227" name="Google Shape;9227;gbfd48a8c00_0_19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8" name="Google Shape;9228;gbfd48a8c00_0_19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9" name="Shape 9389"/>
        <p:cNvGrpSpPr/>
        <p:nvPr/>
      </p:nvGrpSpPr>
      <p:grpSpPr>
        <a:xfrm>
          <a:off x="0" y="0"/>
          <a:ext cx="0" cy="0"/>
          <a:chOff x="0" y="0"/>
          <a:chExt cx="0" cy="0"/>
        </a:xfrm>
      </p:grpSpPr>
      <p:sp>
        <p:nvSpPr>
          <p:cNvPr id="9390" name="Google Shape;9390;gbfd48a8c00_0_196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91" name="Google Shape;9391;gbfd48a8c00_0_196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91" name="Shape 9791"/>
        <p:cNvGrpSpPr/>
        <p:nvPr/>
      </p:nvGrpSpPr>
      <p:grpSpPr>
        <a:xfrm>
          <a:off x="0" y="0"/>
          <a:ext cx="0" cy="0"/>
          <a:chOff x="0" y="0"/>
          <a:chExt cx="0" cy="0"/>
        </a:xfrm>
      </p:grpSpPr>
      <p:sp>
        <p:nvSpPr>
          <p:cNvPr id="9792" name="Google Shape;9792;gbfd48a8c00_0_200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93" name="Google Shape;9793;gbfd48a8c00_0_200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2" name="Shape 10162"/>
        <p:cNvGrpSpPr/>
        <p:nvPr/>
      </p:nvGrpSpPr>
      <p:grpSpPr>
        <a:xfrm>
          <a:off x="0" y="0"/>
          <a:ext cx="0" cy="0"/>
          <a:chOff x="0" y="0"/>
          <a:chExt cx="0" cy="0"/>
        </a:xfrm>
      </p:grpSpPr>
      <p:sp>
        <p:nvSpPr>
          <p:cNvPr id="10163" name="Google Shape;10163;gbfd48a8c00_0_20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4" name="Google Shape;10164;gbfd48a8c00_0_20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9" name="Shape 10539"/>
        <p:cNvGrpSpPr/>
        <p:nvPr/>
      </p:nvGrpSpPr>
      <p:grpSpPr>
        <a:xfrm>
          <a:off x="0" y="0"/>
          <a:ext cx="0" cy="0"/>
          <a:chOff x="0" y="0"/>
          <a:chExt cx="0" cy="0"/>
        </a:xfrm>
      </p:grpSpPr>
      <p:sp>
        <p:nvSpPr>
          <p:cNvPr id="10540" name="Google Shape;10540;gbfd48a8c00_0_20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41" name="Google Shape;10541;gbfd48a8c00_0_20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70" name="Shape 10970"/>
        <p:cNvGrpSpPr/>
        <p:nvPr/>
      </p:nvGrpSpPr>
      <p:grpSpPr>
        <a:xfrm>
          <a:off x="0" y="0"/>
          <a:ext cx="0" cy="0"/>
          <a:chOff x="0" y="0"/>
          <a:chExt cx="0" cy="0"/>
        </a:xfrm>
      </p:grpSpPr>
      <p:sp>
        <p:nvSpPr>
          <p:cNvPr id="10971" name="Google Shape;10971;gbfd48a8c00_0_21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72" name="Google Shape;10972;gbfd48a8c00_0_21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63" name="Shape 11763"/>
        <p:cNvGrpSpPr/>
        <p:nvPr/>
      </p:nvGrpSpPr>
      <p:grpSpPr>
        <a:xfrm>
          <a:off x="0" y="0"/>
          <a:ext cx="0" cy="0"/>
          <a:chOff x="0" y="0"/>
          <a:chExt cx="0" cy="0"/>
        </a:xfrm>
      </p:grpSpPr>
      <p:sp>
        <p:nvSpPr>
          <p:cNvPr id="11764" name="Google Shape;11764;gbfd48a8c00_0_22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65" name="Google Shape;11765;gbfd48a8c00_0_22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04" name="Shape 12504"/>
        <p:cNvGrpSpPr/>
        <p:nvPr/>
      </p:nvGrpSpPr>
      <p:grpSpPr>
        <a:xfrm>
          <a:off x="0" y="0"/>
          <a:ext cx="0" cy="0"/>
          <a:chOff x="0" y="0"/>
          <a:chExt cx="0" cy="0"/>
        </a:xfrm>
      </p:grpSpPr>
      <p:sp>
        <p:nvSpPr>
          <p:cNvPr id="12505" name="Google Shape;12505;gbfd48a8c00_0_22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06" name="Google Shape;12506;gbfd48a8c00_0_22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97" name="Shape 13197"/>
        <p:cNvGrpSpPr/>
        <p:nvPr/>
      </p:nvGrpSpPr>
      <p:grpSpPr>
        <a:xfrm>
          <a:off x="0" y="0"/>
          <a:ext cx="0" cy="0"/>
          <a:chOff x="0" y="0"/>
          <a:chExt cx="0" cy="0"/>
        </a:xfrm>
      </p:grpSpPr>
      <p:sp>
        <p:nvSpPr>
          <p:cNvPr id="13198" name="Google Shape;13198;gbfd48a8c00_0_23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99" name="Google Shape;13199;gbfd48a8c00_0_23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99" name="Shape 13499"/>
        <p:cNvGrpSpPr/>
        <p:nvPr/>
      </p:nvGrpSpPr>
      <p:grpSpPr>
        <a:xfrm>
          <a:off x="0" y="0"/>
          <a:ext cx="0" cy="0"/>
          <a:chOff x="0" y="0"/>
          <a:chExt cx="0" cy="0"/>
        </a:xfrm>
      </p:grpSpPr>
      <p:sp>
        <p:nvSpPr>
          <p:cNvPr id="13500" name="Google Shape;13500;gbfd48a8c00_0_23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01" name="Google Shape;13501;gbfd48a8c00_0_23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33" name="Shape 14133"/>
        <p:cNvGrpSpPr/>
        <p:nvPr/>
      </p:nvGrpSpPr>
      <p:grpSpPr>
        <a:xfrm>
          <a:off x="0" y="0"/>
          <a:ext cx="0" cy="0"/>
          <a:chOff x="0" y="0"/>
          <a:chExt cx="0" cy="0"/>
        </a:xfrm>
      </p:grpSpPr>
      <p:sp>
        <p:nvSpPr>
          <p:cNvPr id="14134" name="Google Shape;14134;gbfd48a8c00_0_243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35" name="Google Shape;14135;gbfd48a8c00_0_243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20000" y="1007275"/>
            <a:ext cx="7704000" cy="1585500"/>
          </a:xfrm>
          <a:prstGeom prst="rect">
            <a:avLst/>
          </a:prstGeom>
        </p:spPr>
        <p:txBody>
          <a:bodyPr anchorCtr="0" anchor="t" bIns="91425" lIns="91425" spcFirstLastPara="1" rIns="91425" wrap="square" tIns="91425">
            <a:noAutofit/>
          </a:bodyPr>
          <a:lstStyle>
            <a:lvl1pPr lvl="0">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720000" y="3121200"/>
            <a:ext cx="2258700" cy="792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hasCustomPrompt="1" type="title"/>
          </p:nvPr>
        </p:nvSpPr>
        <p:spPr>
          <a:xfrm>
            <a:off x="5634250" y="2196650"/>
            <a:ext cx="1928400" cy="1195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3" name="Google Shape;13;p3"/>
          <p:cNvSpPr txBox="1"/>
          <p:nvPr>
            <p:ph idx="2" type="title"/>
          </p:nvPr>
        </p:nvSpPr>
        <p:spPr>
          <a:xfrm>
            <a:off x="720000" y="2455650"/>
            <a:ext cx="3760200" cy="1195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 name="Google Shape;14;p3"/>
          <p:cNvSpPr txBox="1"/>
          <p:nvPr>
            <p:ph idx="1" type="subTitle"/>
          </p:nvPr>
        </p:nvSpPr>
        <p:spPr>
          <a:xfrm>
            <a:off x="1105350" y="3696325"/>
            <a:ext cx="2989500" cy="452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7" name="Google Shape;17;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42900" lvl="0" marL="457200">
              <a:lnSpc>
                <a:spcPct val="100000"/>
              </a:lnSpc>
              <a:spcBef>
                <a:spcPts val="0"/>
              </a:spcBef>
              <a:spcAft>
                <a:spcPts val="0"/>
              </a:spcAft>
              <a:buSzPts val="1800"/>
              <a:buChar char="●"/>
              <a:defRPr/>
            </a:lvl1pPr>
            <a:lvl2pPr indent="-317500" lvl="1" marL="914400">
              <a:lnSpc>
                <a:spcPct val="100000"/>
              </a:lnSpc>
              <a:spcBef>
                <a:spcPts val="0"/>
              </a:spcBef>
              <a:spcAft>
                <a:spcPts val="0"/>
              </a:spcAft>
              <a:buSzPts val="1400"/>
              <a:buChar char="○"/>
              <a:defRPr/>
            </a:lvl2pPr>
            <a:lvl3pPr indent="-317500" lvl="2" marL="1371600">
              <a:lnSpc>
                <a:spcPct val="100000"/>
              </a:lnSpc>
              <a:spcBef>
                <a:spcPts val="0"/>
              </a:spcBef>
              <a:spcAft>
                <a:spcPts val="0"/>
              </a:spcAft>
              <a:buSzPts val="1400"/>
              <a:buChar char="■"/>
              <a:defRPr/>
            </a:lvl3pPr>
            <a:lvl4pPr indent="-317500" lvl="3" marL="1828800">
              <a:lnSpc>
                <a:spcPct val="100000"/>
              </a:lnSpc>
              <a:spcBef>
                <a:spcPts val="0"/>
              </a:spcBef>
              <a:spcAft>
                <a:spcPts val="0"/>
              </a:spcAft>
              <a:buSzPts val="1400"/>
              <a:buChar char="●"/>
              <a:defRPr/>
            </a:lvl4pPr>
            <a:lvl5pPr indent="-317500" lvl="4" marL="2286000">
              <a:lnSpc>
                <a:spcPct val="100000"/>
              </a:lnSpc>
              <a:spcBef>
                <a:spcPts val="0"/>
              </a:spcBef>
              <a:spcAft>
                <a:spcPts val="0"/>
              </a:spcAft>
              <a:buSzPts val="1400"/>
              <a:buChar char="○"/>
              <a:defRPr/>
            </a:lvl5pPr>
            <a:lvl6pPr indent="-317500" lvl="5" marL="2743200">
              <a:lnSpc>
                <a:spcPct val="100000"/>
              </a:lnSpc>
              <a:spcBef>
                <a:spcPts val="0"/>
              </a:spcBef>
              <a:spcAft>
                <a:spcPts val="0"/>
              </a:spcAft>
              <a:buSzPts val="1400"/>
              <a:buChar char="■"/>
              <a:defRPr/>
            </a:lvl6pPr>
            <a:lvl7pPr indent="-317500" lvl="6" marL="3200400">
              <a:lnSpc>
                <a:spcPct val="100000"/>
              </a:lnSpc>
              <a:spcBef>
                <a:spcPts val="0"/>
              </a:spcBef>
              <a:spcAft>
                <a:spcPts val="0"/>
              </a:spcAft>
              <a:buSzPts val="1400"/>
              <a:buChar char="●"/>
              <a:defRPr/>
            </a:lvl7pPr>
            <a:lvl8pPr indent="-317500" lvl="7" marL="3657600">
              <a:lnSpc>
                <a:spcPct val="100000"/>
              </a:lnSpc>
              <a:spcBef>
                <a:spcPts val="0"/>
              </a:spcBef>
              <a:spcAft>
                <a:spcPts val="0"/>
              </a:spcAft>
              <a:buSzPts val="1400"/>
              <a:buChar char="○"/>
              <a:defRPr/>
            </a:lvl8pPr>
            <a:lvl9pPr indent="-317500" lvl="8" marL="4114800">
              <a:lnSpc>
                <a:spcPct val="100000"/>
              </a:lnSpc>
              <a:spcBef>
                <a:spcPts val="0"/>
              </a:spcBef>
              <a:spcAft>
                <a:spcPts val="0"/>
              </a:spcAft>
              <a:buSzPts val="14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8" name="Shape 18"/>
        <p:cNvGrpSpPr/>
        <p:nvPr/>
      </p:nvGrpSpPr>
      <p:grpSpPr>
        <a:xfrm>
          <a:off x="0" y="0"/>
          <a:ext cx="0" cy="0"/>
          <a:chOff x="0" y="0"/>
          <a:chExt cx="0" cy="0"/>
        </a:xfrm>
      </p:grpSpPr>
      <p:sp>
        <p:nvSpPr>
          <p:cNvPr id="19" name="Google Shape;19;p5"/>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0" name="Google Shape;20;p5"/>
          <p:cNvSpPr txBox="1"/>
          <p:nvPr>
            <p:ph idx="1" type="body"/>
          </p:nvPr>
        </p:nvSpPr>
        <p:spPr>
          <a:xfrm>
            <a:off x="720000" y="1733850"/>
            <a:ext cx="3193500" cy="1934100"/>
          </a:xfrm>
          <a:prstGeom prst="rect">
            <a:avLst/>
          </a:prstGeom>
        </p:spPr>
        <p:txBody>
          <a:bodyPr anchorCtr="0" anchor="t" bIns="91425" lIns="91425" spcFirstLastPara="1" rIns="91425" wrap="square" tIns="91425">
            <a:noAutofit/>
          </a:bodyPr>
          <a:lstStyle>
            <a:lvl1pPr indent="-317500" lvl="0" marL="457200" algn="ctr">
              <a:lnSpc>
                <a:spcPct val="100000"/>
              </a:lnSpc>
              <a:spcBef>
                <a:spcPts val="0"/>
              </a:spcBef>
              <a:spcAft>
                <a:spcPts val="0"/>
              </a:spcAft>
              <a:buSzPts val="1400"/>
              <a:buChar char="●"/>
              <a:defRPr sz="1400"/>
            </a:lvl1pPr>
            <a:lvl2pPr indent="-304800" lvl="1" marL="914400" algn="ctr">
              <a:lnSpc>
                <a:spcPct val="100000"/>
              </a:lnSpc>
              <a:spcBef>
                <a:spcPts val="0"/>
              </a:spcBef>
              <a:spcAft>
                <a:spcPts val="0"/>
              </a:spcAft>
              <a:buSzPts val="1200"/>
              <a:buChar char="○"/>
              <a:defRPr sz="1200"/>
            </a:lvl2pPr>
            <a:lvl3pPr indent="-304800" lvl="2" marL="1371600" algn="ctr">
              <a:lnSpc>
                <a:spcPct val="100000"/>
              </a:lnSpc>
              <a:spcBef>
                <a:spcPts val="0"/>
              </a:spcBef>
              <a:spcAft>
                <a:spcPts val="0"/>
              </a:spcAft>
              <a:buSzPts val="1200"/>
              <a:buChar char="■"/>
              <a:defRPr sz="1200"/>
            </a:lvl3pPr>
            <a:lvl4pPr indent="-304800" lvl="3" marL="1828800" algn="ctr">
              <a:lnSpc>
                <a:spcPct val="100000"/>
              </a:lnSpc>
              <a:spcBef>
                <a:spcPts val="0"/>
              </a:spcBef>
              <a:spcAft>
                <a:spcPts val="0"/>
              </a:spcAft>
              <a:buSzPts val="1200"/>
              <a:buChar char="●"/>
              <a:defRPr sz="1200"/>
            </a:lvl4pPr>
            <a:lvl5pPr indent="-304800" lvl="4" marL="2286000" algn="ctr">
              <a:lnSpc>
                <a:spcPct val="100000"/>
              </a:lnSpc>
              <a:spcBef>
                <a:spcPts val="0"/>
              </a:spcBef>
              <a:spcAft>
                <a:spcPts val="0"/>
              </a:spcAft>
              <a:buSzPts val="1200"/>
              <a:buChar char="○"/>
              <a:defRPr sz="1200"/>
            </a:lvl5pPr>
            <a:lvl6pPr indent="-304800" lvl="5" marL="2743200" algn="ctr">
              <a:lnSpc>
                <a:spcPct val="100000"/>
              </a:lnSpc>
              <a:spcBef>
                <a:spcPts val="0"/>
              </a:spcBef>
              <a:spcAft>
                <a:spcPts val="0"/>
              </a:spcAft>
              <a:buSzPts val="1200"/>
              <a:buChar char="■"/>
              <a:defRPr sz="1200"/>
            </a:lvl6pPr>
            <a:lvl7pPr indent="-304800" lvl="6" marL="3200400" algn="ctr">
              <a:lnSpc>
                <a:spcPct val="100000"/>
              </a:lnSpc>
              <a:spcBef>
                <a:spcPts val="0"/>
              </a:spcBef>
              <a:spcAft>
                <a:spcPts val="0"/>
              </a:spcAft>
              <a:buSzPts val="1200"/>
              <a:buChar char="●"/>
              <a:defRPr sz="1200"/>
            </a:lvl7pPr>
            <a:lvl8pPr indent="-304800" lvl="7" marL="3657600" algn="ctr">
              <a:lnSpc>
                <a:spcPct val="100000"/>
              </a:lnSpc>
              <a:spcBef>
                <a:spcPts val="0"/>
              </a:spcBef>
              <a:spcAft>
                <a:spcPts val="0"/>
              </a:spcAft>
              <a:buSzPts val="1200"/>
              <a:buChar char="○"/>
              <a:defRPr sz="1200"/>
            </a:lvl8pPr>
            <a:lvl9pPr indent="-304800" lvl="8" marL="4114800" algn="ctr">
              <a:lnSpc>
                <a:spcPct val="100000"/>
              </a:lnSpc>
              <a:spcBef>
                <a:spcPts val="0"/>
              </a:spcBef>
              <a:spcAft>
                <a:spcPts val="0"/>
              </a:spcAft>
              <a:buSzPts val="1200"/>
              <a:buChar char="■"/>
              <a:defRPr sz="1200"/>
            </a:lvl9pPr>
          </a:lstStyle>
          <a:p/>
        </p:txBody>
      </p:sp>
      <p:sp>
        <p:nvSpPr>
          <p:cNvPr id="21" name="Google Shape;21;p5"/>
          <p:cNvSpPr txBox="1"/>
          <p:nvPr>
            <p:ph idx="2" type="body"/>
          </p:nvPr>
        </p:nvSpPr>
        <p:spPr>
          <a:xfrm>
            <a:off x="5230500" y="3015750"/>
            <a:ext cx="3193500" cy="1934100"/>
          </a:xfrm>
          <a:prstGeom prst="rect">
            <a:avLst/>
          </a:prstGeom>
        </p:spPr>
        <p:txBody>
          <a:bodyPr anchorCtr="0" anchor="t" bIns="91425" lIns="91425" spcFirstLastPara="1" rIns="91425" wrap="square" tIns="91425">
            <a:noAutofit/>
          </a:bodyPr>
          <a:lstStyle>
            <a:lvl1pPr indent="-317500" lvl="0" marL="457200" algn="ctr">
              <a:lnSpc>
                <a:spcPct val="100000"/>
              </a:lnSpc>
              <a:spcBef>
                <a:spcPts val="0"/>
              </a:spcBef>
              <a:spcAft>
                <a:spcPts val="0"/>
              </a:spcAft>
              <a:buSzPts val="1400"/>
              <a:buChar char="●"/>
              <a:defRPr sz="1400"/>
            </a:lvl1pPr>
            <a:lvl2pPr indent="-304800" lvl="1" marL="914400" algn="ctr">
              <a:lnSpc>
                <a:spcPct val="100000"/>
              </a:lnSpc>
              <a:spcBef>
                <a:spcPts val="0"/>
              </a:spcBef>
              <a:spcAft>
                <a:spcPts val="0"/>
              </a:spcAft>
              <a:buSzPts val="1200"/>
              <a:buChar char="○"/>
              <a:defRPr sz="1200"/>
            </a:lvl2pPr>
            <a:lvl3pPr indent="-304800" lvl="2" marL="1371600" algn="ctr">
              <a:lnSpc>
                <a:spcPct val="100000"/>
              </a:lnSpc>
              <a:spcBef>
                <a:spcPts val="0"/>
              </a:spcBef>
              <a:spcAft>
                <a:spcPts val="0"/>
              </a:spcAft>
              <a:buSzPts val="1200"/>
              <a:buChar char="■"/>
              <a:defRPr sz="1200"/>
            </a:lvl3pPr>
            <a:lvl4pPr indent="-304800" lvl="3" marL="1828800" algn="ctr">
              <a:lnSpc>
                <a:spcPct val="100000"/>
              </a:lnSpc>
              <a:spcBef>
                <a:spcPts val="0"/>
              </a:spcBef>
              <a:spcAft>
                <a:spcPts val="0"/>
              </a:spcAft>
              <a:buSzPts val="1200"/>
              <a:buChar char="●"/>
              <a:defRPr sz="1200"/>
            </a:lvl4pPr>
            <a:lvl5pPr indent="-304800" lvl="4" marL="2286000" algn="ctr">
              <a:lnSpc>
                <a:spcPct val="100000"/>
              </a:lnSpc>
              <a:spcBef>
                <a:spcPts val="0"/>
              </a:spcBef>
              <a:spcAft>
                <a:spcPts val="0"/>
              </a:spcAft>
              <a:buSzPts val="1200"/>
              <a:buChar char="○"/>
              <a:defRPr sz="1200"/>
            </a:lvl5pPr>
            <a:lvl6pPr indent="-304800" lvl="5" marL="2743200" algn="ctr">
              <a:lnSpc>
                <a:spcPct val="100000"/>
              </a:lnSpc>
              <a:spcBef>
                <a:spcPts val="0"/>
              </a:spcBef>
              <a:spcAft>
                <a:spcPts val="0"/>
              </a:spcAft>
              <a:buSzPts val="1200"/>
              <a:buChar char="■"/>
              <a:defRPr sz="1200"/>
            </a:lvl6pPr>
            <a:lvl7pPr indent="-304800" lvl="6" marL="3200400" algn="ctr">
              <a:lnSpc>
                <a:spcPct val="100000"/>
              </a:lnSpc>
              <a:spcBef>
                <a:spcPts val="0"/>
              </a:spcBef>
              <a:spcAft>
                <a:spcPts val="0"/>
              </a:spcAft>
              <a:buSzPts val="1200"/>
              <a:buChar char="●"/>
              <a:defRPr sz="1200"/>
            </a:lvl7pPr>
            <a:lvl8pPr indent="-304800" lvl="7" marL="3657600" algn="ctr">
              <a:lnSpc>
                <a:spcPct val="100000"/>
              </a:lnSpc>
              <a:spcBef>
                <a:spcPts val="0"/>
              </a:spcBef>
              <a:spcAft>
                <a:spcPts val="0"/>
              </a:spcAft>
              <a:buSzPts val="1200"/>
              <a:buChar char="○"/>
              <a:defRPr sz="1200"/>
            </a:lvl8pPr>
            <a:lvl9pPr indent="-304800" lvl="8" marL="4114800" algn="ctr">
              <a:lnSpc>
                <a:spcPct val="100000"/>
              </a:lnSpc>
              <a:spcBef>
                <a:spcPts val="0"/>
              </a:spcBef>
              <a:spcAft>
                <a:spcPts val="0"/>
              </a:spcAft>
              <a:buSzPts val="1200"/>
              <a:buChar char="■"/>
              <a:defRPr sz="1200"/>
            </a:lvl9pPr>
          </a:lstStyle>
          <a:p/>
        </p:txBody>
      </p:sp>
      <p:sp>
        <p:nvSpPr>
          <p:cNvPr id="22" name="Google Shape;22;p5"/>
          <p:cNvSpPr txBox="1"/>
          <p:nvPr>
            <p:ph idx="3" type="subTitle"/>
          </p:nvPr>
        </p:nvSpPr>
        <p:spPr>
          <a:xfrm>
            <a:off x="699475" y="1406625"/>
            <a:ext cx="3225900" cy="31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800"/>
              <a:buFont typeface="Tenor Sans"/>
              <a:buNone/>
              <a:defRPr>
                <a:latin typeface="Tenor Sans"/>
                <a:ea typeface="Tenor Sans"/>
                <a:cs typeface="Tenor Sans"/>
                <a:sym typeface="Tenor Sans"/>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3" name="Google Shape;23;p5"/>
          <p:cNvSpPr txBox="1"/>
          <p:nvPr>
            <p:ph idx="4" type="subTitle"/>
          </p:nvPr>
        </p:nvSpPr>
        <p:spPr>
          <a:xfrm>
            <a:off x="5214300" y="2696250"/>
            <a:ext cx="3225900" cy="31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Tenor Sans"/>
              <a:buNone/>
              <a:defRPr>
                <a:latin typeface="Tenor Sans"/>
                <a:ea typeface="Tenor Sans"/>
                <a:cs typeface="Tenor Sans"/>
                <a:sym typeface="Tenor Sans"/>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4" name="Shape 24"/>
        <p:cNvGrpSpPr/>
        <p:nvPr/>
      </p:nvGrpSpPr>
      <p:grpSpPr>
        <a:xfrm>
          <a:off x="0" y="0"/>
          <a:ext cx="0" cy="0"/>
          <a:chOff x="0" y="0"/>
          <a:chExt cx="0" cy="0"/>
        </a:xfrm>
      </p:grpSpPr>
      <p:sp>
        <p:nvSpPr>
          <p:cNvPr id="25" name="Google Shape;25;p6"/>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6" name="Shape 26"/>
        <p:cNvGrpSpPr/>
        <p:nvPr/>
      </p:nvGrpSpPr>
      <p:grpSpPr>
        <a:xfrm>
          <a:off x="0" y="0"/>
          <a:ext cx="0" cy="0"/>
          <a:chOff x="0" y="0"/>
          <a:chExt cx="0" cy="0"/>
        </a:xfrm>
      </p:grpSpPr>
      <p:sp>
        <p:nvSpPr>
          <p:cNvPr id="27" name="Google Shape;27;p7"/>
          <p:cNvSpPr txBox="1"/>
          <p:nvPr>
            <p:ph type="title"/>
          </p:nvPr>
        </p:nvSpPr>
        <p:spPr>
          <a:xfrm>
            <a:off x="720000" y="1729600"/>
            <a:ext cx="2808000" cy="755700"/>
          </a:xfrm>
          <a:prstGeom prst="rect">
            <a:avLst/>
          </a:prstGeom>
        </p:spPr>
        <p:txBody>
          <a:bodyPr anchorCtr="0" anchor="b"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28" name="Google Shape;28;p7"/>
          <p:cNvSpPr txBox="1"/>
          <p:nvPr>
            <p:ph idx="1" type="subTitle"/>
          </p:nvPr>
        </p:nvSpPr>
        <p:spPr>
          <a:xfrm>
            <a:off x="720000" y="2520575"/>
            <a:ext cx="2808000" cy="2048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9" name="Shape 29"/>
        <p:cNvGrpSpPr/>
        <p:nvPr/>
      </p:nvGrpSpPr>
      <p:grpSpPr>
        <a:xfrm>
          <a:off x="0" y="0"/>
          <a:ext cx="0" cy="0"/>
          <a:chOff x="0" y="0"/>
          <a:chExt cx="0" cy="0"/>
        </a:xfrm>
      </p:grpSpPr>
      <p:sp>
        <p:nvSpPr>
          <p:cNvPr id="30" name="Google Shape;30;p8"/>
          <p:cNvSpPr txBox="1"/>
          <p:nvPr>
            <p:ph type="title"/>
          </p:nvPr>
        </p:nvSpPr>
        <p:spPr>
          <a:xfrm>
            <a:off x="720000" y="1592900"/>
            <a:ext cx="6138000" cy="2064900"/>
          </a:xfrm>
          <a:prstGeom prst="rect">
            <a:avLst/>
          </a:prstGeom>
        </p:spPr>
        <p:txBody>
          <a:bodyPr anchorCtr="0" anchor="t"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1" name="Google Shape;31;p8"/>
          <p:cNvSpPr txBox="1"/>
          <p:nvPr>
            <p:ph idx="1" type="subTitle"/>
          </p:nvPr>
        </p:nvSpPr>
        <p:spPr>
          <a:xfrm>
            <a:off x="720000" y="3581525"/>
            <a:ext cx="3057600" cy="5454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2" name="Shape 32"/>
        <p:cNvGrpSpPr/>
        <p:nvPr/>
      </p:nvGrpSpPr>
      <p:grpSpPr>
        <a:xfrm>
          <a:off x="0" y="0"/>
          <a:ext cx="0" cy="0"/>
          <a:chOff x="0" y="0"/>
          <a:chExt cx="0" cy="0"/>
        </a:xfrm>
      </p:grpSpPr>
      <p:sp>
        <p:nvSpPr>
          <p:cNvPr id="33" name="Google Shape;33;p9"/>
          <p:cNvSpPr txBox="1"/>
          <p:nvPr>
            <p:ph type="title"/>
          </p:nvPr>
        </p:nvSpPr>
        <p:spPr>
          <a:xfrm>
            <a:off x="2776650" y="2948925"/>
            <a:ext cx="3590700" cy="7104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4" name="Google Shape;34;p9"/>
          <p:cNvSpPr txBox="1"/>
          <p:nvPr>
            <p:ph idx="1" type="subTitle"/>
          </p:nvPr>
        </p:nvSpPr>
        <p:spPr>
          <a:xfrm>
            <a:off x="2776650" y="3683450"/>
            <a:ext cx="3590700" cy="552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5" name="Google Shape;35;p9"/>
          <p:cNvSpPr txBox="1"/>
          <p:nvPr>
            <p:ph hasCustomPrompt="1" idx="2" type="title"/>
          </p:nvPr>
        </p:nvSpPr>
        <p:spPr>
          <a:xfrm>
            <a:off x="4108200" y="1603950"/>
            <a:ext cx="927600" cy="614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6" name="Shape 36"/>
        <p:cNvGrpSpPr/>
        <p:nvPr/>
      </p:nvGrpSpPr>
      <p:grpSpPr>
        <a:xfrm>
          <a:off x="0" y="0"/>
          <a:ext cx="0" cy="0"/>
          <a:chOff x="0" y="0"/>
          <a:chExt cx="0" cy="0"/>
        </a:xfrm>
      </p:grpSpPr>
      <p:sp>
        <p:nvSpPr>
          <p:cNvPr id="37" name="Google Shape;37;p10"/>
          <p:cNvSpPr txBox="1"/>
          <p:nvPr>
            <p:ph idx="1" type="body"/>
          </p:nvPr>
        </p:nvSpPr>
        <p:spPr>
          <a:xfrm>
            <a:off x="1220525" y="2142775"/>
            <a:ext cx="34407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800"/>
              <a:buFont typeface="Tenor Sans"/>
              <a:buNone/>
              <a:defRPr>
                <a:latin typeface="Tenor Sans"/>
                <a:ea typeface="Tenor Sans"/>
                <a:cs typeface="Tenor Sans"/>
                <a:sym typeface="Tenor Sans"/>
              </a:defRPr>
            </a:lvl1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8" name="Shape 38"/>
        <p:cNvGrpSpPr/>
        <p:nvPr/>
      </p:nvGrpSpPr>
      <p:grpSpPr>
        <a:xfrm>
          <a:off x="0" y="0"/>
          <a:ext cx="0" cy="0"/>
          <a:chOff x="0" y="0"/>
          <a:chExt cx="0" cy="0"/>
        </a:xfrm>
      </p:grpSpPr>
      <p:sp>
        <p:nvSpPr>
          <p:cNvPr id="39" name="Google Shape;39;p11"/>
          <p:cNvSpPr txBox="1"/>
          <p:nvPr>
            <p:ph hasCustomPrompt="1" type="title"/>
          </p:nvPr>
        </p:nvSpPr>
        <p:spPr>
          <a:xfrm>
            <a:off x="720000" y="2245850"/>
            <a:ext cx="7704000" cy="10980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0" name="Google Shape;40;p11"/>
          <p:cNvSpPr txBox="1"/>
          <p:nvPr>
            <p:ph idx="1" type="subTitle"/>
          </p:nvPr>
        </p:nvSpPr>
        <p:spPr>
          <a:xfrm>
            <a:off x="2212650" y="3654125"/>
            <a:ext cx="4718700" cy="391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1" name="Shape 4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42" name="Shape 42"/>
        <p:cNvGrpSpPr/>
        <p:nvPr/>
      </p:nvGrpSpPr>
      <p:grpSpPr>
        <a:xfrm>
          <a:off x="0" y="0"/>
          <a:ext cx="0" cy="0"/>
          <a:chOff x="0" y="0"/>
          <a:chExt cx="0" cy="0"/>
        </a:xfrm>
      </p:grpSpPr>
      <p:sp>
        <p:nvSpPr>
          <p:cNvPr id="43" name="Google Shape;43;p13"/>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atin typeface="Quicksand"/>
                <a:ea typeface="Quicksand"/>
                <a:cs typeface="Quicksand"/>
                <a:sym typeface="Quicksand"/>
              </a:defRPr>
            </a:lvl2pPr>
            <a:lvl3pPr lvl="2">
              <a:spcBef>
                <a:spcPts val="0"/>
              </a:spcBef>
              <a:spcAft>
                <a:spcPts val="0"/>
              </a:spcAft>
              <a:buSzPts val="2800"/>
              <a:buNone/>
              <a:defRPr>
                <a:latin typeface="Quicksand"/>
                <a:ea typeface="Quicksand"/>
                <a:cs typeface="Quicksand"/>
                <a:sym typeface="Quicksand"/>
              </a:defRPr>
            </a:lvl3pPr>
            <a:lvl4pPr lvl="3">
              <a:spcBef>
                <a:spcPts val="0"/>
              </a:spcBef>
              <a:spcAft>
                <a:spcPts val="0"/>
              </a:spcAft>
              <a:buSzPts val="2800"/>
              <a:buNone/>
              <a:defRPr>
                <a:latin typeface="Quicksand"/>
                <a:ea typeface="Quicksand"/>
                <a:cs typeface="Quicksand"/>
                <a:sym typeface="Quicksand"/>
              </a:defRPr>
            </a:lvl4pPr>
            <a:lvl5pPr lvl="4">
              <a:spcBef>
                <a:spcPts val="0"/>
              </a:spcBef>
              <a:spcAft>
                <a:spcPts val="0"/>
              </a:spcAft>
              <a:buSzPts val="2800"/>
              <a:buNone/>
              <a:defRPr>
                <a:latin typeface="Quicksand"/>
                <a:ea typeface="Quicksand"/>
                <a:cs typeface="Quicksand"/>
                <a:sym typeface="Quicksand"/>
              </a:defRPr>
            </a:lvl5pPr>
            <a:lvl6pPr lvl="5">
              <a:spcBef>
                <a:spcPts val="0"/>
              </a:spcBef>
              <a:spcAft>
                <a:spcPts val="0"/>
              </a:spcAft>
              <a:buSzPts val="2800"/>
              <a:buNone/>
              <a:defRPr>
                <a:latin typeface="Quicksand"/>
                <a:ea typeface="Quicksand"/>
                <a:cs typeface="Quicksand"/>
                <a:sym typeface="Quicksand"/>
              </a:defRPr>
            </a:lvl6pPr>
            <a:lvl7pPr lvl="6">
              <a:spcBef>
                <a:spcPts val="0"/>
              </a:spcBef>
              <a:spcAft>
                <a:spcPts val="0"/>
              </a:spcAft>
              <a:buSzPts val="2800"/>
              <a:buNone/>
              <a:defRPr>
                <a:latin typeface="Quicksand"/>
                <a:ea typeface="Quicksand"/>
                <a:cs typeface="Quicksand"/>
                <a:sym typeface="Quicksand"/>
              </a:defRPr>
            </a:lvl7pPr>
            <a:lvl8pPr lvl="7">
              <a:spcBef>
                <a:spcPts val="0"/>
              </a:spcBef>
              <a:spcAft>
                <a:spcPts val="0"/>
              </a:spcAft>
              <a:buSzPts val="2800"/>
              <a:buNone/>
              <a:defRPr>
                <a:latin typeface="Quicksand"/>
                <a:ea typeface="Quicksand"/>
                <a:cs typeface="Quicksand"/>
                <a:sym typeface="Quicksand"/>
              </a:defRPr>
            </a:lvl8pPr>
            <a:lvl9pPr lvl="8">
              <a:spcBef>
                <a:spcPts val="0"/>
              </a:spcBef>
              <a:spcAft>
                <a:spcPts val="0"/>
              </a:spcAft>
              <a:buSzPts val="2800"/>
              <a:buNone/>
              <a:defRPr>
                <a:latin typeface="Quicksand"/>
                <a:ea typeface="Quicksand"/>
                <a:cs typeface="Quicksand"/>
                <a:sym typeface="Quicksand"/>
              </a:defRPr>
            </a:lvl9pPr>
          </a:lstStyle>
          <a:p/>
        </p:txBody>
      </p:sp>
      <p:sp>
        <p:nvSpPr>
          <p:cNvPr id="44" name="Google Shape;44;p13"/>
          <p:cNvSpPr txBox="1"/>
          <p:nvPr>
            <p:ph idx="1" type="subTitle"/>
          </p:nvPr>
        </p:nvSpPr>
        <p:spPr>
          <a:xfrm>
            <a:off x="1425664" y="1921950"/>
            <a:ext cx="1811100" cy="44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200"/>
              <a:buFont typeface="Tenor Sans"/>
              <a:buNone/>
              <a:defRPr b="1" sz="2200">
                <a:latin typeface="Tenor Sans"/>
                <a:ea typeface="Tenor Sans"/>
                <a:cs typeface="Tenor Sans"/>
                <a:sym typeface="Tenor Sans"/>
              </a:defRPr>
            </a:lvl1pPr>
            <a:lvl2pPr lvl="1" rtl="0" algn="ctr">
              <a:lnSpc>
                <a:spcPct val="100000"/>
              </a:lnSpc>
              <a:spcBef>
                <a:spcPts val="0"/>
              </a:spcBef>
              <a:spcAft>
                <a:spcPts val="0"/>
              </a:spcAft>
              <a:buSzPts val="1400"/>
              <a:buFont typeface="Tenor Sans"/>
              <a:buNone/>
              <a:defRPr>
                <a:latin typeface="Tenor Sans"/>
                <a:ea typeface="Tenor Sans"/>
                <a:cs typeface="Tenor Sans"/>
                <a:sym typeface="Tenor Sans"/>
              </a:defRPr>
            </a:lvl2pPr>
            <a:lvl3pPr lvl="2" rtl="0" algn="ctr">
              <a:lnSpc>
                <a:spcPct val="100000"/>
              </a:lnSpc>
              <a:spcBef>
                <a:spcPts val="0"/>
              </a:spcBef>
              <a:spcAft>
                <a:spcPts val="0"/>
              </a:spcAft>
              <a:buSzPts val="1400"/>
              <a:buFont typeface="Tenor Sans"/>
              <a:buNone/>
              <a:defRPr>
                <a:latin typeface="Tenor Sans"/>
                <a:ea typeface="Tenor Sans"/>
                <a:cs typeface="Tenor Sans"/>
                <a:sym typeface="Tenor Sans"/>
              </a:defRPr>
            </a:lvl3pPr>
            <a:lvl4pPr lvl="3" rtl="0" algn="ctr">
              <a:lnSpc>
                <a:spcPct val="100000"/>
              </a:lnSpc>
              <a:spcBef>
                <a:spcPts val="0"/>
              </a:spcBef>
              <a:spcAft>
                <a:spcPts val="0"/>
              </a:spcAft>
              <a:buSzPts val="1400"/>
              <a:buFont typeface="Tenor Sans"/>
              <a:buNone/>
              <a:defRPr>
                <a:latin typeface="Tenor Sans"/>
                <a:ea typeface="Tenor Sans"/>
                <a:cs typeface="Tenor Sans"/>
                <a:sym typeface="Tenor Sans"/>
              </a:defRPr>
            </a:lvl4pPr>
            <a:lvl5pPr lvl="4" rtl="0" algn="ctr">
              <a:lnSpc>
                <a:spcPct val="100000"/>
              </a:lnSpc>
              <a:spcBef>
                <a:spcPts val="0"/>
              </a:spcBef>
              <a:spcAft>
                <a:spcPts val="0"/>
              </a:spcAft>
              <a:buSzPts val="1400"/>
              <a:buFont typeface="Tenor Sans"/>
              <a:buNone/>
              <a:defRPr>
                <a:latin typeface="Tenor Sans"/>
                <a:ea typeface="Tenor Sans"/>
                <a:cs typeface="Tenor Sans"/>
                <a:sym typeface="Tenor Sans"/>
              </a:defRPr>
            </a:lvl5pPr>
            <a:lvl6pPr lvl="5" rtl="0" algn="ctr">
              <a:lnSpc>
                <a:spcPct val="100000"/>
              </a:lnSpc>
              <a:spcBef>
                <a:spcPts val="0"/>
              </a:spcBef>
              <a:spcAft>
                <a:spcPts val="0"/>
              </a:spcAft>
              <a:buSzPts val="1400"/>
              <a:buFont typeface="Tenor Sans"/>
              <a:buNone/>
              <a:defRPr>
                <a:latin typeface="Tenor Sans"/>
                <a:ea typeface="Tenor Sans"/>
                <a:cs typeface="Tenor Sans"/>
                <a:sym typeface="Tenor Sans"/>
              </a:defRPr>
            </a:lvl6pPr>
            <a:lvl7pPr lvl="6" rtl="0" algn="ctr">
              <a:lnSpc>
                <a:spcPct val="100000"/>
              </a:lnSpc>
              <a:spcBef>
                <a:spcPts val="0"/>
              </a:spcBef>
              <a:spcAft>
                <a:spcPts val="0"/>
              </a:spcAft>
              <a:buSzPts val="1400"/>
              <a:buFont typeface="Tenor Sans"/>
              <a:buNone/>
              <a:defRPr>
                <a:latin typeface="Tenor Sans"/>
                <a:ea typeface="Tenor Sans"/>
                <a:cs typeface="Tenor Sans"/>
                <a:sym typeface="Tenor Sans"/>
              </a:defRPr>
            </a:lvl7pPr>
            <a:lvl8pPr lvl="7" rtl="0" algn="ctr">
              <a:lnSpc>
                <a:spcPct val="100000"/>
              </a:lnSpc>
              <a:spcBef>
                <a:spcPts val="0"/>
              </a:spcBef>
              <a:spcAft>
                <a:spcPts val="0"/>
              </a:spcAft>
              <a:buSzPts val="1400"/>
              <a:buFont typeface="Tenor Sans"/>
              <a:buNone/>
              <a:defRPr>
                <a:latin typeface="Tenor Sans"/>
                <a:ea typeface="Tenor Sans"/>
                <a:cs typeface="Tenor Sans"/>
                <a:sym typeface="Tenor Sans"/>
              </a:defRPr>
            </a:lvl8pPr>
            <a:lvl9pPr lvl="8" rtl="0" algn="ctr">
              <a:lnSpc>
                <a:spcPct val="100000"/>
              </a:lnSpc>
              <a:spcBef>
                <a:spcPts val="0"/>
              </a:spcBef>
              <a:spcAft>
                <a:spcPts val="0"/>
              </a:spcAft>
              <a:buSzPts val="1400"/>
              <a:buFont typeface="Tenor Sans"/>
              <a:buNone/>
              <a:defRPr>
                <a:latin typeface="Tenor Sans"/>
                <a:ea typeface="Tenor Sans"/>
                <a:cs typeface="Tenor Sans"/>
                <a:sym typeface="Tenor Sans"/>
              </a:defRPr>
            </a:lvl9pPr>
          </a:lstStyle>
          <a:p/>
        </p:txBody>
      </p:sp>
      <p:sp>
        <p:nvSpPr>
          <p:cNvPr id="45" name="Google Shape;45;p13"/>
          <p:cNvSpPr txBox="1"/>
          <p:nvPr>
            <p:ph idx="2" type="subTitle"/>
          </p:nvPr>
        </p:nvSpPr>
        <p:spPr>
          <a:xfrm>
            <a:off x="1425664" y="2951853"/>
            <a:ext cx="1811100" cy="52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lgn="ctr">
              <a:lnSpc>
                <a:spcPct val="100000"/>
              </a:lnSpc>
              <a:spcBef>
                <a:spcPts val="0"/>
              </a:spcBef>
              <a:spcAft>
                <a:spcPts val="0"/>
              </a:spcAft>
              <a:buSzPts val="1400"/>
              <a:buFont typeface="Tenor Sans"/>
              <a:buNone/>
              <a:defRPr>
                <a:latin typeface="Tenor Sans"/>
                <a:ea typeface="Tenor Sans"/>
                <a:cs typeface="Tenor Sans"/>
                <a:sym typeface="Tenor Sans"/>
              </a:defRPr>
            </a:lvl2pPr>
            <a:lvl3pPr lvl="2" rtl="0" algn="ctr">
              <a:lnSpc>
                <a:spcPct val="100000"/>
              </a:lnSpc>
              <a:spcBef>
                <a:spcPts val="0"/>
              </a:spcBef>
              <a:spcAft>
                <a:spcPts val="0"/>
              </a:spcAft>
              <a:buSzPts val="1400"/>
              <a:buFont typeface="Tenor Sans"/>
              <a:buNone/>
              <a:defRPr>
                <a:latin typeface="Tenor Sans"/>
                <a:ea typeface="Tenor Sans"/>
                <a:cs typeface="Tenor Sans"/>
                <a:sym typeface="Tenor Sans"/>
              </a:defRPr>
            </a:lvl3pPr>
            <a:lvl4pPr lvl="3" rtl="0" algn="ctr">
              <a:lnSpc>
                <a:spcPct val="100000"/>
              </a:lnSpc>
              <a:spcBef>
                <a:spcPts val="0"/>
              </a:spcBef>
              <a:spcAft>
                <a:spcPts val="0"/>
              </a:spcAft>
              <a:buSzPts val="1400"/>
              <a:buFont typeface="Tenor Sans"/>
              <a:buNone/>
              <a:defRPr>
                <a:latin typeface="Tenor Sans"/>
                <a:ea typeface="Tenor Sans"/>
                <a:cs typeface="Tenor Sans"/>
                <a:sym typeface="Tenor Sans"/>
              </a:defRPr>
            </a:lvl4pPr>
            <a:lvl5pPr lvl="4" rtl="0" algn="ctr">
              <a:lnSpc>
                <a:spcPct val="100000"/>
              </a:lnSpc>
              <a:spcBef>
                <a:spcPts val="0"/>
              </a:spcBef>
              <a:spcAft>
                <a:spcPts val="0"/>
              </a:spcAft>
              <a:buSzPts val="1400"/>
              <a:buFont typeface="Tenor Sans"/>
              <a:buNone/>
              <a:defRPr>
                <a:latin typeface="Tenor Sans"/>
                <a:ea typeface="Tenor Sans"/>
                <a:cs typeface="Tenor Sans"/>
                <a:sym typeface="Tenor Sans"/>
              </a:defRPr>
            </a:lvl5pPr>
            <a:lvl6pPr lvl="5" rtl="0" algn="ctr">
              <a:lnSpc>
                <a:spcPct val="100000"/>
              </a:lnSpc>
              <a:spcBef>
                <a:spcPts val="0"/>
              </a:spcBef>
              <a:spcAft>
                <a:spcPts val="0"/>
              </a:spcAft>
              <a:buSzPts val="1400"/>
              <a:buFont typeface="Tenor Sans"/>
              <a:buNone/>
              <a:defRPr>
                <a:latin typeface="Tenor Sans"/>
                <a:ea typeface="Tenor Sans"/>
                <a:cs typeface="Tenor Sans"/>
                <a:sym typeface="Tenor Sans"/>
              </a:defRPr>
            </a:lvl6pPr>
            <a:lvl7pPr lvl="6" rtl="0" algn="ctr">
              <a:lnSpc>
                <a:spcPct val="100000"/>
              </a:lnSpc>
              <a:spcBef>
                <a:spcPts val="0"/>
              </a:spcBef>
              <a:spcAft>
                <a:spcPts val="0"/>
              </a:spcAft>
              <a:buSzPts val="1400"/>
              <a:buFont typeface="Tenor Sans"/>
              <a:buNone/>
              <a:defRPr>
                <a:latin typeface="Tenor Sans"/>
                <a:ea typeface="Tenor Sans"/>
                <a:cs typeface="Tenor Sans"/>
                <a:sym typeface="Tenor Sans"/>
              </a:defRPr>
            </a:lvl7pPr>
            <a:lvl8pPr lvl="7" rtl="0" algn="ctr">
              <a:lnSpc>
                <a:spcPct val="100000"/>
              </a:lnSpc>
              <a:spcBef>
                <a:spcPts val="0"/>
              </a:spcBef>
              <a:spcAft>
                <a:spcPts val="0"/>
              </a:spcAft>
              <a:buSzPts val="1400"/>
              <a:buFont typeface="Tenor Sans"/>
              <a:buNone/>
              <a:defRPr>
                <a:latin typeface="Tenor Sans"/>
                <a:ea typeface="Tenor Sans"/>
                <a:cs typeface="Tenor Sans"/>
                <a:sym typeface="Tenor Sans"/>
              </a:defRPr>
            </a:lvl8pPr>
            <a:lvl9pPr lvl="8" rtl="0" algn="ctr">
              <a:lnSpc>
                <a:spcPct val="100000"/>
              </a:lnSpc>
              <a:spcBef>
                <a:spcPts val="0"/>
              </a:spcBef>
              <a:spcAft>
                <a:spcPts val="0"/>
              </a:spcAft>
              <a:buSzPts val="1400"/>
              <a:buFont typeface="Tenor Sans"/>
              <a:buNone/>
              <a:defRPr>
                <a:latin typeface="Tenor Sans"/>
                <a:ea typeface="Tenor Sans"/>
                <a:cs typeface="Tenor Sans"/>
                <a:sym typeface="Tenor Sans"/>
              </a:defRPr>
            </a:lvl9pPr>
          </a:lstStyle>
          <a:p/>
        </p:txBody>
      </p:sp>
      <p:sp>
        <p:nvSpPr>
          <p:cNvPr id="46" name="Google Shape;46;p13"/>
          <p:cNvSpPr txBox="1"/>
          <p:nvPr>
            <p:ph idx="3" type="subTitle"/>
          </p:nvPr>
        </p:nvSpPr>
        <p:spPr>
          <a:xfrm>
            <a:off x="3666458" y="1921950"/>
            <a:ext cx="1811100" cy="44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200"/>
              <a:buFont typeface="Tenor Sans"/>
              <a:buNone/>
              <a:defRPr b="1" sz="2200">
                <a:latin typeface="Tenor Sans"/>
                <a:ea typeface="Tenor Sans"/>
                <a:cs typeface="Tenor Sans"/>
                <a:sym typeface="Tenor Sans"/>
              </a:defRPr>
            </a:lvl1pPr>
            <a:lvl2pPr lvl="1" rtl="0" algn="ctr">
              <a:lnSpc>
                <a:spcPct val="100000"/>
              </a:lnSpc>
              <a:spcBef>
                <a:spcPts val="0"/>
              </a:spcBef>
              <a:spcAft>
                <a:spcPts val="0"/>
              </a:spcAft>
              <a:buSzPts val="1400"/>
              <a:buFont typeface="Tenor Sans"/>
              <a:buNone/>
              <a:defRPr>
                <a:latin typeface="Tenor Sans"/>
                <a:ea typeface="Tenor Sans"/>
                <a:cs typeface="Tenor Sans"/>
                <a:sym typeface="Tenor Sans"/>
              </a:defRPr>
            </a:lvl2pPr>
            <a:lvl3pPr lvl="2" rtl="0" algn="ctr">
              <a:lnSpc>
                <a:spcPct val="100000"/>
              </a:lnSpc>
              <a:spcBef>
                <a:spcPts val="0"/>
              </a:spcBef>
              <a:spcAft>
                <a:spcPts val="0"/>
              </a:spcAft>
              <a:buSzPts val="1400"/>
              <a:buFont typeface="Tenor Sans"/>
              <a:buNone/>
              <a:defRPr>
                <a:latin typeface="Tenor Sans"/>
                <a:ea typeface="Tenor Sans"/>
                <a:cs typeface="Tenor Sans"/>
                <a:sym typeface="Tenor Sans"/>
              </a:defRPr>
            </a:lvl3pPr>
            <a:lvl4pPr lvl="3" rtl="0" algn="ctr">
              <a:lnSpc>
                <a:spcPct val="100000"/>
              </a:lnSpc>
              <a:spcBef>
                <a:spcPts val="0"/>
              </a:spcBef>
              <a:spcAft>
                <a:spcPts val="0"/>
              </a:spcAft>
              <a:buSzPts val="1400"/>
              <a:buFont typeface="Tenor Sans"/>
              <a:buNone/>
              <a:defRPr>
                <a:latin typeface="Tenor Sans"/>
                <a:ea typeface="Tenor Sans"/>
                <a:cs typeface="Tenor Sans"/>
                <a:sym typeface="Tenor Sans"/>
              </a:defRPr>
            </a:lvl4pPr>
            <a:lvl5pPr lvl="4" rtl="0" algn="ctr">
              <a:lnSpc>
                <a:spcPct val="100000"/>
              </a:lnSpc>
              <a:spcBef>
                <a:spcPts val="0"/>
              </a:spcBef>
              <a:spcAft>
                <a:spcPts val="0"/>
              </a:spcAft>
              <a:buSzPts val="1400"/>
              <a:buFont typeface="Tenor Sans"/>
              <a:buNone/>
              <a:defRPr>
                <a:latin typeface="Tenor Sans"/>
                <a:ea typeface="Tenor Sans"/>
                <a:cs typeface="Tenor Sans"/>
                <a:sym typeface="Tenor Sans"/>
              </a:defRPr>
            </a:lvl5pPr>
            <a:lvl6pPr lvl="5" rtl="0" algn="ctr">
              <a:lnSpc>
                <a:spcPct val="100000"/>
              </a:lnSpc>
              <a:spcBef>
                <a:spcPts val="0"/>
              </a:spcBef>
              <a:spcAft>
                <a:spcPts val="0"/>
              </a:spcAft>
              <a:buSzPts val="1400"/>
              <a:buFont typeface="Tenor Sans"/>
              <a:buNone/>
              <a:defRPr>
                <a:latin typeface="Tenor Sans"/>
                <a:ea typeface="Tenor Sans"/>
                <a:cs typeface="Tenor Sans"/>
                <a:sym typeface="Tenor Sans"/>
              </a:defRPr>
            </a:lvl6pPr>
            <a:lvl7pPr lvl="6" rtl="0" algn="ctr">
              <a:lnSpc>
                <a:spcPct val="100000"/>
              </a:lnSpc>
              <a:spcBef>
                <a:spcPts val="0"/>
              </a:spcBef>
              <a:spcAft>
                <a:spcPts val="0"/>
              </a:spcAft>
              <a:buSzPts val="1400"/>
              <a:buFont typeface="Tenor Sans"/>
              <a:buNone/>
              <a:defRPr>
                <a:latin typeface="Tenor Sans"/>
                <a:ea typeface="Tenor Sans"/>
                <a:cs typeface="Tenor Sans"/>
                <a:sym typeface="Tenor Sans"/>
              </a:defRPr>
            </a:lvl7pPr>
            <a:lvl8pPr lvl="7" rtl="0" algn="ctr">
              <a:lnSpc>
                <a:spcPct val="100000"/>
              </a:lnSpc>
              <a:spcBef>
                <a:spcPts val="0"/>
              </a:spcBef>
              <a:spcAft>
                <a:spcPts val="0"/>
              </a:spcAft>
              <a:buSzPts val="1400"/>
              <a:buFont typeface="Tenor Sans"/>
              <a:buNone/>
              <a:defRPr>
                <a:latin typeface="Tenor Sans"/>
                <a:ea typeface="Tenor Sans"/>
                <a:cs typeface="Tenor Sans"/>
                <a:sym typeface="Tenor Sans"/>
              </a:defRPr>
            </a:lvl8pPr>
            <a:lvl9pPr lvl="8" rtl="0" algn="ctr">
              <a:lnSpc>
                <a:spcPct val="100000"/>
              </a:lnSpc>
              <a:spcBef>
                <a:spcPts val="0"/>
              </a:spcBef>
              <a:spcAft>
                <a:spcPts val="0"/>
              </a:spcAft>
              <a:buSzPts val="1400"/>
              <a:buFont typeface="Tenor Sans"/>
              <a:buNone/>
              <a:defRPr>
                <a:latin typeface="Tenor Sans"/>
                <a:ea typeface="Tenor Sans"/>
                <a:cs typeface="Tenor Sans"/>
                <a:sym typeface="Tenor Sans"/>
              </a:defRPr>
            </a:lvl9pPr>
          </a:lstStyle>
          <a:p/>
        </p:txBody>
      </p:sp>
      <p:sp>
        <p:nvSpPr>
          <p:cNvPr id="47" name="Google Shape;47;p13"/>
          <p:cNvSpPr txBox="1"/>
          <p:nvPr>
            <p:ph idx="4" type="subTitle"/>
          </p:nvPr>
        </p:nvSpPr>
        <p:spPr>
          <a:xfrm>
            <a:off x="3666458" y="2951853"/>
            <a:ext cx="1811100" cy="52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lgn="ctr">
              <a:lnSpc>
                <a:spcPct val="100000"/>
              </a:lnSpc>
              <a:spcBef>
                <a:spcPts val="0"/>
              </a:spcBef>
              <a:spcAft>
                <a:spcPts val="0"/>
              </a:spcAft>
              <a:buSzPts val="1400"/>
              <a:buFont typeface="Tenor Sans"/>
              <a:buNone/>
              <a:defRPr>
                <a:latin typeface="Tenor Sans"/>
                <a:ea typeface="Tenor Sans"/>
                <a:cs typeface="Tenor Sans"/>
                <a:sym typeface="Tenor Sans"/>
              </a:defRPr>
            </a:lvl2pPr>
            <a:lvl3pPr lvl="2" rtl="0" algn="ctr">
              <a:lnSpc>
                <a:spcPct val="100000"/>
              </a:lnSpc>
              <a:spcBef>
                <a:spcPts val="0"/>
              </a:spcBef>
              <a:spcAft>
                <a:spcPts val="0"/>
              </a:spcAft>
              <a:buSzPts val="1400"/>
              <a:buFont typeface="Tenor Sans"/>
              <a:buNone/>
              <a:defRPr>
                <a:latin typeface="Tenor Sans"/>
                <a:ea typeface="Tenor Sans"/>
                <a:cs typeface="Tenor Sans"/>
                <a:sym typeface="Tenor Sans"/>
              </a:defRPr>
            </a:lvl3pPr>
            <a:lvl4pPr lvl="3" rtl="0" algn="ctr">
              <a:lnSpc>
                <a:spcPct val="100000"/>
              </a:lnSpc>
              <a:spcBef>
                <a:spcPts val="0"/>
              </a:spcBef>
              <a:spcAft>
                <a:spcPts val="0"/>
              </a:spcAft>
              <a:buSzPts val="1400"/>
              <a:buFont typeface="Tenor Sans"/>
              <a:buNone/>
              <a:defRPr>
                <a:latin typeface="Tenor Sans"/>
                <a:ea typeface="Tenor Sans"/>
                <a:cs typeface="Tenor Sans"/>
                <a:sym typeface="Tenor Sans"/>
              </a:defRPr>
            </a:lvl4pPr>
            <a:lvl5pPr lvl="4" rtl="0" algn="ctr">
              <a:lnSpc>
                <a:spcPct val="100000"/>
              </a:lnSpc>
              <a:spcBef>
                <a:spcPts val="0"/>
              </a:spcBef>
              <a:spcAft>
                <a:spcPts val="0"/>
              </a:spcAft>
              <a:buSzPts val="1400"/>
              <a:buFont typeface="Tenor Sans"/>
              <a:buNone/>
              <a:defRPr>
                <a:latin typeface="Tenor Sans"/>
                <a:ea typeface="Tenor Sans"/>
                <a:cs typeface="Tenor Sans"/>
                <a:sym typeface="Tenor Sans"/>
              </a:defRPr>
            </a:lvl5pPr>
            <a:lvl6pPr lvl="5" rtl="0" algn="ctr">
              <a:lnSpc>
                <a:spcPct val="100000"/>
              </a:lnSpc>
              <a:spcBef>
                <a:spcPts val="0"/>
              </a:spcBef>
              <a:spcAft>
                <a:spcPts val="0"/>
              </a:spcAft>
              <a:buSzPts val="1400"/>
              <a:buFont typeface="Tenor Sans"/>
              <a:buNone/>
              <a:defRPr>
                <a:latin typeface="Tenor Sans"/>
                <a:ea typeface="Tenor Sans"/>
                <a:cs typeface="Tenor Sans"/>
                <a:sym typeface="Tenor Sans"/>
              </a:defRPr>
            </a:lvl6pPr>
            <a:lvl7pPr lvl="6" rtl="0" algn="ctr">
              <a:lnSpc>
                <a:spcPct val="100000"/>
              </a:lnSpc>
              <a:spcBef>
                <a:spcPts val="0"/>
              </a:spcBef>
              <a:spcAft>
                <a:spcPts val="0"/>
              </a:spcAft>
              <a:buSzPts val="1400"/>
              <a:buFont typeface="Tenor Sans"/>
              <a:buNone/>
              <a:defRPr>
                <a:latin typeface="Tenor Sans"/>
                <a:ea typeface="Tenor Sans"/>
                <a:cs typeface="Tenor Sans"/>
                <a:sym typeface="Tenor Sans"/>
              </a:defRPr>
            </a:lvl7pPr>
            <a:lvl8pPr lvl="7" rtl="0" algn="ctr">
              <a:lnSpc>
                <a:spcPct val="100000"/>
              </a:lnSpc>
              <a:spcBef>
                <a:spcPts val="0"/>
              </a:spcBef>
              <a:spcAft>
                <a:spcPts val="0"/>
              </a:spcAft>
              <a:buSzPts val="1400"/>
              <a:buFont typeface="Tenor Sans"/>
              <a:buNone/>
              <a:defRPr>
                <a:latin typeface="Tenor Sans"/>
                <a:ea typeface="Tenor Sans"/>
                <a:cs typeface="Tenor Sans"/>
                <a:sym typeface="Tenor Sans"/>
              </a:defRPr>
            </a:lvl8pPr>
            <a:lvl9pPr lvl="8" rtl="0" algn="ctr">
              <a:lnSpc>
                <a:spcPct val="100000"/>
              </a:lnSpc>
              <a:spcBef>
                <a:spcPts val="0"/>
              </a:spcBef>
              <a:spcAft>
                <a:spcPts val="0"/>
              </a:spcAft>
              <a:buSzPts val="1400"/>
              <a:buFont typeface="Tenor Sans"/>
              <a:buNone/>
              <a:defRPr>
                <a:latin typeface="Tenor Sans"/>
                <a:ea typeface="Tenor Sans"/>
                <a:cs typeface="Tenor Sans"/>
                <a:sym typeface="Tenor Sans"/>
              </a:defRPr>
            </a:lvl9pPr>
          </a:lstStyle>
          <a:p/>
        </p:txBody>
      </p:sp>
      <p:sp>
        <p:nvSpPr>
          <p:cNvPr id="48" name="Google Shape;48;p13"/>
          <p:cNvSpPr txBox="1"/>
          <p:nvPr>
            <p:ph idx="5" type="subTitle"/>
          </p:nvPr>
        </p:nvSpPr>
        <p:spPr>
          <a:xfrm>
            <a:off x="1425651" y="3324346"/>
            <a:ext cx="1811100" cy="52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 name="Google Shape;49;p13"/>
          <p:cNvSpPr txBox="1"/>
          <p:nvPr>
            <p:ph idx="6" type="subTitle"/>
          </p:nvPr>
        </p:nvSpPr>
        <p:spPr>
          <a:xfrm>
            <a:off x="3666450" y="3324346"/>
            <a:ext cx="1811100" cy="52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 name="Google Shape;50;p13"/>
          <p:cNvSpPr txBox="1"/>
          <p:nvPr>
            <p:ph idx="7" type="subTitle"/>
          </p:nvPr>
        </p:nvSpPr>
        <p:spPr>
          <a:xfrm>
            <a:off x="5907254" y="1921950"/>
            <a:ext cx="1811100" cy="44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200"/>
              <a:buFont typeface="Tenor Sans"/>
              <a:buNone/>
              <a:defRPr b="1" sz="2200">
                <a:latin typeface="Tenor Sans"/>
                <a:ea typeface="Tenor Sans"/>
                <a:cs typeface="Tenor Sans"/>
                <a:sym typeface="Tenor Sans"/>
              </a:defRPr>
            </a:lvl1pPr>
            <a:lvl2pPr lvl="1" rtl="0" algn="ctr">
              <a:lnSpc>
                <a:spcPct val="100000"/>
              </a:lnSpc>
              <a:spcBef>
                <a:spcPts val="0"/>
              </a:spcBef>
              <a:spcAft>
                <a:spcPts val="0"/>
              </a:spcAft>
              <a:buSzPts val="1400"/>
              <a:buFont typeface="Tenor Sans"/>
              <a:buNone/>
              <a:defRPr>
                <a:latin typeface="Tenor Sans"/>
                <a:ea typeface="Tenor Sans"/>
                <a:cs typeface="Tenor Sans"/>
                <a:sym typeface="Tenor Sans"/>
              </a:defRPr>
            </a:lvl2pPr>
            <a:lvl3pPr lvl="2" rtl="0" algn="ctr">
              <a:lnSpc>
                <a:spcPct val="100000"/>
              </a:lnSpc>
              <a:spcBef>
                <a:spcPts val="0"/>
              </a:spcBef>
              <a:spcAft>
                <a:spcPts val="0"/>
              </a:spcAft>
              <a:buSzPts val="1400"/>
              <a:buFont typeface="Tenor Sans"/>
              <a:buNone/>
              <a:defRPr>
                <a:latin typeface="Tenor Sans"/>
                <a:ea typeface="Tenor Sans"/>
                <a:cs typeface="Tenor Sans"/>
                <a:sym typeface="Tenor Sans"/>
              </a:defRPr>
            </a:lvl3pPr>
            <a:lvl4pPr lvl="3" rtl="0" algn="ctr">
              <a:lnSpc>
                <a:spcPct val="100000"/>
              </a:lnSpc>
              <a:spcBef>
                <a:spcPts val="0"/>
              </a:spcBef>
              <a:spcAft>
                <a:spcPts val="0"/>
              </a:spcAft>
              <a:buSzPts val="1400"/>
              <a:buFont typeface="Tenor Sans"/>
              <a:buNone/>
              <a:defRPr>
                <a:latin typeface="Tenor Sans"/>
                <a:ea typeface="Tenor Sans"/>
                <a:cs typeface="Tenor Sans"/>
                <a:sym typeface="Tenor Sans"/>
              </a:defRPr>
            </a:lvl4pPr>
            <a:lvl5pPr lvl="4" rtl="0" algn="ctr">
              <a:lnSpc>
                <a:spcPct val="100000"/>
              </a:lnSpc>
              <a:spcBef>
                <a:spcPts val="0"/>
              </a:spcBef>
              <a:spcAft>
                <a:spcPts val="0"/>
              </a:spcAft>
              <a:buSzPts val="1400"/>
              <a:buFont typeface="Tenor Sans"/>
              <a:buNone/>
              <a:defRPr>
                <a:latin typeface="Tenor Sans"/>
                <a:ea typeface="Tenor Sans"/>
                <a:cs typeface="Tenor Sans"/>
                <a:sym typeface="Tenor Sans"/>
              </a:defRPr>
            </a:lvl5pPr>
            <a:lvl6pPr lvl="5" rtl="0" algn="ctr">
              <a:lnSpc>
                <a:spcPct val="100000"/>
              </a:lnSpc>
              <a:spcBef>
                <a:spcPts val="0"/>
              </a:spcBef>
              <a:spcAft>
                <a:spcPts val="0"/>
              </a:spcAft>
              <a:buSzPts val="1400"/>
              <a:buFont typeface="Tenor Sans"/>
              <a:buNone/>
              <a:defRPr>
                <a:latin typeface="Tenor Sans"/>
                <a:ea typeface="Tenor Sans"/>
                <a:cs typeface="Tenor Sans"/>
                <a:sym typeface="Tenor Sans"/>
              </a:defRPr>
            </a:lvl6pPr>
            <a:lvl7pPr lvl="6" rtl="0" algn="ctr">
              <a:lnSpc>
                <a:spcPct val="100000"/>
              </a:lnSpc>
              <a:spcBef>
                <a:spcPts val="0"/>
              </a:spcBef>
              <a:spcAft>
                <a:spcPts val="0"/>
              </a:spcAft>
              <a:buSzPts val="1400"/>
              <a:buFont typeface="Tenor Sans"/>
              <a:buNone/>
              <a:defRPr>
                <a:latin typeface="Tenor Sans"/>
                <a:ea typeface="Tenor Sans"/>
                <a:cs typeface="Tenor Sans"/>
                <a:sym typeface="Tenor Sans"/>
              </a:defRPr>
            </a:lvl7pPr>
            <a:lvl8pPr lvl="7" rtl="0" algn="ctr">
              <a:lnSpc>
                <a:spcPct val="100000"/>
              </a:lnSpc>
              <a:spcBef>
                <a:spcPts val="0"/>
              </a:spcBef>
              <a:spcAft>
                <a:spcPts val="0"/>
              </a:spcAft>
              <a:buSzPts val="1400"/>
              <a:buFont typeface="Tenor Sans"/>
              <a:buNone/>
              <a:defRPr>
                <a:latin typeface="Tenor Sans"/>
                <a:ea typeface="Tenor Sans"/>
                <a:cs typeface="Tenor Sans"/>
                <a:sym typeface="Tenor Sans"/>
              </a:defRPr>
            </a:lvl8pPr>
            <a:lvl9pPr lvl="8" rtl="0" algn="ctr">
              <a:lnSpc>
                <a:spcPct val="100000"/>
              </a:lnSpc>
              <a:spcBef>
                <a:spcPts val="0"/>
              </a:spcBef>
              <a:spcAft>
                <a:spcPts val="0"/>
              </a:spcAft>
              <a:buSzPts val="1400"/>
              <a:buFont typeface="Tenor Sans"/>
              <a:buNone/>
              <a:defRPr>
                <a:latin typeface="Tenor Sans"/>
                <a:ea typeface="Tenor Sans"/>
                <a:cs typeface="Tenor Sans"/>
                <a:sym typeface="Tenor Sans"/>
              </a:defRPr>
            </a:lvl9pPr>
          </a:lstStyle>
          <a:p/>
        </p:txBody>
      </p:sp>
      <p:sp>
        <p:nvSpPr>
          <p:cNvPr id="51" name="Google Shape;51;p13"/>
          <p:cNvSpPr txBox="1"/>
          <p:nvPr>
            <p:ph idx="8" type="subTitle"/>
          </p:nvPr>
        </p:nvSpPr>
        <p:spPr>
          <a:xfrm>
            <a:off x="5907254" y="2951853"/>
            <a:ext cx="1811100" cy="52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lgn="ctr">
              <a:lnSpc>
                <a:spcPct val="100000"/>
              </a:lnSpc>
              <a:spcBef>
                <a:spcPts val="0"/>
              </a:spcBef>
              <a:spcAft>
                <a:spcPts val="0"/>
              </a:spcAft>
              <a:buSzPts val="1400"/>
              <a:buFont typeface="Tenor Sans"/>
              <a:buNone/>
              <a:defRPr>
                <a:latin typeface="Tenor Sans"/>
                <a:ea typeface="Tenor Sans"/>
                <a:cs typeface="Tenor Sans"/>
                <a:sym typeface="Tenor Sans"/>
              </a:defRPr>
            </a:lvl2pPr>
            <a:lvl3pPr lvl="2" rtl="0" algn="ctr">
              <a:lnSpc>
                <a:spcPct val="100000"/>
              </a:lnSpc>
              <a:spcBef>
                <a:spcPts val="0"/>
              </a:spcBef>
              <a:spcAft>
                <a:spcPts val="0"/>
              </a:spcAft>
              <a:buSzPts val="1400"/>
              <a:buFont typeface="Tenor Sans"/>
              <a:buNone/>
              <a:defRPr>
                <a:latin typeface="Tenor Sans"/>
                <a:ea typeface="Tenor Sans"/>
                <a:cs typeface="Tenor Sans"/>
                <a:sym typeface="Tenor Sans"/>
              </a:defRPr>
            </a:lvl3pPr>
            <a:lvl4pPr lvl="3" rtl="0" algn="ctr">
              <a:lnSpc>
                <a:spcPct val="100000"/>
              </a:lnSpc>
              <a:spcBef>
                <a:spcPts val="0"/>
              </a:spcBef>
              <a:spcAft>
                <a:spcPts val="0"/>
              </a:spcAft>
              <a:buSzPts val="1400"/>
              <a:buFont typeface="Tenor Sans"/>
              <a:buNone/>
              <a:defRPr>
                <a:latin typeface="Tenor Sans"/>
                <a:ea typeface="Tenor Sans"/>
                <a:cs typeface="Tenor Sans"/>
                <a:sym typeface="Tenor Sans"/>
              </a:defRPr>
            </a:lvl4pPr>
            <a:lvl5pPr lvl="4" rtl="0" algn="ctr">
              <a:lnSpc>
                <a:spcPct val="100000"/>
              </a:lnSpc>
              <a:spcBef>
                <a:spcPts val="0"/>
              </a:spcBef>
              <a:spcAft>
                <a:spcPts val="0"/>
              </a:spcAft>
              <a:buSzPts val="1400"/>
              <a:buFont typeface="Tenor Sans"/>
              <a:buNone/>
              <a:defRPr>
                <a:latin typeface="Tenor Sans"/>
                <a:ea typeface="Tenor Sans"/>
                <a:cs typeface="Tenor Sans"/>
                <a:sym typeface="Tenor Sans"/>
              </a:defRPr>
            </a:lvl5pPr>
            <a:lvl6pPr lvl="5" rtl="0" algn="ctr">
              <a:lnSpc>
                <a:spcPct val="100000"/>
              </a:lnSpc>
              <a:spcBef>
                <a:spcPts val="0"/>
              </a:spcBef>
              <a:spcAft>
                <a:spcPts val="0"/>
              </a:spcAft>
              <a:buSzPts val="1400"/>
              <a:buFont typeface="Tenor Sans"/>
              <a:buNone/>
              <a:defRPr>
                <a:latin typeface="Tenor Sans"/>
                <a:ea typeface="Tenor Sans"/>
                <a:cs typeface="Tenor Sans"/>
                <a:sym typeface="Tenor Sans"/>
              </a:defRPr>
            </a:lvl6pPr>
            <a:lvl7pPr lvl="6" rtl="0" algn="ctr">
              <a:lnSpc>
                <a:spcPct val="100000"/>
              </a:lnSpc>
              <a:spcBef>
                <a:spcPts val="0"/>
              </a:spcBef>
              <a:spcAft>
                <a:spcPts val="0"/>
              </a:spcAft>
              <a:buSzPts val="1400"/>
              <a:buFont typeface="Tenor Sans"/>
              <a:buNone/>
              <a:defRPr>
                <a:latin typeface="Tenor Sans"/>
                <a:ea typeface="Tenor Sans"/>
                <a:cs typeface="Tenor Sans"/>
                <a:sym typeface="Tenor Sans"/>
              </a:defRPr>
            </a:lvl7pPr>
            <a:lvl8pPr lvl="7" rtl="0" algn="ctr">
              <a:lnSpc>
                <a:spcPct val="100000"/>
              </a:lnSpc>
              <a:spcBef>
                <a:spcPts val="0"/>
              </a:spcBef>
              <a:spcAft>
                <a:spcPts val="0"/>
              </a:spcAft>
              <a:buSzPts val="1400"/>
              <a:buFont typeface="Tenor Sans"/>
              <a:buNone/>
              <a:defRPr>
                <a:latin typeface="Tenor Sans"/>
                <a:ea typeface="Tenor Sans"/>
                <a:cs typeface="Tenor Sans"/>
                <a:sym typeface="Tenor Sans"/>
              </a:defRPr>
            </a:lvl8pPr>
            <a:lvl9pPr lvl="8" rtl="0" algn="ctr">
              <a:lnSpc>
                <a:spcPct val="100000"/>
              </a:lnSpc>
              <a:spcBef>
                <a:spcPts val="0"/>
              </a:spcBef>
              <a:spcAft>
                <a:spcPts val="0"/>
              </a:spcAft>
              <a:buSzPts val="1400"/>
              <a:buFont typeface="Tenor Sans"/>
              <a:buNone/>
              <a:defRPr>
                <a:latin typeface="Tenor Sans"/>
                <a:ea typeface="Tenor Sans"/>
                <a:cs typeface="Tenor Sans"/>
                <a:sym typeface="Tenor Sans"/>
              </a:defRPr>
            </a:lvl9pPr>
          </a:lstStyle>
          <a:p/>
        </p:txBody>
      </p:sp>
      <p:sp>
        <p:nvSpPr>
          <p:cNvPr id="52" name="Google Shape;52;p13"/>
          <p:cNvSpPr txBox="1"/>
          <p:nvPr>
            <p:ph idx="9" type="subTitle"/>
          </p:nvPr>
        </p:nvSpPr>
        <p:spPr>
          <a:xfrm>
            <a:off x="5907250" y="3324346"/>
            <a:ext cx="1811100" cy="52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
    <p:spTree>
      <p:nvGrpSpPr>
        <p:cNvPr id="53" name="Shape 53"/>
        <p:cNvGrpSpPr/>
        <p:nvPr/>
      </p:nvGrpSpPr>
      <p:grpSpPr>
        <a:xfrm>
          <a:off x="0" y="0"/>
          <a:ext cx="0" cy="0"/>
          <a:chOff x="0" y="0"/>
          <a:chExt cx="0" cy="0"/>
        </a:xfrm>
      </p:grpSpPr>
      <p:sp>
        <p:nvSpPr>
          <p:cNvPr id="54" name="Google Shape;54;p14"/>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atin typeface="Quicksand"/>
                <a:ea typeface="Quicksand"/>
                <a:cs typeface="Quicksand"/>
                <a:sym typeface="Quicksand"/>
              </a:defRPr>
            </a:lvl2pPr>
            <a:lvl3pPr lvl="2" rtl="0">
              <a:spcBef>
                <a:spcPts val="0"/>
              </a:spcBef>
              <a:spcAft>
                <a:spcPts val="0"/>
              </a:spcAft>
              <a:buSzPts val="2800"/>
              <a:buNone/>
              <a:defRPr>
                <a:latin typeface="Quicksand"/>
                <a:ea typeface="Quicksand"/>
                <a:cs typeface="Quicksand"/>
                <a:sym typeface="Quicksand"/>
              </a:defRPr>
            </a:lvl3pPr>
            <a:lvl4pPr lvl="3" rtl="0">
              <a:spcBef>
                <a:spcPts val="0"/>
              </a:spcBef>
              <a:spcAft>
                <a:spcPts val="0"/>
              </a:spcAft>
              <a:buSzPts val="2800"/>
              <a:buNone/>
              <a:defRPr>
                <a:latin typeface="Quicksand"/>
                <a:ea typeface="Quicksand"/>
                <a:cs typeface="Quicksand"/>
                <a:sym typeface="Quicksand"/>
              </a:defRPr>
            </a:lvl4pPr>
            <a:lvl5pPr lvl="4" rtl="0">
              <a:spcBef>
                <a:spcPts val="0"/>
              </a:spcBef>
              <a:spcAft>
                <a:spcPts val="0"/>
              </a:spcAft>
              <a:buSzPts val="2800"/>
              <a:buNone/>
              <a:defRPr>
                <a:latin typeface="Quicksand"/>
                <a:ea typeface="Quicksand"/>
                <a:cs typeface="Quicksand"/>
                <a:sym typeface="Quicksand"/>
              </a:defRPr>
            </a:lvl5pPr>
            <a:lvl6pPr lvl="5" rtl="0">
              <a:spcBef>
                <a:spcPts val="0"/>
              </a:spcBef>
              <a:spcAft>
                <a:spcPts val="0"/>
              </a:spcAft>
              <a:buSzPts val="2800"/>
              <a:buNone/>
              <a:defRPr>
                <a:latin typeface="Quicksand"/>
                <a:ea typeface="Quicksand"/>
                <a:cs typeface="Quicksand"/>
                <a:sym typeface="Quicksand"/>
              </a:defRPr>
            </a:lvl6pPr>
            <a:lvl7pPr lvl="6" rtl="0">
              <a:spcBef>
                <a:spcPts val="0"/>
              </a:spcBef>
              <a:spcAft>
                <a:spcPts val="0"/>
              </a:spcAft>
              <a:buSzPts val="2800"/>
              <a:buNone/>
              <a:defRPr>
                <a:latin typeface="Quicksand"/>
                <a:ea typeface="Quicksand"/>
                <a:cs typeface="Quicksand"/>
                <a:sym typeface="Quicksand"/>
              </a:defRPr>
            </a:lvl7pPr>
            <a:lvl8pPr lvl="7" rtl="0">
              <a:spcBef>
                <a:spcPts val="0"/>
              </a:spcBef>
              <a:spcAft>
                <a:spcPts val="0"/>
              </a:spcAft>
              <a:buSzPts val="2800"/>
              <a:buNone/>
              <a:defRPr>
                <a:latin typeface="Quicksand"/>
                <a:ea typeface="Quicksand"/>
                <a:cs typeface="Quicksand"/>
                <a:sym typeface="Quicksand"/>
              </a:defRPr>
            </a:lvl8pPr>
            <a:lvl9pPr lvl="8" rtl="0">
              <a:spcBef>
                <a:spcPts val="0"/>
              </a:spcBef>
              <a:spcAft>
                <a:spcPts val="0"/>
              </a:spcAft>
              <a:buSzPts val="2800"/>
              <a:buNone/>
              <a:defRPr>
                <a:latin typeface="Quicksand"/>
                <a:ea typeface="Quicksand"/>
                <a:cs typeface="Quicksand"/>
                <a:sym typeface="Quicksand"/>
              </a:defRPr>
            </a:lvl9pPr>
          </a:lstStyle>
          <a:p/>
        </p:txBody>
      </p:sp>
      <p:sp>
        <p:nvSpPr>
          <p:cNvPr id="55" name="Google Shape;55;p14"/>
          <p:cNvSpPr txBox="1"/>
          <p:nvPr>
            <p:ph idx="1" type="subTitle"/>
          </p:nvPr>
        </p:nvSpPr>
        <p:spPr>
          <a:xfrm>
            <a:off x="720000" y="2260875"/>
            <a:ext cx="3909300" cy="2307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56" name="Shape 56"/>
        <p:cNvGrpSpPr/>
        <p:nvPr/>
      </p:nvGrpSpPr>
      <p:grpSpPr>
        <a:xfrm>
          <a:off x="0" y="0"/>
          <a:ext cx="0" cy="0"/>
          <a:chOff x="0" y="0"/>
          <a:chExt cx="0" cy="0"/>
        </a:xfrm>
      </p:grpSpPr>
      <p:sp>
        <p:nvSpPr>
          <p:cNvPr id="57" name="Google Shape;57;p15"/>
          <p:cNvSpPr txBox="1"/>
          <p:nvPr>
            <p:ph type="title"/>
          </p:nvPr>
        </p:nvSpPr>
        <p:spPr>
          <a:xfrm>
            <a:off x="720000" y="1870575"/>
            <a:ext cx="4095900" cy="1385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atin typeface="Quicksand"/>
                <a:ea typeface="Quicksand"/>
                <a:cs typeface="Quicksand"/>
                <a:sym typeface="Quicksand"/>
              </a:defRPr>
            </a:lvl2pPr>
            <a:lvl3pPr lvl="2" rtl="0">
              <a:spcBef>
                <a:spcPts val="0"/>
              </a:spcBef>
              <a:spcAft>
                <a:spcPts val="0"/>
              </a:spcAft>
              <a:buSzPts val="2800"/>
              <a:buNone/>
              <a:defRPr>
                <a:latin typeface="Quicksand"/>
                <a:ea typeface="Quicksand"/>
                <a:cs typeface="Quicksand"/>
                <a:sym typeface="Quicksand"/>
              </a:defRPr>
            </a:lvl3pPr>
            <a:lvl4pPr lvl="3" rtl="0">
              <a:spcBef>
                <a:spcPts val="0"/>
              </a:spcBef>
              <a:spcAft>
                <a:spcPts val="0"/>
              </a:spcAft>
              <a:buSzPts val="2800"/>
              <a:buNone/>
              <a:defRPr>
                <a:latin typeface="Quicksand"/>
                <a:ea typeface="Quicksand"/>
                <a:cs typeface="Quicksand"/>
                <a:sym typeface="Quicksand"/>
              </a:defRPr>
            </a:lvl4pPr>
            <a:lvl5pPr lvl="4" rtl="0">
              <a:spcBef>
                <a:spcPts val="0"/>
              </a:spcBef>
              <a:spcAft>
                <a:spcPts val="0"/>
              </a:spcAft>
              <a:buSzPts val="2800"/>
              <a:buNone/>
              <a:defRPr>
                <a:latin typeface="Quicksand"/>
                <a:ea typeface="Quicksand"/>
                <a:cs typeface="Quicksand"/>
                <a:sym typeface="Quicksand"/>
              </a:defRPr>
            </a:lvl5pPr>
            <a:lvl6pPr lvl="5" rtl="0">
              <a:spcBef>
                <a:spcPts val="0"/>
              </a:spcBef>
              <a:spcAft>
                <a:spcPts val="0"/>
              </a:spcAft>
              <a:buSzPts val="2800"/>
              <a:buNone/>
              <a:defRPr>
                <a:latin typeface="Quicksand"/>
                <a:ea typeface="Quicksand"/>
                <a:cs typeface="Quicksand"/>
                <a:sym typeface="Quicksand"/>
              </a:defRPr>
            </a:lvl6pPr>
            <a:lvl7pPr lvl="6" rtl="0">
              <a:spcBef>
                <a:spcPts val="0"/>
              </a:spcBef>
              <a:spcAft>
                <a:spcPts val="0"/>
              </a:spcAft>
              <a:buSzPts val="2800"/>
              <a:buNone/>
              <a:defRPr>
                <a:latin typeface="Quicksand"/>
                <a:ea typeface="Quicksand"/>
                <a:cs typeface="Quicksand"/>
                <a:sym typeface="Quicksand"/>
              </a:defRPr>
            </a:lvl7pPr>
            <a:lvl8pPr lvl="7" rtl="0">
              <a:spcBef>
                <a:spcPts val="0"/>
              </a:spcBef>
              <a:spcAft>
                <a:spcPts val="0"/>
              </a:spcAft>
              <a:buSzPts val="2800"/>
              <a:buNone/>
              <a:defRPr>
                <a:latin typeface="Quicksand"/>
                <a:ea typeface="Quicksand"/>
                <a:cs typeface="Quicksand"/>
                <a:sym typeface="Quicksand"/>
              </a:defRPr>
            </a:lvl8pPr>
            <a:lvl9pPr lvl="8" rtl="0">
              <a:spcBef>
                <a:spcPts val="0"/>
              </a:spcBef>
              <a:spcAft>
                <a:spcPts val="0"/>
              </a:spcAft>
              <a:buSzPts val="2800"/>
              <a:buNone/>
              <a:defRPr>
                <a:latin typeface="Quicksand"/>
                <a:ea typeface="Quicksand"/>
                <a:cs typeface="Quicksand"/>
                <a:sym typeface="Quicksand"/>
              </a:defRPr>
            </a:lvl9pPr>
          </a:lstStyle>
          <a:p/>
        </p:txBody>
      </p:sp>
      <p:sp>
        <p:nvSpPr>
          <p:cNvPr id="58" name="Google Shape;58;p15"/>
          <p:cNvSpPr txBox="1"/>
          <p:nvPr>
            <p:ph idx="1" type="subTitle"/>
          </p:nvPr>
        </p:nvSpPr>
        <p:spPr>
          <a:xfrm>
            <a:off x="720000" y="3488225"/>
            <a:ext cx="2969100" cy="108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3">
    <p:spTree>
      <p:nvGrpSpPr>
        <p:cNvPr id="59" name="Shape 59"/>
        <p:cNvGrpSpPr/>
        <p:nvPr/>
      </p:nvGrpSpPr>
      <p:grpSpPr>
        <a:xfrm>
          <a:off x="0" y="0"/>
          <a:ext cx="0" cy="0"/>
          <a:chOff x="0" y="0"/>
          <a:chExt cx="0" cy="0"/>
        </a:xfrm>
      </p:grpSpPr>
      <p:sp>
        <p:nvSpPr>
          <p:cNvPr id="60" name="Google Shape;60;p16"/>
          <p:cNvSpPr txBox="1"/>
          <p:nvPr>
            <p:ph type="title"/>
          </p:nvPr>
        </p:nvSpPr>
        <p:spPr>
          <a:xfrm>
            <a:off x="5483750" y="1729500"/>
            <a:ext cx="2940300" cy="755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800"/>
              <a:buNone/>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61" name="Google Shape;61;p16"/>
          <p:cNvSpPr txBox="1"/>
          <p:nvPr>
            <p:ph idx="1" type="subTitle"/>
          </p:nvPr>
        </p:nvSpPr>
        <p:spPr>
          <a:xfrm>
            <a:off x="5264100" y="2520475"/>
            <a:ext cx="3159900" cy="2048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
    <p:spTree>
      <p:nvGrpSpPr>
        <p:cNvPr id="62" name="Shape 62"/>
        <p:cNvGrpSpPr/>
        <p:nvPr/>
      </p:nvGrpSpPr>
      <p:grpSpPr>
        <a:xfrm>
          <a:off x="0" y="0"/>
          <a:ext cx="0" cy="0"/>
          <a:chOff x="0" y="0"/>
          <a:chExt cx="0" cy="0"/>
        </a:xfrm>
      </p:grpSpPr>
      <p:sp>
        <p:nvSpPr>
          <p:cNvPr id="63" name="Google Shape;63;p17"/>
          <p:cNvSpPr txBox="1"/>
          <p:nvPr>
            <p:ph type="title"/>
          </p:nvPr>
        </p:nvSpPr>
        <p:spPr>
          <a:xfrm>
            <a:off x="720000" y="540000"/>
            <a:ext cx="67062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atin typeface="Quicksand"/>
                <a:ea typeface="Quicksand"/>
                <a:cs typeface="Quicksand"/>
                <a:sym typeface="Quicksand"/>
              </a:defRPr>
            </a:lvl2pPr>
            <a:lvl3pPr lvl="2">
              <a:spcBef>
                <a:spcPts val="0"/>
              </a:spcBef>
              <a:spcAft>
                <a:spcPts val="0"/>
              </a:spcAft>
              <a:buSzPts val="2800"/>
              <a:buNone/>
              <a:defRPr>
                <a:latin typeface="Quicksand"/>
                <a:ea typeface="Quicksand"/>
                <a:cs typeface="Quicksand"/>
                <a:sym typeface="Quicksand"/>
              </a:defRPr>
            </a:lvl3pPr>
            <a:lvl4pPr lvl="3">
              <a:spcBef>
                <a:spcPts val="0"/>
              </a:spcBef>
              <a:spcAft>
                <a:spcPts val="0"/>
              </a:spcAft>
              <a:buSzPts val="2800"/>
              <a:buNone/>
              <a:defRPr>
                <a:latin typeface="Quicksand"/>
                <a:ea typeface="Quicksand"/>
                <a:cs typeface="Quicksand"/>
                <a:sym typeface="Quicksand"/>
              </a:defRPr>
            </a:lvl4pPr>
            <a:lvl5pPr lvl="4">
              <a:spcBef>
                <a:spcPts val="0"/>
              </a:spcBef>
              <a:spcAft>
                <a:spcPts val="0"/>
              </a:spcAft>
              <a:buSzPts val="2800"/>
              <a:buNone/>
              <a:defRPr>
                <a:latin typeface="Quicksand"/>
                <a:ea typeface="Quicksand"/>
                <a:cs typeface="Quicksand"/>
                <a:sym typeface="Quicksand"/>
              </a:defRPr>
            </a:lvl5pPr>
            <a:lvl6pPr lvl="5">
              <a:spcBef>
                <a:spcPts val="0"/>
              </a:spcBef>
              <a:spcAft>
                <a:spcPts val="0"/>
              </a:spcAft>
              <a:buSzPts val="2800"/>
              <a:buNone/>
              <a:defRPr>
                <a:latin typeface="Quicksand"/>
                <a:ea typeface="Quicksand"/>
                <a:cs typeface="Quicksand"/>
                <a:sym typeface="Quicksand"/>
              </a:defRPr>
            </a:lvl6pPr>
            <a:lvl7pPr lvl="6">
              <a:spcBef>
                <a:spcPts val="0"/>
              </a:spcBef>
              <a:spcAft>
                <a:spcPts val="0"/>
              </a:spcAft>
              <a:buSzPts val="2800"/>
              <a:buNone/>
              <a:defRPr>
                <a:latin typeface="Quicksand"/>
                <a:ea typeface="Quicksand"/>
                <a:cs typeface="Quicksand"/>
                <a:sym typeface="Quicksand"/>
              </a:defRPr>
            </a:lvl7pPr>
            <a:lvl8pPr lvl="7">
              <a:spcBef>
                <a:spcPts val="0"/>
              </a:spcBef>
              <a:spcAft>
                <a:spcPts val="0"/>
              </a:spcAft>
              <a:buSzPts val="2800"/>
              <a:buNone/>
              <a:defRPr>
                <a:latin typeface="Quicksand"/>
                <a:ea typeface="Quicksand"/>
                <a:cs typeface="Quicksand"/>
                <a:sym typeface="Quicksand"/>
              </a:defRPr>
            </a:lvl8pPr>
            <a:lvl9pPr lvl="8">
              <a:spcBef>
                <a:spcPts val="0"/>
              </a:spcBef>
              <a:spcAft>
                <a:spcPts val="0"/>
              </a:spcAft>
              <a:buSzPts val="2800"/>
              <a:buNone/>
              <a:defRPr>
                <a:latin typeface="Quicksand"/>
                <a:ea typeface="Quicksand"/>
                <a:cs typeface="Quicksand"/>
                <a:sym typeface="Quicksand"/>
              </a:defRPr>
            </a:lvl9pPr>
          </a:lstStyle>
          <a:p/>
        </p:txBody>
      </p:sp>
      <p:sp>
        <p:nvSpPr>
          <p:cNvPr id="64" name="Google Shape;64;p17"/>
          <p:cNvSpPr txBox="1"/>
          <p:nvPr>
            <p:ph idx="1" type="subTitle"/>
          </p:nvPr>
        </p:nvSpPr>
        <p:spPr>
          <a:xfrm>
            <a:off x="724925" y="2677775"/>
            <a:ext cx="2281200" cy="358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800"/>
              <a:buFont typeface="Tenor Sans"/>
              <a:buNone/>
              <a:defRPr>
                <a:latin typeface="Tenor Sans"/>
                <a:ea typeface="Tenor Sans"/>
                <a:cs typeface="Tenor Sans"/>
                <a:sym typeface="Tenor Sans"/>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65" name="Google Shape;65;p17"/>
          <p:cNvSpPr txBox="1"/>
          <p:nvPr>
            <p:ph idx="2" type="subTitle"/>
          </p:nvPr>
        </p:nvSpPr>
        <p:spPr>
          <a:xfrm>
            <a:off x="3433849" y="2677775"/>
            <a:ext cx="2281200" cy="35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Tenor Sans"/>
              <a:buNone/>
              <a:defRPr>
                <a:latin typeface="Tenor Sans"/>
                <a:ea typeface="Tenor Sans"/>
                <a:cs typeface="Tenor Sans"/>
                <a:sym typeface="Tenor Sans"/>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6" name="Google Shape;66;p17"/>
          <p:cNvSpPr txBox="1"/>
          <p:nvPr>
            <p:ph idx="3" type="subTitle"/>
          </p:nvPr>
        </p:nvSpPr>
        <p:spPr>
          <a:xfrm>
            <a:off x="6142801" y="2677775"/>
            <a:ext cx="2281200" cy="35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Tenor Sans"/>
              <a:buNone/>
              <a:defRPr>
                <a:latin typeface="Tenor Sans"/>
                <a:ea typeface="Tenor Sans"/>
                <a:cs typeface="Tenor Sans"/>
                <a:sym typeface="Tenor Sans"/>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7" name="Google Shape;67;p17"/>
          <p:cNvSpPr txBox="1"/>
          <p:nvPr>
            <p:ph idx="4" type="subTitle"/>
          </p:nvPr>
        </p:nvSpPr>
        <p:spPr>
          <a:xfrm>
            <a:off x="724925" y="3036575"/>
            <a:ext cx="2281200" cy="154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68" name="Google Shape;68;p17"/>
          <p:cNvSpPr txBox="1"/>
          <p:nvPr>
            <p:ph idx="5" type="subTitle"/>
          </p:nvPr>
        </p:nvSpPr>
        <p:spPr>
          <a:xfrm>
            <a:off x="3433859" y="3036575"/>
            <a:ext cx="2281200" cy="154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9" name="Google Shape;69;p17"/>
          <p:cNvSpPr txBox="1"/>
          <p:nvPr>
            <p:ph idx="6" type="subTitle"/>
          </p:nvPr>
        </p:nvSpPr>
        <p:spPr>
          <a:xfrm>
            <a:off x="6142793" y="3036575"/>
            <a:ext cx="2281200" cy="154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4">
    <p:spTree>
      <p:nvGrpSpPr>
        <p:cNvPr id="70" name="Shape 70"/>
        <p:cNvGrpSpPr/>
        <p:nvPr/>
      </p:nvGrpSpPr>
      <p:grpSpPr>
        <a:xfrm>
          <a:off x="0" y="0"/>
          <a:ext cx="0" cy="0"/>
          <a:chOff x="0" y="0"/>
          <a:chExt cx="0" cy="0"/>
        </a:xfrm>
      </p:grpSpPr>
      <p:sp>
        <p:nvSpPr>
          <p:cNvPr id="71" name="Google Shape;71;p18"/>
          <p:cNvSpPr txBox="1"/>
          <p:nvPr>
            <p:ph type="title"/>
          </p:nvPr>
        </p:nvSpPr>
        <p:spPr>
          <a:xfrm>
            <a:off x="3224250" y="3804875"/>
            <a:ext cx="2695500" cy="764100"/>
          </a:xfrm>
          <a:prstGeom prst="rect">
            <a:avLst/>
          </a:prstGeom>
        </p:spPr>
        <p:txBody>
          <a:bodyPr anchorCtr="0" anchor="t" bIns="91425" lIns="91425" spcFirstLastPara="1" rIns="91425" wrap="square" tIns="91425">
            <a:noAutofit/>
          </a:bodyPr>
          <a:lstStyle>
            <a:lvl1pPr lvl="0" algn="ctr">
              <a:spcBef>
                <a:spcPts val="0"/>
              </a:spcBef>
              <a:spcAft>
                <a:spcPts val="0"/>
              </a:spcAft>
              <a:buSzPts val="1800"/>
              <a:buNone/>
              <a:defRPr sz="1800"/>
            </a:lvl1pPr>
            <a:lvl2pPr lvl="1">
              <a:spcBef>
                <a:spcPts val="0"/>
              </a:spcBef>
              <a:spcAft>
                <a:spcPts val="0"/>
              </a:spcAft>
              <a:buSzPts val="2800"/>
              <a:buNone/>
              <a:defRPr>
                <a:latin typeface="Quicksand"/>
                <a:ea typeface="Quicksand"/>
                <a:cs typeface="Quicksand"/>
                <a:sym typeface="Quicksand"/>
              </a:defRPr>
            </a:lvl2pPr>
            <a:lvl3pPr lvl="2">
              <a:spcBef>
                <a:spcPts val="0"/>
              </a:spcBef>
              <a:spcAft>
                <a:spcPts val="0"/>
              </a:spcAft>
              <a:buSzPts val="2800"/>
              <a:buNone/>
              <a:defRPr>
                <a:latin typeface="Quicksand"/>
                <a:ea typeface="Quicksand"/>
                <a:cs typeface="Quicksand"/>
                <a:sym typeface="Quicksand"/>
              </a:defRPr>
            </a:lvl3pPr>
            <a:lvl4pPr lvl="3">
              <a:spcBef>
                <a:spcPts val="0"/>
              </a:spcBef>
              <a:spcAft>
                <a:spcPts val="0"/>
              </a:spcAft>
              <a:buSzPts val="2800"/>
              <a:buNone/>
              <a:defRPr>
                <a:latin typeface="Quicksand"/>
                <a:ea typeface="Quicksand"/>
                <a:cs typeface="Quicksand"/>
                <a:sym typeface="Quicksand"/>
              </a:defRPr>
            </a:lvl4pPr>
            <a:lvl5pPr lvl="4">
              <a:spcBef>
                <a:spcPts val="0"/>
              </a:spcBef>
              <a:spcAft>
                <a:spcPts val="0"/>
              </a:spcAft>
              <a:buSzPts val="2800"/>
              <a:buNone/>
              <a:defRPr>
                <a:latin typeface="Quicksand"/>
                <a:ea typeface="Quicksand"/>
                <a:cs typeface="Quicksand"/>
                <a:sym typeface="Quicksand"/>
              </a:defRPr>
            </a:lvl5pPr>
            <a:lvl6pPr lvl="5">
              <a:spcBef>
                <a:spcPts val="0"/>
              </a:spcBef>
              <a:spcAft>
                <a:spcPts val="0"/>
              </a:spcAft>
              <a:buSzPts val="2800"/>
              <a:buNone/>
              <a:defRPr>
                <a:latin typeface="Quicksand"/>
                <a:ea typeface="Quicksand"/>
                <a:cs typeface="Quicksand"/>
                <a:sym typeface="Quicksand"/>
              </a:defRPr>
            </a:lvl6pPr>
            <a:lvl7pPr lvl="6">
              <a:spcBef>
                <a:spcPts val="0"/>
              </a:spcBef>
              <a:spcAft>
                <a:spcPts val="0"/>
              </a:spcAft>
              <a:buSzPts val="2800"/>
              <a:buNone/>
              <a:defRPr>
                <a:latin typeface="Quicksand"/>
                <a:ea typeface="Quicksand"/>
                <a:cs typeface="Quicksand"/>
                <a:sym typeface="Quicksand"/>
              </a:defRPr>
            </a:lvl7pPr>
            <a:lvl8pPr lvl="7">
              <a:spcBef>
                <a:spcPts val="0"/>
              </a:spcBef>
              <a:spcAft>
                <a:spcPts val="0"/>
              </a:spcAft>
              <a:buSzPts val="2800"/>
              <a:buNone/>
              <a:defRPr>
                <a:latin typeface="Quicksand"/>
                <a:ea typeface="Quicksand"/>
                <a:cs typeface="Quicksand"/>
                <a:sym typeface="Quicksand"/>
              </a:defRPr>
            </a:lvl8pPr>
            <a:lvl9pPr lvl="8">
              <a:spcBef>
                <a:spcPts val="0"/>
              </a:spcBef>
              <a:spcAft>
                <a:spcPts val="0"/>
              </a:spcAft>
              <a:buSzPts val="2800"/>
              <a:buNone/>
              <a:defRPr>
                <a:latin typeface="Quicksand"/>
                <a:ea typeface="Quicksand"/>
                <a:cs typeface="Quicksand"/>
                <a:sym typeface="Quicksand"/>
              </a:defRPr>
            </a:lvl9pPr>
          </a:lstStyle>
          <a:p/>
        </p:txBody>
      </p:sp>
      <p:sp>
        <p:nvSpPr>
          <p:cNvPr id="72" name="Google Shape;72;p18"/>
          <p:cNvSpPr txBox="1"/>
          <p:nvPr>
            <p:ph idx="1" type="subTitle"/>
          </p:nvPr>
        </p:nvSpPr>
        <p:spPr>
          <a:xfrm>
            <a:off x="1915500" y="2034300"/>
            <a:ext cx="5313000" cy="107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Font typeface="Cormorant"/>
              <a:buNone/>
              <a:defRPr sz="25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5">
    <p:spTree>
      <p:nvGrpSpPr>
        <p:cNvPr id="73" name="Shape 73"/>
        <p:cNvGrpSpPr/>
        <p:nvPr/>
      </p:nvGrpSpPr>
      <p:grpSpPr>
        <a:xfrm>
          <a:off x="0" y="0"/>
          <a:ext cx="0" cy="0"/>
          <a:chOff x="0" y="0"/>
          <a:chExt cx="0" cy="0"/>
        </a:xfrm>
      </p:grpSpPr>
      <p:sp>
        <p:nvSpPr>
          <p:cNvPr id="74" name="Google Shape;74;p19"/>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atin typeface="Quicksand"/>
                <a:ea typeface="Quicksand"/>
                <a:cs typeface="Quicksand"/>
                <a:sym typeface="Quicksand"/>
              </a:defRPr>
            </a:lvl2pPr>
            <a:lvl3pPr lvl="2">
              <a:spcBef>
                <a:spcPts val="0"/>
              </a:spcBef>
              <a:spcAft>
                <a:spcPts val="0"/>
              </a:spcAft>
              <a:buSzPts val="2800"/>
              <a:buNone/>
              <a:defRPr>
                <a:latin typeface="Quicksand"/>
                <a:ea typeface="Quicksand"/>
                <a:cs typeface="Quicksand"/>
                <a:sym typeface="Quicksand"/>
              </a:defRPr>
            </a:lvl3pPr>
            <a:lvl4pPr lvl="3">
              <a:spcBef>
                <a:spcPts val="0"/>
              </a:spcBef>
              <a:spcAft>
                <a:spcPts val="0"/>
              </a:spcAft>
              <a:buSzPts val="2800"/>
              <a:buNone/>
              <a:defRPr>
                <a:latin typeface="Quicksand"/>
                <a:ea typeface="Quicksand"/>
                <a:cs typeface="Quicksand"/>
                <a:sym typeface="Quicksand"/>
              </a:defRPr>
            </a:lvl4pPr>
            <a:lvl5pPr lvl="4">
              <a:spcBef>
                <a:spcPts val="0"/>
              </a:spcBef>
              <a:spcAft>
                <a:spcPts val="0"/>
              </a:spcAft>
              <a:buSzPts val="2800"/>
              <a:buNone/>
              <a:defRPr>
                <a:latin typeface="Quicksand"/>
                <a:ea typeface="Quicksand"/>
                <a:cs typeface="Quicksand"/>
                <a:sym typeface="Quicksand"/>
              </a:defRPr>
            </a:lvl5pPr>
            <a:lvl6pPr lvl="5">
              <a:spcBef>
                <a:spcPts val="0"/>
              </a:spcBef>
              <a:spcAft>
                <a:spcPts val="0"/>
              </a:spcAft>
              <a:buSzPts val="2800"/>
              <a:buNone/>
              <a:defRPr>
                <a:latin typeface="Quicksand"/>
                <a:ea typeface="Quicksand"/>
                <a:cs typeface="Quicksand"/>
                <a:sym typeface="Quicksand"/>
              </a:defRPr>
            </a:lvl6pPr>
            <a:lvl7pPr lvl="6">
              <a:spcBef>
                <a:spcPts val="0"/>
              </a:spcBef>
              <a:spcAft>
                <a:spcPts val="0"/>
              </a:spcAft>
              <a:buSzPts val="2800"/>
              <a:buNone/>
              <a:defRPr>
                <a:latin typeface="Quicksand"/>
                <a:ea typeface="Quicksand"/>
                <a:cs typeface="Quicksand"/>
                <a:sym typeface="Quicksand"/>
              </a:defRPr>
            </a:lvl7pPr>
            <a:lvl8pPr lvl="7">
              <a:spcBef>
                <a:spcPts val="0"/>
              </a:spcBef>
              <a:spcAft>
                <a:spcPts val="0"/>
              </a:spcAft>
              <a:buSzPts val="2800"/>
              <a:buNone/>
              <a:defRPr>
                <a:latin typeface="Quicksand"/>
                <a:ea typeface="Quicksand"/>
                <a:cs typeface="Quicksand"/>
                <a:sym typeface="Quicksand"/>
              </a:defRPr>
            </a:lvl8pPr>
            <a:lvl9pPr lvl="8">
              <a:spcBef>
                <a:spcPts val="0"/>
              </a:spcBef>
              <a:spcAft>
                <a:spcPts val="0"/>
              </a:spcAft>
              <a:buSzPts val="2800"/>
              <a:buNone/>
              <a:defRPr>
                <a:latin typeface="Quicksand"/>
                <a:ea typeface="Quicksand"/>
                <a:cs typeface="Quicksand"/>
                <a:sym typeface="Quicksand"/>
              </a:defRPr>
            </a:lvl9pPr>
          </a:lstStyle>
          <a:p/>
        </p:txBody>
      </p:sp>
      <p:sp>
        <p:nvSpPr>
          <p:cNvPr id="75" name="Google Shape;75;p19"/>
          <p:cNvSpPr txBox="1"/>
          <p:nvPr>
            <p:ph idx="1" type="subTitle"/>
          </p:nvPr>
        </p:nvSpPr>
        <p:spPr>
          <a:xfrm>
            <a:off x="720000" y="1999150"/>
            <a:ext cx="2211300" cy="38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spcBef>
                <a:spcPts val="0"/>
              </a:spcBef>
              <a:spcAft>
                <a:spcPts val="0"/>
              </a:spcAft>
              <a:buSzPts val="1800"/>
              <a:buFont typeface="Tenor Sans"/>
              <a:buNone/>
              <a:defRPr sz="1800">
                <a:latin typeface="Tenor Sans"/>
                <a:ea typeface="Tenor Sans"/>
                <a:cs typeface="Tenor Sans"/>
                <a:sym typeface="Tenor Sans"/>
              </a:defRPr>
            </a:lvl2pPr>
            <a:lvl3pPr lvl="2" rtl="0">
              <a:spcBef>
                <a:spcPts val="0"/>
              </a:spcBef>
              <a:spcAft>
                <a:spcPts val="0"/>
              </a:spcAft>
              <a:buSzPts val="1800"/>
              <a:buFont typeface="Tenor Sans"/>
              <a:buNone/>
              <a:defRPr sz="1800">
                <a:latin typeface="Tenor Sans"/>
                <a:ea typeface="Tenor Sans"/>
                <a:cs typeface="Tenor Sans"/>
                <a:sym typeface="Tenor Sans"/>
              </a:defRPr>
            </a:lvl3pPr>
            <a:lvl4pPr lvl="3" rtl="0">
              <a:spcBef>
                <a:spcPts val="0"/>
              </a:spcBef>
              <a:spcAft>
                <a:spcPts val="0"/>
              </a:spcAft>
              <a:buSzPts val="1800"/>
              <a:buFont typeface="Tenor Sans"/>
              <a:buNone/>
              <a:defRPr sz="1800">
                <a:latin typeface="Tenor Sans"/>
                <a:ea typeface="Tenor Sans"/>
                <a:cs typeface="Tenor Sans"/>
                <a:sym typeface="Tenor Sans"/>
              </a:defRPr>
            </a:lvl4pPr>
            <a:lvl5pPr lvl="4" rtl="0">
              <a:spcBef>
                <a:spcPts val="0"/>
              </a:spcBef>
              <a:spcAft>
                <a:spcPts val="0"/>
              </a:spcAft>
              <a:buSzPts val="1800"/>
              <a:buFont typeface="Tenor Sans"/>
              <a:buNone/>
              <a:defRPr sz="1800">
                <a:latin typeface="Tenor Sans"/>
                <a:ea typeface="Tenor Sans"/>
                <a:cs typeface="Tenor Sans"/>
                <a:sym typeface="Tenor Sans"/>
              </a:defRPr>
            </a:lvl5pPr>
            <a:lvl6pPr lvl="5" rtl="0">
              <a:spcBef>
                <a:spcPts val="0"/>
              </a:spcBef>
              <a:spcAft>
                <a:spcPts val="0"/>
              </a:spcAft>
              <a:buSzPts val="1800"/>
              <a:buFont typeface="Tenor Sans"/>
              <a:buNone/>
              <a:defRPr sz="1800">
                <a:latin typeface="Tenor Sans"/>
                <a:ea typeface="Tenor Sans"/>
                <a:cs typeface="Tenor Sans"/>
                <a:sym typeface="Tenor Sans"/>
              </a:defRPr>
            </a:lvl6pPr>
            <a:lvl7pPr lvl="6" rtl="0">
              <a:spcBef>
                <a:spcPts val="0"/>
              </a:spcBef>
              <a:spcAft>
                <a:spcPts val="0"/>
              </a:spcAft>
              <a:buSzPts val="1800"/>
              <a:buFont typeface="Tenor Sans"/>
              <a:buNone/>
              <a:defRPr sz="1800">
                <a:latin typeface="Tenor Sans"/>
                <a:ea typeface="Tenor Sans"/>
                <a:cs typeface="Tenor Sans"/>
                <a:sym typeface="Tenor Sans"/>
              </a:defRPr>
            </a:lvl7pPr>
            <a:lvl8pPr lvl="7" rtl="0">
              <a:spcBef>
                <a:spcPts val="0"/>
              </a:spcBef>
              <a:spcAft>
                <a:spcPts val="0"/>
              </a:spcAft>
              <a:buSzPts val="1800"/>
              <a:buFont typeface="Tenor Sans"/>
              <a:buNone/>
              <a:defRPr sz="1800">
                <a:latin typeface="Tenor Sans"/>
                <a:ea typeface="Tenor Sans"/>
                <a:cs typeface="Tenor Sans"/>
                <a:sym typeface="Tenor Sans"/>
              </a:defRPr>
            </a:lvl8pPr>
            <a:lvl9pPr lvl="8" rtl="0">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76" name="Google Shape;76;p19"/>
          <p:cNvSpPr txBox="1"/>
          <p:nvPr>
            <p:ph idx="2" type="subTitle"/>
          </p:nvPr>
        </p:nvSpPr>
        <p:spPr>
          <a:xfrm>
            <a:off x="720000" y="2383650"/>
            <a:ext cx="2211300" cy="74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77" name="Google Shape;77;p19"/>
          <p:cNvSpPr txBox="1"/>
          <p:nvPr>
            <p:ph idx="3" type="subTitle"/>
          </p:nvPr>
        </p:nvSpPr>
        <p:spPr>
          <a:xfrm>
            <a:off x="720000" y="3399550"/>
            <a:ext cx="2211300" cy="38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spcBef>
                <a:spcPts val="0"/>
              </a:spcBef>
              <a:spcAft>
                <a:spcPts val="0"/>
              </a:spcAft>
              <a:buSzPts val="1800"/>
              <a:buFont typeface="Tenor Sans"/>
              <a:buNone/>
              <a:defRPr sz="1800">
                <a:latin typeface="Tenor Sans"/>
                <a:ea typeface="Tenor Sans"/>
                <a:cs typeface="Tenor Sans"/>
                <a:sym typeface="Tenor Sans"/>
              </a:defRPr>
            </a:lvl2pPr>
            <a:lvl3pPr lvl="2" rtl="0">
              <a:spcBef>
                <a:spcPts val="0"/>
              </a:spcBef>
              <a:spcAft>
                <a:spcPts val="0"/>
              </a:spcAft>
              <a:buSzPts val="1800"/>
              <a:buFont typeface="Tenor Sans"/>
              <a:buNone/>
              <a:defRPr sz="1800">
                <a:latin typeface="Tenor Sans"/>
                <a:ea typeface="Tenor Sans"/>
                <a:cs typeface="Tenor Sans"/>
                <a:sym typeface="Tenor Sans"/>
              </a:defRPr>
            </a:lvl3pPr>
            <a:lvl4pPr lvl="3" rtl="0">
              <a:spcBef>
                <a:spcPts val="0"/>
              </a:spcBef>
              <a:spcAft>
                <a:spcPts val="0"/>
              </a:spcAft>
              <a:buSzPts val="1800"/>
              <a:buFont typeface="Tenor Sans"/>
              <a:buNone/>
              <a:defRPr sz="1800">
                <a:latin typeface="Tenor Sans"/>
                <a:ea typeface="Tenor Sans"/>
                <a:cs typeface="Tenor Sans"/>
                <a:sym typeface="Tenor Sans"/>
              </a:defRPr>
            </a:lvl4pPr>
            <a:lvl5pPr lvl="4" rtl="0">
              <a:spcBef>
                <a:spcPts val="0"/>
              </a:spcBef>
              <a:spcAft>
                <a:spcPts val="0"/>
              </a:spcAft>
              <a:buSzPts val="1800"/>
              <a:buFont typeface="Tenor Sans"/>
              <a:buNone/>
              <a:defRPr sz="1800">
                <a:latin typeface="Tenor Sans"/>
                <a:ea typeface="Tenor Sans"/>
                <a:cs typeface="Tenor Sans"/>
                <a:sym typeface="Tenor Sans"/>
              </a:defRPr>
            </a:lvl5pPr>
            <a:lvl6pPr lvl="5" rtl="0">
              <a:spcBef>
                <a:spcPts val="0"/>
              </a:spcBef>
              <a:spcAft>
                <a:spcPts val="0"/>
              </a:spcAft>
              <a:buSzPts val="1800"/>
              <a:buFont typeface="Tenor Sans"/>
              <a:buNone/>
              <a:defRPr sz="1800">
                <a:latin typeface="Tenor Sans"/>
                <a:ea typeface="Tenor Sans"/>
                <a:cs typeface="Tenor Sans"/>
                <a:sym typeface="Tenor Sans"/>
              </a:defRPr>
            </a:lvl6pPr>
            <a:lvl7pPr lvl="6" rtl="0">
              <a:spcBef>
                <a:spcPts val="0"/>
              </a:spcBef>
              <a:spcAft>
                <a:spcPts val="0"/>
              </a:spcAft>
              <a:buSzPts val="1800"/>
              <a:buFont typeface="Tenor Sans"/>
              <a:buNone/>
              <a:defRPr sz="1800">
                <a:latin typeface="Tenor Sans"/>
                <a:ea typeface="Tenor Sans"/>
                <a:cs typeface="Tenor Sans"/>
                <a:sym typeface="Tenor Sans"/>
              </a:defRPr>
            </a:lvl7pPr>
            <a:lvl8pPr lvl="7" rtl="0">
              <a:spcBef>
                <a:spcPts val="0"/>
              </a:spcBef>
              <a:spcAft>
                <a:spcPts val="0"/>
              </a:spcAft>
              <a:buSzPts val="1800"/>
              <a:buFont typeface="Tenor Sans"/>
              <a:buNone/>
              <a:defRPr sz="1800">
                <a:latin typeface="Tenor Sans"/>
                <a:ea typeface="Tenor Sans"/>
                <a:cs typeface="Tenor Sans"/>
                <a:sym typeface="Tenor Sans"/>
              </a:defRPr>
            </a:lvl8pPr>
            <a:lvl9pPr lvl="8" rtl="0">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78" name="Google Shape;78;p19"/>
          <p:cNvSpPr txBox="1"/>
          <p:nvPr>
            <p:ph idx="4" type="subTitle"/>
          </p:nvPr>
        </p:nvSpPr>
        <p:spPr>
          <a:xfrm>
            <a:off x="720000" y="3784150"/>
            <a:ext cx="2211300" cy="74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79" name="Google Shape;79;p19"/>
          <p:cNvSpPr txBox="1"/>
          <p:nvPr>
            <p:ph idx="5" type="subTitle"/>
          </p:nvPr>
        </p:nvSpPr>
        <p:spPr>
          <a:xfrm>
            <a:off x="3483214" y="1999150"/>
            <a:ext cx="2194500" cy="38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spcBef>
                <a:spcPts val="0"/>
              </a:spcBef>
              <a:spcAft>
                <a:spcPts val="0"/>
              </a:spcAft>
              <a:buSzPts val="1800"/>
              <a:buFont typeface="Tenor Sans"/>
              <a:buNone/>
              <a:defRPr sz="1800">
                <a:latin typeface="Tenor Sans"/>
                <a:ea typeface="Tenor Sans"/>
                <a:cs typeface="Tenor Sans"/>
                <a:sym typeface="Tenor Sans"/>
              </a:defRPr>
            </a:lvl2pPr>
            <a:lvl3pPr lvl="2" rtl="0">
              <a:spcBef>
                <a:spcPts val="0"/>
              </a:spcBef>
              <a:spcAft>
                <a:spcPts val="0"/>
              </a:spcAft>
              <a:buSzPts val="1800"/>
              <a:buFont typeface="Tenor Sans"/>
              <a:buNone/>
              <a:defRPr sz="1800">
                <a:latin typeface="Tenor Sans"/>
                <a:ea typeface="Tenor Sans"/>
                <a:cs typeface="Tenor Sans"/>
                <a:sym typeface="Tenor Sans"/>
              </a:defRPr>
            </a:lvl3pPr>
            <a:lvl4pPr lvl="3" rtl="0">
              <a:spcBef>
                <a:spcPts val="0"/>
              </a:spcBef>
              <a:spcAft>
                <a:spcPts val="0"/>
              </a:spcAft>
              <a:buSzPts val="1800"/>
              <a:buFont typeface="Tenor Sans"/>
              <a:buNone/>
              <a:defRPr sz="1800">
                <a:latin typeface="Tenor Sans"/>
                <a:ea typeface="Tenor Sans"/>
                <a:cs typeface="Tenor Sans"/>
                <a:sym typeface="Tenor Sans"/>
              </a:defRPr>
            </a:lvl4pPr>
            <a:lvl5pPr lvl="4" rtl="0">
              <a:spcBef>
                <a:spcPts val="0"/>
              </a:spcBef>
              <a:spcAft>
                <a:spcPts val="0"/>
              </a:spcAft>
              <a:buSzPts val="1800"/>
              <a:buFont typeface="Tenor Sans"/>
              <a:buNone/>
              <a:defRPr sz="1800">
                <a:latin typeface="Tenor Sans"/>
                <a:ea typeface="Tenor Sans"/>
                <a:cs typeface="Tenor Sans"/>
                <a:sym typeface="Tenor Sans"/>
              </a:defRPr>
            </a:lvl5pPr>
            <a:lvl6pPr lvl="5" rtl="0">
              <a:spcBef>
                <a:spcPts val="0"/>
              </a:spcBef>
              <a:spcAft>
                <a:spcPts val="0"/>
              </a:spcAft>
              <a:buSzPts val="1800"/>
              <a:buFont typeface="Tenor Sans"/>
              <a:buNone/>
              <a:defRPr sz="1800">
                <a:latin typeface="Tenor Sans"/>
                <a:ea typeface="Tenor Sans"/>
                <a:cs typeface="Tenor Sans"/>
                <a:sym typeface="Tenor Sans"/>
              </a:defRPr>
            </a:lvl6pPr>
            <a:lvl7pPr lvl="6" rtl="0">
              <a:spcBef>
                <a:spcPts val="0"/>
              </a:spcBef>
              <a:spcAft>
                <a:spcPts val="0"/>
              </a:spcAft>
              <a:buSzPts val="1800"/>
              <a:buFont typeface="Tenor Sans"/>
              <a:buNone/>
              <a:defRPr sz="1800">
                <a:latin typeface="Tenor Sans"/>
                <a:ea typeface="Tenor Sans"/>
                <a:cs typeface="Tenor Sans"/>
                <a:sym typeface="Tenor Sans"/>
              </a:defRPr>
            </a:lvl7pPr>
            <a:lvl8pPr lvl="7" rtl="0">
              <a:spcBef>
                <a:spcPts val="0"/>
              </a:spcBef>
              <a:spcAft>
                <a:spcPts val="0"/>
              </a:spcAft>
              <a:buSzPts val="1800"/>
              <a:buFont typeface="Tenor Sans"/>
              <a:buNone/>
              <a:defRPr sz="1800">
                <a:latin typeface="Tenor Sans"/>
                <a:ea typeface="Tenor Sans"/>
                <a:cs typeface="Tenor Sans"/>
                <a:sym typeface="Tenor Sans"/>
              </a:defRPr>
            </a:lvl8pPr>
            <a:lvl9pPr lvl="8" rtl="0">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80" name="Google Shape;80;p19"/>
          <p:cNvSpPr txBox="1"/>
          <p:nvPr>
            <p:ph idx="6" type="subTitle"/>
          </p:nvPr>
        </p:nvSpPr>
        <p:spPr>
          <a:xfrm>
            <a:off x="3483214" y="2383650"/>
            <a:ext cx="2194500" cy="74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1" name="Google Shape;81;p19"/>
          <p:cNvSpPr txBox="1"/>
          <p:nvPr>
            <p:ph idx="7" type="subTitle"/>
          </p:nvPr>
        </p:nvSpPr>
        <p:spPr>
          <a:xfrm>
            <a:off x="3483214" y="3399550"/>
            <a:ext cx="2194500" cy="38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spcBef>
                <a:spcPts val="0"/>
              </a:spcBef>
              <a:spcAft>
                <a:spcPts val="0"/>
              </a:spcAft>
              <a:buSzPts val="1800"/>
              <a:buFont typeface="Tenor Sans"/>
              <a:buNone/>
              <a:defRPr sz="1800">
                <a:latin typeface="Tenor Sans"/>
                <a:ea typeface="Tenor Sans"/>
                <a:cs typeface="Tenor Sans"/>
                <a:sym typeface="Tenor Sans"/>
              </a:defRPr>
            </a:lvl2pPr>
            <a:lvl3pPr lvl="2" rtl="0">
              <a:spcBef>
                <a:spcPts val="0"/>
              </a:spcBef>
              <a:spcAft>
                <a:spcPts val="0"/>
              </a:spcAft>
              <a:buSzPts val="1800"/>
              <a:buFont typeface="Tenor Sans"/>
              <a:buNone/>
              <a:defRPr sz="1800">
                <a:latin typeface="Tenor Sans"/>
                <a:ea typeface="Tenor Sans"/>
                <a:cs typeface="Tenor Sans"/>
                <a:sym typeface="Tenor Sans"/>
              </a:defRPr>
            </a:lvl3pPr>
            <a:lvl4pPr lvl="3" rtl="0">
              <a:spcBef>
                <a:spcPts val="0"/>
              </a:spcBef>
              <a:spcAft>
                <a:spcPts val="0"/>
              </a:spcAft>
              <a:buSzPts val="1800"/>
              <a:buFont typeface="Tenor Sans"/>
              <a:buNone/>
              <a:defRPr sz="1800">
                <a:latin typeface="Tenor Sans"/>
                <a:ea typeface="Tenor Sans"/>
                <a:cs typeface="Tenor Sans"/>
                <a:sym typeface="Tenor Sans"/>
              </a:defRPr>
            </a:lvl4pPr>
            <a:lvl5pPr lvl="4" rtl="0">
              <a:spcBef>
                <a:spcPts val="0"/>
              </a:spcBef>
              <a:spcAft>
                <a:spcPts val="0"/>
              </a:spcAft>
              <a:buSzPts val="1800"/>
              <a:buFont typeface="Tenor Sans"/>
              <a:buNone/>
              <a:defRPr sz="1800">
                <a:latin typeface="Tenor Sans"/>
                <a:ea typeface="Tenor Sans"/>
                <a:cs typeface="Tenor Sans"/>
                <a:sym typeface="Tenor Sans"/>
              </a:defRPr>
            </a:lvl5pPr>
            <a:lvl6pPr lvl="5" rtl="0">
              <a:spcBef>
                <a:spcPts val="0"/>
              </a:spcBef>
              <a:spcAft>
                <a:spcPts val="0"/>
              </a:spcAft>
              <a:buSzPts val="1800"/>
              <a:buFont typeface="Tenor Sans"/>
              <a:buNone/>
              <a:defRPr sz="1800">
                <a:latin typeface="Tenor Sans"/>
                <a:ea typeface="Tenor Sans"/>
                <a:cs typeface="Tenor Sans"/>
                <a:sym typeface="Tenor Sans"/>
              </a:defRPr>
            </a:lvl6pPr>
            <a:lvl7pPr lvl="6" rtl="0">
              <a:spcBef>
                <a:spcPts val="0"/>
              </a:spcBef>
              <a:spcAft>
                <a:spcPts val="0"/>
              </a:spcAft>
              <a:buSzPts val="1800"/>
              <a:buFont typeface="Tenor Sans"/>
              <a:buNone/>
              <a:defRPr sz="1800">
                <a:latin typeface="Tenor Sans"/>
                <a:ea typeface="Tenor Sans"/>
                <a:cs typeface="Tenor Sans"/>
                <a:sym typeface="Tenor Sans"/>
              </a:defRPr>
            </a:lvl7pPr>
            <a:lvl8pPr lvl="7" rtl="0">
              <a:spcBef>
                <a:spcPts val="0"/>
              </a:spcBef>
              <a:spcAft>
                <a:spcPts val="0"/>
              </a:spcAft>
              <a:buSzPts val="1800"/>
              <a:buFont typeface="Tenor Sans"/>
              <a:buNone/>
              <a:defRPr sz="1800">
                <a:latin typeface="Tenor Sans"/>
                <a:ea typeface="Tenor Sans"/>
                <a:cs typeface="Tenor Sans"/>
                <a:sym typeface="Tenor Sans"/>
              </a:defRPr>
            </a:lvl8pPr>
            <a:lvl9pPr lvl="8" rtl="0">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82" name="Google Shape;82;p19"/>
          <p:cNvSpPr txBox="1"/>
          <p:nvPr>
            <p:ph idx="8" type="subTitle"/>
          </p:nvPr>
        </p:nvSpPr>
        <p:spPr>
          <a:xfrm>
            <a:off x="3483214" y="3784150"/>
            <a:ext cx="2194500" cy="74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3" name="Google Shape;83;p19"/>
          <p:cNvSpPr txBox="1"/>
          <p:nvPr>
            <p:ph idx="9" type="subTitle"/>
          </p:nvPr>
        </p:nvSpPr>
        <p:spPr>
          <a:xfrm>
            <a:off x="6229625" y="1999150"/>
            <a:ext cx="2194500" cy="38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spcBef>
                <a:spcPts val="0"/>
              </a:spcBef>
              <a:spcAft>
                <a:spcPts val="0"/>
              </a:spcAft>
              <a:buSzPts val="1800"/>
              <a:buFont typeface="Tenor Sans"/>
              <a:buNone/>
              <a:defRPr sz="1800">
                <a:latin typeface="Tenor Sans"/>
                <a:ea typeface="Tenor Sans"/>
                <a:cs typeface="Tenor Sans"/>
                <a:sym typeface="Tenor Sans"/>
              </a:defRPr>
            </a:lvl2pPr>
            <a:lvl3pPr lvl="2" rtl="0">
              <a:spcBef>
                <a:spcPts val="0"/>
              </a:spcBef>
              <a:spcAft>
                <a:spcPts val="0"/>
              </a:spcAft>
              <a:buSzPts val="1800"/>
              <a:buFont typeface="Tenor Sans"/>
              <a:buNone/>
              <a:defRPr sz="1800">
                <a:latin typeface="Tenor Sans"/>
                <a:ea typeface="Tenor Sans"/>
                <a:cs typeface="Tenor Sans"/>
                <a:sym typeface="Tenor Sans"/>
              </a:defRPr>
            </a:lvl3pPr>
            <a:lvl4pPr lvl="3" rtl="0">
              <a:spcBef>
                <a:spcPts val="0"/>
              </a:spcBef>
              <a:spcAft>
                <a:spcPts val="0"/>
              </a:spcAft>
              <a:buSzPts val="1800"/>
              <a:buFont typeface="Tenor Sans"/>
              <a:buNone/>
              <a:defRPr sz="1800">
                <a:latin typeface="Tenor Sans"/>
                <a:ea typeface="Tenor Sans"/>
                <a:cs typeface="Tenor Sans"/>
                <a:sym typeface="Tenor Sans"/>
              </a:defRPr>
            </a:lvl4pPr>
            <a:lvl5pPr lvl="4" rtl="0">
              <a:spcBef>
                <a:spcPts val="0"/>
              </a:spcBef>
              <a:spcAft>
                <a:spcPts val="0"/>
              </a:spcAft>
              <a:buSzPts val="1800"/>
              <a:buFont typeface="Tenor Sans"/>
              <a:buNone/>
              <a:defRPr sz="1800">
                <a:latin typeface="Tenor Sans"/>
                <a:ea typeface="Tenor Sans"/>
                <a:cs typeface="Tenor Sans"/>
                <a:sym typeface="Tenor Sans"/>
              </a:defRPr>
            </a:lvl5pPr>
            <a:lvl6pPr lvl="5" rtl="0">
              <a:spcBef>
                <a:spcPts val="0"/>
              </a:spcBef>
              <a:spcAft>
                <a:spcPts val="0"/>
              </a:spcAft>
              <a:buSzPts val="1800"/>
              <a:buFont typeface="Tenor Sans"/>
              <a:buNone/>
              <a:defRPr sz="1800">
                <a:latin typeface="Tenor Sans"/>
                <a:ea typeface="Tenor Sans"/>
                <a:cs typeface="Tenor Sans"/>
                <a:sym typeface="Tenor Sans"/>
              </a:defRPr>
            </a:lvl6pPr>
            <a:lvl7pPr lvl="6" rtl="0">
              <a:spcBef>
                <a:spcPts val="0"/>
              </a:spcBef>
              <a:spcAft>
                <a:spcPts val="0"/>
              </a:spcAft>
              <a:buSzPts val="1800"/>
              <a:buFont typeface="Tenor Sans"/>
              <a:buNone/>
              <a:defRPr sz="1800">
                <a:latin typeface="Tenor Sans"/>
                <a:ea typeface="Tenor Sans"/>
                <a:cs typeface="Tenor Sans"/>
                <a:sym typeface="Tenor Sans"/>
              </a:defRPr>
            </a:lvl7pPr>
            <a:lvl8pPr lvl="7" rtl="0">
              <a:spcBef>
                <a:spcPts val="0"/>
              </a:spcBef>
              <a:spcAft>
                <a:spcPts val="0"/>
              </a:spcAft>
              <a:buSzPts val="1800"/>
              <a:buFont typeface="Tenor Sans"/>
              <a:buNone/>
              <a:defRPr sz="1800">
                <a:latin typeface="Tenor Sans"/>
                <a:ea typeface="Tenor Sans"/>
                <a:cs typeface="Tenor Sans"/>
                <a:sym typeface="Tenor Sans"/>
              </a:defRPr>
            </a:lvl8pPr>
            <a:lvl9pPr lvl="8" rtl="0">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84" name="Google Shape;84;p19"/>
          <p:cNvSpPr txBox="1"/>
          <p:nvPr>
            <p:ph idx="13" type="subTitle"/>
          </p:nvPr>
        </p:nvSpPr>
        <p:spPr>
          <a:xfrm>
            <a:off x="6229625" y="2383650"/>
            <a:ext cx="2194500" cy="74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5" name="Google Shape;85;p19"/>
          <p:cNvSpPr txBox="1"/>
          <p:nvPr>
            <p:ph idx="14" type="subTitle"/>
          </p:nvPr>
        </p:nvSpPr>
        <p:spPr>
          <a:xfrm>
            <a:off x="6229625" y="3399550"/>
            <a:ext cx="2194500" cy="38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spcBef>
                <a:spcPts val="0"/>
              </a:spcBef>
              <a:spcAft>
                <a:spcPts val="0"/>
              </a:spcAft>
              <a:buSzPts val="1800"/>
              <a:buFont typeface="Tenor Sans"/>
              <a:buNone/>
              <a:defRPr sz="1800">
                <a:latin typeface="Tenor Sans"/>
                <a:ea typeface="Tenor Sans"/>
                <a:cs typeface="Tenor Sans"/>
                <a:sym typeface="Tenor Sans"/>
              </a:defRPr>
            </a:lvl2pPr>
            <a:lvl3pPr lvl="2" rtl="0">
              <a:spcBef>
                <a:spcPts val="0"/>
              </a:spcBef>
              <a:spcAft>
                <a:spcPts val="0"/>
              </a:spcAft>
              <a:buSzPts val="1800"/>
              <a:buFont typeface="Tenor Sans"/>
              <a:buNone/>
              <a:defRPr sz="1800">
                <a:latin typeface="Tenor Sans"/>
                <a:ea typeface="Tenor Sans"/>
                <a:cs typeface="Tenor Sans"/>
                <a:sym typeface="Tenor Sans"/>
              </a:defRPr>
            </a:lvl3pPr>
            <a:lvl4pPr lvl="3" rtl="0">
              <a:spcBef>
                <a:spcPts val="0"/>
              </a:spcBef>
              <a:spcAft>
                <a:spcPts val="0"/>
              </a:spcAft>
              <a:buSzPts val="1800"/>
              <a:buFont typeface="Tenor Sans"/>
              <a:buNone/>
              <a:defRPr sz="1800">
                <a:latin typeface="Tenor Sans"/>
                <a:ea typeface="Tenor Sans"/>
                <a:cs typeface="Tenor Sans"/>
                <a:sym typeface="Tenor Sans"/>
              </a:defRPr>
            </a:lvl4pPr>
            <a:lvl5pPr lvl="4" rtl="0">
              <a:spcBef>
                <a:spcPts val="0"/>
              </a:spcBef>
              <a:spcAft>
                <a:spcPts val="0"/>
              </a:spcAft>
              <a:buSzPts val="1800"/>
              <a:buFont typeface="Tenor Sans"/>
              <a:buNone/>
              <a:defRPr sz="1800">
                <a:latin typeface="Tenor Sans"/>
                <a:ea typeface="Tenor Sans"/>
                <a:cs typeface="Tenor Sans"/>
                <a:sym typeface="Tenor Sans"/>
              </a:defRPr>
            </a:lvl5pPr>
            <a:lvl6pPr lvl="5" rtl="0">
              <a:spcBef>
                <a:spcPts val="0"/>
              </a:spcBef>
              <a:spcAft>
                <a:spcPts val="0"/>
              </a:spcAft>
              <a:buSzPts val="1800"/>
              <a:buFont typeface="Tenor Sans"/>
              <a:buNone/>
              <a:defRPr sz="1800">
                <a:latin typeface="Tenor Sans"/>
                <a:ea typeface="Tenor Sans"/>
                <a:cs typeface="Tenor Sans"/>
                <a:sym typeface="Tenor Sans"/>
              </a:defRPr>
            </a:lvl6pPr>
            <a:lvl7pPr lvl="6" rtl="0">
              <a:spcBef>
                <a:spcPts val="0"/>
              </a:spcBef>
              <a:spcAft>
                <a:spcPts val="0"/>
              </a:spcAft>
              <a:buSzPts val="1800"/>
              <a:buFont typeface="Tenor Sans"/>
              <a:buNone/>
              <a:defRPr sz="1800">
                <a:latin typeface="Tenor Sans"/>
                <a:ea typeface="Tenor Sans"/>
                <a:cs typeface="Tenor Sans"/>
                <a:sym typeface="Tenor Sans"/>
              </a:defRPr>
            </a:lvl7pPr>
            <a:lvl8pPr lvl="7" rtl="0">
              <a:spcBef>
                <a:spcPts val="0"/>
              </a:spcBef>
              <a:spcAft>
                <a:spcPts val="0"/>
              </a:spcAft>
              <a:buSzPts val="1800"/>
              <a:buFont typeface="Tenor Sans"/>
              <a:buNone/>
              <a:defRPr sz="1800">
                <a:latin typeface="Tenor Sans"/>
                <a:ea typeface="Tenor Sans"/>
                <a:cs typeface="Tenor Sans"/>
                <a:sym typeface="Tenor Sans"/>
              </a:defRPr>
            </a:lvl8pPr>
            <a:lvl9pPr lvl="8" rtl="0">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86" name="Google Shape;86;p19"/>
          <p:cNvSpPr txBox="1"/>
          <p:nvPr>
            <p:ph idx="15" type="subTitle"/>
          </p:nvPr>
        </p:nvSpPr>
        <p:spPr>
          <a:xfrm>
            <a:off x="6229625" y="3784150"/>
            <a:ext cx="2194500" cy="74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p:cSld name="CUSTOM_6">
    <p:spTree>
      <p:nvGrpSpPr>
        <p:cNvPr id="87" name="Shape 87"/>
        <p:cNvGrpSpPr/>
        <p:nvPr/>
      </p:nvGrpSpPr>
      <p:grpSpPr>
        <a:xfrm>
          <a:off x="0" y="0"/>
          <a:ext cx="0" cy="0"/>
          <a:chOff x="0" y="0"/>
          <a:chExt cx="0" cy="0"/>
        </a:xfrm>
      </p:grpSpPr>
      <p:sp>
        <p:nvSpPr>
          <p:cNvPr id="88" name="Google Shape;88;p20"/>
          <p:cNvSpPr txBox="1"/>
          <p:nvPr>
            <p:ph hasCustomPrompt="1" type="title"/>
          </p:nvPr>
        </p:nvSpPr>
        <p:spPr>
          <a:xfrm>
            <a:off x="1566050" y="2196650"/>
            <a:ext cx="1928400" cy="1195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89" name="Google Shape;89;p20"/>
          <p:cNvSpPr txBox="1"/>
          <p:nvPr>
            <p:ph idx="2" type="title"/>
          </p:nvPr>
        </p:nvSpPr>
        <p:spPr>
          <a:xfrm>
            <a:off x="4663800" y="2455650"/>
            <a:ext cx="3760200" cy="1195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0" name="Google Shape;90;p20"/>
          <p:cNvSpPr txBox="1"/>
          <p:nvPr>
            <p:ph idx="1" type="subTitle"/>
          </p:nvPr>
        </p:nvSpPr>
        <p:spPr>
          <a:xfrm>
            <a:off x="5049150" y="3696325"/>
            <a:ext cx="2989500" cy="45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7">
    <p:spTree>
      <p:nvGrpSpPr>
        <p:cNvPr id="91" name="Shape 91"/>
        <p:cNvGrpSpPr/>
        <p:nvPr/>
      </p:nvGrpSpPr>
      <p:grpSpPr>
        <a:xfrm>
          <a:off x="0" y="0"/>
          <a:ext cx="0" cy="0"/>
          <a:chOff x="0" y="0"/>
          <a:chExt cx="0" cy="0"/>
        </a:xfrm>
      </p:grpSpPr>
      <p:sp>
        <p:nvSpPr>
          <p:cNvPr id="92" name="Google Shape;92;p21"/>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atin typeface="Quicksand"/>
                <a:ea typeface="Quicksand"/>
                <a:cs typeface="Quicksand"/>
                <a:sym typeface="Quicksand"/>
              </a:defRPr>
            </a:lvl1pPr>
            <a:lvl2pPr lvl="1">
              <a:spcBef>
                <a:spcPts val="0"/>
              </a:spcBef>
              <a:spcAft>
                <a:spcPts val="0"/>
              </a:spcAft>
              <a:buSzPts val="2800"/>
              <a:buNone/>
              <a:defRPr>
                <a:latin typeface="Quicksand"/>
                <a:ea typeface="Quicksand"/>
                <a:cs typeface="Quicksand"/>
                <a:sym typeface="Quicksand"/>
              </a:defRPr>
            </a:lvl2pPr>
            <a:lvl3pPr lvl="2">
              <a:spcBef>
                <a:spcPts val="0"/>
              </a:spcBef>
              <a:spcAft>
                <a:spcPts val="0"/>
              </a:spcAft>
              <a:buSzPts val="2800"/>
              <a:buNone/>
              <a:defRPr>
                <a:latin typeface="Quicksand"/>
                <a:ea typeface="Quicksand"/>
                <a:cs typeface="Quicksand"/>
                <a:sym typeface="Quicksand"/>
              </a:defRPr>
            </a:lvl3pPr>
            <a:lvl4pPr lvl="3">
              <a:spcBef>
                <a:spcPts val="0"/>
              </a:spcBef>
              <a:spcAft>
                <a:spcPts val="0"/>
              </a:spcAft>
              <a:buSzPts val="2800"/>
              <a:buNone/>
              <a:defRPr>
                <a:latin typeface="Quicksand"/>
                <a:ea typeface="Quicksand"/>
                <a:cs typeface="Quicksand"/>
                <a:sym typeface="Quicksand"/>
              </a:defRPr>
            </a:lvl4pPr>
            <a:lvl5pPr lvl="4">
              <a:spcBef>
                <a:spcPts val="0"/>
              </a:spcBef>
              <a:spcAft>
                <a:spcPts val="0"/>
              </a:spcAft>
              <a:buSzPts val="2800"/>
              <a:buNone/>
              <a:defRPr>
                <a:latin typeface="Quicksand"/>
                <a:ea typeface="Quicksand"/>
                <a:cs typeface="Quicksand"/>
                <a:sym typeface="Quicksand"/>
              </a:defRPr>
            </a:lvl5pPr>
            <a:lvl6pPr lvl="5">
              <a:spcBef>
                <a:spcPts val="0"/>
              </a:spcBef>
              <a:spcAft>
                <a:spcPts val="0"/>
              </a:spcAft>
              <a:buSzPts val="2800"/>
              <a:buNone/>
              <a:defRPr>
                <a:latin typeface="Quicksand"/>
                <a:ea typeface="Quicksand"/>
                <a:cs typeface="Quicksand"/>
                <a:sym typeface="Quicksand"/>
              </a:defRPr>
            </a:lvl6pPr>
            <a:lvl7pPr lvl="6">
              <a:spcBef>
                <a:spcPts val="0"/>
              </a:spcBef>
              <a:spcAft>
                <a:spcPts val="0"/>
              </a:spcAft>
              <a:buSzPts val="2800"/>
              <a:buNone/>
              <a:defRPr>
                <a:latin typeface="Quicksand"/>
                <a:ea typeface="Quicksand"/>
                <a:cs typeface="Quicksand"/>
                <a:sym typeface="Quicksand"/>
              </a:defRPr>
            </a:lvl7pPr>
            <a:lvl8pPr lvl="7">
              <a:spcBef>
                <a:spcPts val="0"/>
              </a:spcBef>
              <a:spcAft>
                <a:spcPts val="0"/>
              </a:spcAft>
              <a:buSzPts val="2800"/>
              <a:buNone/>
              <a:defRPr>
                <a:latin typeface="Quicksand"/>
                <a:ea typeface="Quicksand"/>
                <a:cs typeface="Quicksand"/>
                <a:sym typeface="Quicksand"/>
              </a:defRPr>
            </a:lvl8pPr>
            <a:lvl9pPr lvl="8">
              <a:spcBef>
                <a:spcPts val="0"/>
              </a:spcBef>
              <a:spcAft>
                <a:spcPts val="0"/>
              </a:spcAft>
              <a:buSzPts val="2800"/>
              <a:buNone/>
              <a:defRPr>
                <a:latin typeface="Quicksand"/>
                <a:ea typeface="Quicksand"/>
                <a:cs typeface="Quicksand"/>
                <a:sym typeface="Quicksand"/>
              </a:defRPr>
            </a:lvl9pPr>
          </a:lstStyle>
          <a:p/>
        </p:txBody>
      </p:sp>
      <p:sp>
        <p:nvSpPr>
          <p:cNvPr id="93" name="Google Shape;93;p21"/>
          <p:cNvSpPr txBox="1"/>
          <p:nvPr>
            <p:ph hasCustomPrompt="1" idx="2" type="title"/>
          </p:nvPr>
        </p:nvSpPr>
        <p:spPr>
          <a:xfrm>
            <a:off x="724800" y="2407075"/>
            <a:ext cx="2232600" cy="689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000"/>
              <a:buNone/>
              <a:defRPr b="1" sz="5000"/>
            </a:lvl1pPr>
            <a:lvl2pPr lvl="1" rtl="0" algn="ctr">
              <a:spcBef>
                <a:spcPts val="0"/>
              </a:spcBef>
              <a:spcAft>
                <a:spcPts val="0"/>
              </a:spcAft>
              <a:buSzPts val="12000"/>
              <a:buFont typeface="Tenor Sans"/>
              <a:buNone/>
              <a:defRPr sz="12000">
                <a:latin typeface="Tenor Sans"/>
                <a:ea typeface="Tenor Sans"/>
                <a:cs typeface="Tenor Sans"/>
                <a:sym typeface="Tenor Sans"/>
              </a:defRPr>
            </a:lvl2pPr>
            <a:lvl3pPr lvl="2" rtl="0" algn="ctr">
              <a:spcBef>
                <a:spcPts val="0"/>
              </a:spcBef>
              <a:spcAft>
                <a:spcPts val="0"/>
              </a:spcAft>
              <a:buSzPts val="12000"/>
              <a:buFont typeface="Tenor Sans"/>
              <a:buNone/>
              <a:defRPr sz="12000">
                <a:latin typeface="Tenor Sans"/>
                <a:ea typeface="Tenor Sans"/>
                <a:cs typeface="Tenor Sans"/>
                <a:sym typeface="Tenor Sans"/>
              </a:defRPr>
            </a:lvl3pPr>
            <a:lvl4pPr lvl="3" rtl="0" algn="ctr">
              <a:spcBef>
                <a:spcPts val="0"/>
              </a:spcBef>
              <a:spcAft>
                <a:spcPts val="0"/>
              </a:spcAft>
              <a:buSzPts val="12000"/>
              <a:buFont typeface="Tenor Sans"/>
              <a:buNone/>
              <a:defRPr sz="12000">
                <a:latin typeface="Tenor Sans"/>
                <a:ea typeface="Tenor Sans"/>
                <a:cs typeface="Tenor Sans"/>
                <a:sym typeface="Tenor Sans"/>
              </a:defRPr>
            </a:lvl4pPr>
            <a:lvl5pPr lvl="4" rtl="0" algn="ctr">
              <a:spcBef>
                <a:spcPts val="0"/>
              </a:spcBef>
              <a:spcAft>
                <a:spcPts val="0"/>
              </a:spcAft>
              <a:buSzPts val="12000"/>
              <a:buFont typeface="Tenor Sans"/>
              <a:buNone/>
              <a:defRPr sz="12000">
                <a:latin typeface="Tenor Sans"/>
                <a:ea typeface="Tenor Sans"/>
                <a:cs typeface="Tenor Sans"/>
                <a:sym typeface="Tenor Sans"/>
              </a:defRPr>
            </a:lvl5pPr>
            <a:lvl6pPr lvl="5" rtl="0" algn="ctr">
              <a:spcBef>
                <a:spcPts val="0"/>
              </a:spcBef>
              <a:spcAft>
                <a:spcPts val="0"/>
              </a:spcAft>
              <a:buSzPts val="12000"/>
              <a:buFont typeface="Tenor Sans"/>
              <a:buNone/>
              <a:defRPr sz="12000">
                <a:latin typeface="Tenor Sans"/>
                <a:ea typeface="Tenor Sans"/>
                <a:cs typeface="Tenor Sans"/>
                <a:sym typeface="Tenor Sans"/>
              </a:defRPr>
            </a:lvl6pPr>
            <a:lvl7pPr lvl="6" rtl="0" algn="ctr">
              <a:spcBef>
                <a:spcPts val="0"/>
              </a:spcBef>
              <a:spcAft>
                <a:spcPts val="0"/>
              </a:spcAft>
              <a:buSzPts val="12000"/>
              <a:buFont typeface="Tenor Sans"/>
              <a:buNone/>
              <a:defRPr sz="12000">
                <a:latin typeface="Tenor Sans"/>
                <a:ea typeface="Tenor Sans"/>
                <a:cs typeface="Tenor Sans"/>
                <a:sym typeface="Tenor Sans"/>
              </a:defRPr>
            </a:lvl7pPr>
            <a:lvl8pPr lvl="7" rtl="0" algn="ctr">
              <a:spcBef>
                <a:spcPts val="0"/>
              </a:spcBef>
              <a:spcAft>
                <a:spcPts val="0"/>
              </a:spcAft>
              <a:buSzPts val="12000"/>
              <a:buFont typeface="Tenor Sans"/>
              <a:buNone/>
              <a:defRPr sz="12000">
                <a:latin typeface="Tenor Sans"/>
                <a:ea typeface="Tenor Sans"/>
                <a:cs typeface="Tenor Sans"/>
                <a:sym typeface="Tenor Sans"/>
              </a:defRPr>
            </a:lvl8pPr>
            <a:lvl9pPr lvl="8" rtl="0" algn="ctr">
              <a:spcBef>
                <a:spcPts val="0"/>
              </a:spcBef>
              <a:spcAft>
                <a:spcPts val="0"/>
              </a:spcAft>
              <a:buSzPts val="12000"/>
              <a:buFont typeface="Tenor Sans"/>
              <a:buNone/>
              <a:defRPr sz="12000">
                <a:latin typeface="Tenor Sans"/>
                <a:ea typeface="Tenor Sans"/>
                <a:cs typeface="Tenor Sans"/>
                <a:sym typeface="Tenor Sans"/>
              </a:defRPr>
            </a:lvl9pPr>
          </a:lstStyle>
          <a:p>
            <a:r>
              <a:t>xx%</a:t>
            </a:r>
          </a:p>
        </p:txBody>
      </p:sp>
      <p:sp>
        <p:nvSpPr>
          <p:cNvPr id="94" name="Google Shape;94;p21"/>
          <p:cNvSpPr txBox="1"/>
          <p:nvPr>
            <p:ph hasCustomPrompt="1" idx="3" type="title"/>
          </p:nvPr>
        </p:nvSpPr>
        <p:spPr>
          <a:xfrm>
            <a:off x="3460767" y="2407075"/>
            <a:ext cx="2232600" cy="689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000"/>
              <a:buNone/>
              <a:defRPr b="1" sz="5000"/>
            </a:lvl1pPr>
            <a:lvl2pPr lvl="1" rtl="0" algn="ctr">
              <a:spcBef>
                <a:spcPts val="0"/>
              </a:spcBef>
              <a:spcAft>
                <a:spcPts val="0"/>
              </a:spcAft>
              <a:buSzPts val="12000"/>
              <a:buFont typeface="Tenor Sans"/>
              <a:buNone/>
              <a:defRPr sz="12000">
                <a:latin typeface="Tenor Sans"/>
                <a:ea typeface="Tenor Sans"/>
                <a:cs typeface="Tenor Sans"/>
                <a:sym typeface="Tenor Sans"/>
              </a:defRPr>
            </a:lvl2pPr>
            <a:lvl3pPr lvl="2" rtl="0" algn="ctr">
              <a:spcBef>
                <a:spcPts val="0"/>
              </a:spcBef>
              <a:spcAft>
                <a:spcPts val="0"/>
              </a:spcAft>
              <a:buSzPts val="12000"/>
              <a:buFont typeface="Tenor Sans"/>
              <a:buNone/>
              <a:defRPr sz="12000">
                <a:latin typeface="Tenor Sans"/>
                <a:ea typeface="Tenor Sans"/>
                <a:cs typeface="Tenor Sans"/>
                <a:sym typeface="Tenor Sans"/>
              </a:defRPr>
            </a:lvl3pPr>
            <a:lvl4pPr lvl="3" rtl="0" algn="ctr">
              <a:spcBef>
                <a:spcPts val="0"/>
              </a:spcBef>
              <a:spcAft>
                <a:spcPts val="0"/>
              </a:spcAft>
              <a:buSzPts val="12000"/>
              <a:buFont typeface="Tenor Sans"/>
              <a:buNone/>
              <a:defRPr sz="12000">
                <a:latin typeface="Tenor Sans"/>
                <a:ea typeface="Tenor Sans"/>
                <a:cs typeface="Tenor Sans"/>
                <a:sym typeface="Tenor Sans"/>
              </a:defRPr>
            </a:lvl4pPr>
            <a:lvl5pPr lvl="4" rtl="0" algn="ctr">
              <a:spcBef>
                <a:spcPts val="0"/>
              </a:spcBef>
              <a:spcAft>
                <a:spcPts val="0"/>
              </a:spcAft>
              <a:buSzPts val="12000"/>
              <a:buFont typeface="Tenor Sans"/>
              <a:buNone/>
              <a:defRPr sz="12000">
                <a:latin typeface="Tenor Sans"/>
                <a:ea typeface="Tenor Sans"/>
                <a:cs typeface="Tenor Sans"/>
                <a:sym typeface="Tenor Sans"/>
              </a:defRPr>
            </a:lvl5pPr>
            <a:lvl6pPr lvl="5" rtl="0" algn="ctr">
              <a:spcBef>
                <a:spcPts val="0"/>
              </a:spcBef>
              <a:spcAft>
                <a:spcPts val="0"/>
              </a:spcAft>
              <a:buSzPts val="12000"/>
              <a:buFont typeface="Tenor Sans"/>
              <a:buNone/>
              <a:defRPr sz="12000">
                <a:latin typeface="Tenor Sans"/>
                <a:ea typeface="Tenor Sans"/>
                <a:cs typeface="Tenor Sans"/>
                <a:sym typeface="Tenor Sans"/>
              </a:defRPr>
            </a:lvl6pPr>
            <a:lvl7pPr lvl="6" rtl="0" algn="ctr">
              <a:spcBef>
                <a:spcPts val="0"/>
              </a:spcBef>
              <a:spcAft>
                <a:spcPts val="0"/>
              </a:spcAft>
              <a:buSzPts val="12000"/>
              <a:buFont typeface="Tenor Sans"/>
              <a:buNone/>
              <a:defRPr sz="12000">
                <a:latin typeface="Tenor Sans"/>
                <a:ea typeface="Tenor Sans"/>
                <a:cs typeface="Tenor Sans"/>
                <a:sym typeface="Tenor Sans"/>
              </a:defRPr>
            </a:lvl7pPr>
            <a:lvl8pPr lvl="7" rtl="0" algn="ctr">
              <a:spcBef>
                <a:spcPts val="0"/>
              </a:spcBef>
              <a:spcAft>
                <a:spcPts val="0"/>
              </a:spcAft>
              <a:buSzPts val="12000"/>
              <a:buFont typeface="Tenor Sans"/>
              <a:buNone/>
              <a:defRPr sz="12000">
                <a:latin typeface="Tenor Sans"/>
                <a:ea typeface="Tenor Sans"/>
                <a:cs typeface="Tenor Sans"/>
                <a:sym typeface="Tenor Sans"/>
              </a:defRPr>
            </a:lvl8pPr>
            <a:lvl9pPr lvl="8" rtl="0" algn="ctr">
              <a:spcBef>
                <a:spcPts val="0"/>
              </a:spcBef>
              <a:spcAft>
                <a:spcPts val="0"/>
              </a:spcAft>
              <a:buSzPts val="12000"/>
              <a:buFont typeface="Tenor Sans"/>
              <a:buNone/>
              <a:defRPr sz="12000">
                <a:latin typeface="Tenor Sans"/>
                <a:ea typeface="Tenor Sans"/>
                <a:cs typeface="Tenor Sans"/>
                <a:sym typeface="Tenor Sans"/>
              </a:defRPr>
            </a:lvl9pPr>
          </a:lstStyle>
          <a:p>
            <a:r>
              <a:t>xx%</a:t>
            </a:r>
          </a:p>
        </p:txBody>
      </p:sp>
      <p:sp>
        <p:nvSpPr>
          <p:cNvPr id="95" name="Google Shape;95;p21"/>
          <p:cNvSpPr txBox="1"/>
          <p:nvPr>
            <p:ph hasCustomPrompt="1" idx="4" type="title"/>
          </p:nvPr>
        </p:nvSpPr>
        <p:spPr>
          <a:xfrm>
            <a:off x="6186598" y="2407075"/>
            <a:ext cx="2232600" cy="689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000"/>
              <a:buNone/>
              <a:defRPr b="1" sz="5000"/>
            </a:lvl1pPr>
            <a:lvl2pPr lvl="1" rtl="0" algn="ctr">
              <a:spcBef>
                <a:spcPts val="0"/>
              </a:spcBef>
              <a:spcAft>
                <a:spcPts val="0"/>
              </a:spcAft>
              <a:buSzPts val="12000"/>
              <a:buFont typeface="Tenor Sans"/>
              <a:buNone/>
              <a:defRPr sz="12000">
                <a:latin typeface="Tenor Sans"/>
                <a:ea typeface="Tenor Sans"/>
                <a:cs typeface="Tenor Sans"/>
                <a:sym typeface="Tenor Sans"/>
              </a:defRPr>
            </a:lvl2pPr>
            <a:lvl3pPr lvl="2" rtl="0" algn="ctr">
              <a:spcBef>
                <a:spcPts val="0"/>
              </a:spcBef>
              <a:spcAft>
                <a:spcPts val="0"/>
              </a:spcAft>
              <a:buSzPts val="12000"/>
              <a:buFont typeface="Tenor Sans"/>
              <a:buNone/>
              <a:defRPr sz="12000">
                <a:latin typeface="Tenor Sans"/>
                <a:ea typeface="Tenor Sans"/>
                <a:cs typeface="Tenor Sans"/>
                <a:sym typeface="Tenor Sans"/>
              </a:defRPr>
            </a:lvl3pPr>
            <a:lvl4pPr lvl="3" rtl="0" algn="ctr">
              <a:spcBef>
                <a:spcPts val="0"/>
              </a:spcBef>
              <a:spcAft>
                <a:spcPts val="0"/>
              </a:spcAft>
              <a:buSzPts val="12000"/>
              <a:buFont typeface="Tenor Sans"/>
              <a:buNone/>
              <a:defRPr sz="12000">
                <a:latin typeface="Tenor Sans"/>
                <a:ea typeface="Tenor Sans"/>
                <a:cs typeface="Tenor Sans"/>
                <a:sym typeface="Tenor Sans"/>
              </a:defRPr>
            </a:lvl4pPr>
            <a:lvl5pPr lvl="4" rtl="0" algn="ctr">
              <a:spcBef>
                <a:spcPts val="0"/>
              </a:spcBef>
              <a:spcAft>
                <a:spcPts val="0"/>
              </a:spcAft>
              <a:buSzPts val="12000"/>
              <a:buFont typeface="Tenor Sans"/>
              <a:buNone/>
              <a:defRPr sz="12000">
                <a:latin typeface="Tenor Sans"/>
                <a:ea typeface="Tenor Sans"/>
                <a:cs typeface="Tenor Sans"/>
                <a:sym typeface="Tenor Sans"/>
              </a:defRPr>
            </a:lvl5pPr>
            <a:lvl6pPr lvl="5" rtl="0" algn="ctr">
              <a:spcBef>
                <a:spcPts val="0"/>
              </a:spcBef>
              <a:spcAft>
                <a:spcPts val="0"/>
              </a:spcAft>
              <a:buSzPts val="12000"/>
              <a:buFont typeface="Tenor Sans"/>
              <a:buNone/>
              <a:defRPr sz="12000">
                <a:latin typeface="Tenor Sans"/>
                <a:ea typeface="Tenor Sans"/>
                <a:cs typeface="Tenor Sans"/>
                <a:sym typeface="Tenor Sans"/>
              </a:defRPr>
            </a:lvl6pPr>
            <a:lvl7pPr lvl="6" rtl="0" algn="ctr">
              <a:spcBef>
                <a:spcPts val="0"/>
              </a:spcBef>
              <a:spcAft>
                <a:spcPts val="0"/>
              </a:spcAft>
              <a:buSzPts val="12000"/>
              <a:buFont typeface="Tenor Sans"/>
              <a:buNone/>
              <a:defRPr sz="12000">
                <a:latin typeface="Tenor Sans"/>
                <a:ea typeface="Tenor Sans"/>
                <a:cs typeface="Tenor Sans"/>
                <a:sym typeface="Tenor Sans"/>
              </a:defRPr>
            </a:lvl7pPr>
            <a:lvl8pPr lvl="7" rtl="0" algn="ctr">
              <a:spcBef>
                <a:spcPts val="0"/>
              </a:spcBef>
              <a:spcAft>
                <a:spcPts val="0"/>
              </a:spcAft>
              <a:buSzPts val="12000"/>
              <a:buFont typeface="Tenor Sans"/>
              <a:buNone/>
              <a:defRPr sz="12000">
                <a:latin typeface="Tenor Sans"/>
                <a:ea typeface="Tenor Sans"/>
                <a:cs typeface="Tenor Sans"/>
                <a:sym typeface="Tenor Sans"/>
              </a:defRPr>
            </a:lvl8pPr>
            <a:lvl9pPr lvl="8" rtl="0" algn="ctr">
              <a:spcBef>
                <a:spcPts val="0"/>
              </a:spcBef>
              <a:spcAft>
                <a:spcPts val="0"/>
              </a:spcAft>
              <a:buSzPts val="12000"/>
              <a:buFont typeface="Tenor Sans"/>
              <a:buNone/>
              <a:defRPr sz="12000">
                <a:latin typeface="Tenor Sans"/>
                <a:ea typeface="Tenor Sans"/>
                <a:cs typeface="Tenor Sans"/>
                <a:sym typeface="Tenor Sans"/>
              </a:defRPr>
            </a:lvl9pPr>
          </a:lstStyle>
          <a:p>
            <a:r>
              <a:t>xx%</a:t>
            </a:r>
          </a:p>
        </p:txBody>
      </p:sp>
      <p:sp>
        <p:nvSpPr>
          <p:cNvPr id="96" name="Google Shape;96;p21"/>
          <p:cNvSpPr txBox="1"/>
          <p:nvPr>
            <p:ph idx="1" type="subTitle"/>
          </p:nvPr>
        </p:nvSpPr>
        <p:spPr>
          <a:xfrm>
            <a:off x="6196200" y="3352800"/>
            <a:ext cx="2223000" cy="43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lgn="ctr">
              <a:spcBef>
                <a:spcPts val="0"/>
              </a:spcBef>
              <a:spcAft>
                <a:spcPts val="0"/>
              </a:spcAft>
              <a:buSzPts val="1800"/>
              <a:buFont typeface="Tenor Sans"/>
              <a:buNone/>
              <a:defRPr sz="1800">
                <a:latin typeface="Tenor Sans"/>
                <a:ea typeface="Tenor Sans"/>
                <a:cs typeface="Tenor Sans"/>
                <a:sym typeface="Tenor Sans"/>
              </a:defRPr>
            </a:lvl2pPr>
            <a:lvl3pPr lvl="2" rtl="0" algn="ctr">
              <a:spcBef>
                <a:spcPts val="0"/>
              </a:spcBef>
              <a:spcAft>
                <a:spcPts val="0"/>
              </a:spcAft>
              <a:buSzPts val="1800"/>
              <a:buFont typeface="Tenor Sans"/>
              <a:buNone/>
              <a:defRPr sz="1800">
                <a:latin typeface="Tenor Sans"/>
                <a:ea typeface="Tenor Sans"/>
                <a:cs typeface="Tenor Sans"/>
                <a:sym typeface="Tenor Sans"/>
              </a:defRPr>
            </a:lvl3pPr>
            <a:lvl4pPr lvl="3" rtl="0" algn="ctr">
              <a:spcBef>
                <a:spcPts val="0"/>
              </a:spcBef>
              <a:spcAft>
                <a:spcPts val="0"/>
              </a:spcAft>
              <a:buSzPts val="1800"/>
              <a:buFont typeface="Tenor Sans"/>
              <a:buNone/>
              <a:defRPr sz="1800">
                <a:latin typeface="Tenor Sans"/>
                <a:ea typeface="Tenor Sans"/>
                <a:cs typeface="Tenor Sans"/>
                <a:sym typeface="Tenor Sans"/>
              </a:defRPr>
            </a:lvl4pPr>
            <a:lvl5pPr lvl="4" rtl="0" algn="ctr">
              <a:spcBef>
                <a:spcPts val="0"/>
              </a:spcBef>
              <a:spcAft>
                <a:spcPts val="0"/>
              </a:spcAft>
              <a:buSzPts val="1800"/>
              <a:buFont typeface="Tenor Sans"/>
              <a:buNone/>
              <a:defRPr sz="1800">
                <a:latin typeface="Tenor Sans"/>
                <a:ea typeface="Tenor Sans"/>
                <a:cs typeface="Tenor Sans"/>
                <a:sym typeface="Tenor Sans"/>
              </a:defRPr>
            </a:lvl5pPr>
            <a:lvl6pPr lvl="5" rtl="0" algn="ctr">
              <a:spcBef>
                <a:spcPts val="0"/>
              </a:spcBef>
              <a:spcAft>
                <a:spcPts val="0"/>
              </a:spcAft>
              <a:buSzPts val="1800"/>
              <a:buFont typeface="Tenor Sans"/>
              <a:buNone/>
              <a:defRPr sz="1800">
                <a:latin typeface="Tenor Sans"/>
                <a:ea typeface="Tenor Sans"/>
                <a:cs typeface="Tenor Sans"/>
                <a:sym typeface="Tenor Sans"/>
              </a:defRPr>
            </a:lvl6pPr>
            <a:lvl7pPr lvl="6" rtl="0" algn="ctr">
              <a:spcBef>
                <a:spcPts val="0"/>
              </a:spcBef>
              <a:spcAft>
                <a:spcPts val="0"/>
              </a:spcAft>
              <a:buSzPts val="1800"/>
              <a:buFont typeface="Tenor Sans"/>
              <a:buNone/>
              <a:defRPr sz="1800">
                <a:latin typeface="Tenor Sans"/>
                <a:ea typeface="Tenor Sans"/>
                <a:cs typeface="Tenor Sans"/>
                <a:sym typeface="Tenor Sans"/>
              </a:defRPr>
            </a:lvl7pPr>
            <a:lvl8pPr lvl="7" rtl="0" algn="ctr">
              <a:spcBef>
                <a:spcPts val="0"/>
              </a:spcBef>
              <a:spcAft>
                <a:spcPts val="0"/>
              </a:spcAft>
              <a:buSzPts val="1800"/>
              <a:buFont typeface="Tenor Sans"/>
              <a:buNone/>
              <a:defRPr sz="1800">
                <a:latin typeface="Tenor Sans"/>
                <a:ea typeface="Tenor Sans"/>
                <a:cs typeface="Tenor Sans"/>
                <a:sym typeface="Tenor Sans"/>
              </a:defRPr>
            </a:lvl8pPr>
            <a:lvl9pPr lvl="8" rtl="0" algn="ctr">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97" name="Google Shape;97;p21"/>
          <p:cNvSpPr txBox="1"/>
          <p:nvPr>
            <p:ph idx="5" type="subTitle"/>
          </p:nvPr>
        </p:nvSpPr>
        <p:spPr>
          <a:xfrm>
            <a:off x="6196200" y="3785756"/>
            <a:ext cx="2223000" cy="78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Font typeface="Cormorant"/>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98" name="Google Shape;98;p21"/>
          <p:cNvSpPr txBox="1"/>
          <p:nvPr>
            <p:ph idx="6" type="subTitle"/>
          </p:nvPr>
        </p:nvSpPr>
        <p:spPr>
          <a:xfrm>
            <a:off x="724800" y="3352800"/>
            <a:ext cx="2223000" cy="43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lgn="ctr">
              <a:spcBef>
                <a:spcPts val="0"/>
              </a:spcBef>
              <a:spcAft>
                <a:spcPts val="0"/>
              </a:spcAft>
              <a:buSzPts val="1800"/>
              <a:buFont typeface="Tenor Sans"/>
              <a:buNone/>
              <a:defRPr sz="1800">
                <a:latin typeface="Tenor Sans"/>
                <a:ea typeface="Tenor Sans"/>
                <a:cs typeface="Tenor Sans"/>
                <a:sym typeface="Tenor Sans"/>
              </a:defRPr>
            </a:lvl2pPr>
            <a:lvl3pPr lvl="2" rtl="0" algn="ctr">
              <a:spcBef>
                <a:spcPts val="0"/>
              </a:spcBef>
              <a:spcAft>
                <a:spcPts val="0"/>
              </a:spcAft>
              <a:buSzPts val="1800"/>
              <a:buFont typeface="Tenor Sans"/>
              <a:buNone/>
              <a:defRPr sz="1800">
                <a:latin typeface="Tenor Sans"/>
                <a:ea typeface="Tenor Sans"/>
                <a:cs typeface="Tenor Sans"/>
                <a:sym typeface="Tenor Sans"/>
              </a:defRPr>
            </a:lvl3pPr>
            <a:lvl4pPr lvl="3" rtl="0" algn="ctr">
              <a:spcBef>
                <a:spcPts val="0"/>
              </a:spcBef>
              <a:spcAft>
                <a:spcPts val="0"/>
              </a:spcAft>
              <a:buSzPts val="1800"/>
              <a:buFont typeface="Tenor Sans"/>
              <a:buNone/>
              <a:defRPr sz="1800">
                <a:latin typeface="Tenor Sans"/>
                <a:ea typeface="Tenor Sans"/>
                <a:cs typeface="Tenor Sans"/>
                <a:sym typeface="Tenor Sans"/>
              </a:defRPr>
            </a:lvl4pPr>
            <a:lvl5pPr lvl="4" rtl="0" algn="ctr">
              <a:spcBef>
                <a:spcPts val="0"/>
              </a:spcBef>
              <a:spcAft>
                <a:spcPts val="0"/>
              </a:spcAft>
              <a:buSzPts val="1800"/>
              <a:buFont typeface="Tenor Sans"/>
              <a:buNone/>
              <a:defRPr sz="1800">
                <a:latin typeface="Tenor Sans"/>
                <a:ea typeface="Tenor Sans"/>
                <a:cs typeface="Tenor Sans"/>
                <a:sym typeface="Tenor Sans"/>
              </a:defRPr>
            </a:lvl5pPr>
            <a:lvl6pPr lvl="5" rtl="0" algn="ctr">
              <a:spcBef>
                <a:spcPts val="0"/>
              </a:spcBef>
              <a:spcAft>
                <a:spcPts val="0"/>
              </a:spcAft>
              <a:buSzPts val="1800"/>
              <a:buFont typeface="Tenor Sans"/>
              <a:buNone/>
              <a:defRPr sz="1800">
                <a:latin typeface="Tenor Sans"/>
                <a:ea typeface="Tenor Sans"/>
                <a:cs typeface="Tenor Sans"/>
                <a:sym typeface="Tenor Sans"/>
              </a:defRPr>
            </a:lvl6pPr>
            <a:lvl7pPr lvl="6" rtl="0" algn="ctr">
              <a:spcBef>
                <a:spcPts val="0"/>
              </a:spcBef>
              <a:spcAft>
                <a:spcPts val="0"/>
              </a:spcAft>
              <a:buSzPts val="1800"/>
              <a:buFont typeface="Tenor Sans"/>
              <a:buNone/>
              <a:defRPr sz="1800">
                <a:latin typeface="Tenor Sans"/>
                <a:ea typeface="Tenor Sans"/>
                <a:cs typeface="Tenor Sans"/>
                <a:sym typeface="Tenor Sans"/>
              </a:defRPr>
            </a:lvl7pPr>
            <a:lvl8pPr lvl="7" rtl="0" algn="ctr">
              <a:spcBef>
                <a:spcPts val="0"/>
              </a:spcBef>
              <a:spcAft>
                <a:spcPts val="0"/>
              </a:spcAft>
              <a:buSzPts val="1800"/>
              <a:buFont typeface="Tenor Sans"/>
              <a:buNone/>
              <a:defRPr sz="1800">
                <a:latin typeface="Tenor Sans"/>
                <a:ea typeface="Tenor Sans"/>
                <a:cs typeface="Tenor Sans"/>
                <a:sym typeface="Tenor Sans"/>
              </a:defRPr>
            </a:lvl8pPr>
            <a:lvl9pPr lvl="8" rtl="0" algn="ctr">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99" name="Google Shape;99;p21"/>
          <p:cNvSpPr txBox="1"/>
          <p:nvPr>
            <p:ph idx="7" type="subTitle"/>
          </p:nvPr>
        </p:nvSpPr>
        <p:spPr>
          <a:xfrm>
            <a:off x="724800" y="3785756"/>
            <a:ext cx="2223000" cy="78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Font typeface="Cormorant"/>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100" name="Google Shape;100;p21"/>
          <p:cNvSpPr txBox="1"/>
          <p:nvPr>
            <p:ph idx="8" type="subTitle"/>
          </p:nvPr>
        </p:nvSpPr>
        <p:spPr>
          <a:xfrm>
            <a:off x="3465309" y="3352800"/>
            <a:ext cx="2223000" cy="43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lgn="ctr">
              <a:spcBef>
                <a:spcPts val="0"/>
              </a:spcBef>
              <a:spcAft>
                <a:spcPts val="0"/>
              </a:spcAft>
              <a:buSzPts val="1800"/>
              <a:buFont typeface="Tenor Sans"/>
              <a:buNone/>
              <a:defRPr sz="1800">
                <a:latin typeface="Tenor Sans"/>
                <a:ea typeface="Tenor Sans"/>
                <a:cs typeface="Tenor Sans"/>
                <a:sym typeface="Tenor Sans"/>
              </a:defRPr>
            </a:lvl2pPr>
            <a:lvl3pPr lvl="2" rtl="0" algn="ctr">
              <a:spcBef>
                <a:spcPts val="0"/>
              </a:spcBef>
              <a:spcAft>
                <a:spcPts val="0"/>
              </a:spcAft>
              <a:buSzPts val="1800"/>
              <a:buFont typeface="Tenor Sans"/>
              <a:buNone/>
              <a:defRPr sz="1800">
                <a:latin typeface="Tenor Sans"/>
                <a:ea typeface="Tenor Sans"/>
                <a:cs typeface="Tenor Sans"/>
                <a:sym typeface="Tenor Sans"/>
              </a:defRPr>
            </a:lvl3pPr>
            <a:lvl4pPr lvl="3" rtl="0" algn="ctr">
              <a:spcBef>
                <a:spcPts val="0"/>
              </a:spcBef>
              <a:spcAft>
                <a:spcPts val="0"/>
              </a:spcAft>
              <a:buSzPts val="1800"/>
              <a:buFont typeface="Tenor Sans"/>
              <a:buNone/>
              <a:defRPr sz="1800">
                <a:latin typeface="Tenor Sans"/>
                <a:ea typeface="Tenor Sans"/>
                <a:cs typeface="Tenor Sans"/>
                <a:sym typeface="Tenor Sans"/>
              </a:defRPr>
            </a:lvl4pPr>
            <a:lvl5pPr lvl="4" rtl="0" algn="ctr">
              <a:spcBef>
                <a:spcPts val="0"/>
              </a:spcBef>
              <a:spcAft>
                <a:spcPts val="0"/>
              </a:spcAft>
              <a:buSzPts val="1800"/>
              <a:buFont typeface="Tenor Sans"/>
              <a:buNone/>
              <a:defRPr sz="1800">
                <a:latin typeface="Tenor Sans"/>
                <a:ea typeface="Tenor Sans"/>
                <a:cs typeface="Tenor Sans"/>
                <a:sym typeface="Tenor Sans"/>
              </a:defRPr>
            </a:lvl5pPr>
            <a:lvl6pPr lvl="5" rtl="0" algn="ctr">
              <a:spcBef>
                <a:spcPts val="0"/>
              </a:spcBef>
              <a:spcAft>
                <a:spcPts val="0"/>
              </a:spcAft>
              <a:buSzPts val="1800"/>
              <a:buFont typeface="Tenor Sans"/>
              <a:buNone/>
              <a:defRPr sz="1800">
                <a:latin typeface="Tenor Sans"/>
                <a:ea typeface="Tenor Sans"/>
                <a:cs typeface="Tenor Sans"/>
                <a:sym typeface="Tenor Sans"/>
              </a:defRPr>
            </a:lvl6pPr>
            <a:lvl7pPr lvl="6" rtl="0" algn="ctr">
              <a:spcBef>
                <a:spcPts val="0"/>
              </a:spcBef>
              <a:spcAft>
                <a:spcPts val="0"/>
              </a:spcAft>
              <a:buSzPts val="1800"/>
              <a:buFont typeface="Tenor Sans"/>
              <a:buNone/>
              <a:defRPr sz="1800">
                <a:latin typeface="Tenor Sans"/>
                <a:ea typeface="Tenor Sans"/>
                <a:cs typeface="Tenor Sans"/>
                <a:sym typeface="Tenor Sans"/>
              </a:defRPr>
            </a:lvl7pPr>
            <a:lvl8pPr lvl="7" rtl="0" algn="ctr">
              <a:spcBef>
                <a:spcPts val="0"/>
              </a:spcBef>
              <a:spcAft>
                <a:spcPts val="0"/>
              </a:spcAft>
              <a:buSzPts val="1800"/>
              <a:buFont typeface="Tenor Sans"/>
              <a:buNone/>
              <a:defRPr sz="1800">
                <a:latin typeface="Tenor Sans"/>
                <a:ea typeface="Tenor Sans"/>
                <a:cs typeface="Tenor Sans"/>
                <a:sym typeface="Tenor Sans"/>
              </a:defRPr>
            </a:lvl8pPr>
            <a:lvl9pPr lvl="8" rtl="0" algn="ctr">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101" name="Google Shape;101;p21"/>
          <p:cNvSpPr txBox="1"/>
          <p:nvPr>
            <p:ph idx="9" type="subTitle"/>
          </p:nvPr>
        </p:nvSpPr>
        <p:spPr>
          <a:xfrm>
            <a:off x="3463025" y="3785756"/>
            <a:ext cx="2223000" cy="78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Font typeface="Cormorant"/>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02" name="Shape 102"/>
        <p:cNvGrpSpPr/>
        <p:nvPr/>
      </p:nvGrpSpPr>
      <p:grpSpPr>
        <a:xfrm>
          <a:off x="0" y="0"/>
          <a:ext cx="0" cy="0"/>
          <a:chOff x="0" y="0"/>
          <a:chExt cx="0" cy="0"/>
        </a:xfrm>
      </p:grpSpPr>
      <p:sp>
        <p:nvSpPr>
          <p:cNvPr id="103" name="Google Shape;103;p22"/>
          <p:cNvSpPr txBox="1"/>
          <p:nvPr>
            <p:ph hasCustomPrompt="1" type="title"/>
          </p:nvPr>
        </p:nvSpPr>
        <p:spPr>
          <a:xfrm>
            <a:off x="2908200" y="3699229"/>
            <a:ext cx="5515800" cy="4347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3600"/>
              <a:buFont typeface="Tenor Sans"/>
              <a:buNone/>
              <a:defRPr sz="3600">
                <a:latin typeface="Tenor Sans"/>
                <a:ea typeface="Tenor Sans"/>
                <a:cs typeface="Tenor Sans"/>
                <a:sym typeface="Tenor Sans"/>
              </a:defRPr>
            </a:lvl2pPr>
            <a:lvl3pPr lvl="2" rtl="0">
              <a:spcBef>
                <a:spcPts val="0"/>
              </a:spcBef>
              <a:spcAft>
                <a:spcPts val="0"/>
              </a:spcAft>
              <a:buSzPts val="3600"/>
              <a:buFont typeface="Tenor Sans"/>
              <a:buNone/>
              <a:defRPr sz="3600">
                <a:latin typeface="Tenor Sans"/>
                <a:ea typeface="Tenor Sans"/>
                <a:cs typeface="Tenor Sans"/>
                <a:sym typeface="Tenor Sans"/>
              </a:defRPr>
            </a:lvl3pPr>
            <a:lvl4pPr lvl="3" rtl="0">
              <a:spcBef>
                <a:spcPts val="0"/>
              </a:spcBef>
              <a:spcAft>
                <a:spcPts val="0"/>
              </a:spcAft>
              <a:buSzPts val="3600"/>
              <a:buFont typeface="Tenor Sans"/>
              <a:buNone/>
              <a:defRPr sz="3600">
                <a:latin typeface="Tenor Sans"/>
                <a:ea typeface="Tenor Sans"/>
                <a:cs typeface="Tenor Sans"/>
                <a:sym typeface="Tenor Sans"/>
              </a:defRPr>
            </a:lvl4pPr>
            <a:lvl5pPr lvl="4" rtl="0">
              <a:spcBef>
                <a:spcPts val="0"/>
              </a:spcBef>
              <a:spcAft>
                <a:spcPts val="0"/>
              </a:spcAft>
              <a:buSzPts val="3600"/>
              <a:buFont typeface="Tenor Sans"/>
              <a:buNone/>
              <a:defRPr sz="3600">
                <a:latin typeface="Tenor Sans"/>
                <a:ea typeface="Tenor Sans"/>
                <a:cs typeface="Tenor Sans"/>
                <a:sym typeface="Tenor Sans"/>
              </a:defRPr>
            </a:lvl5pPr>
            <a:lvl6pPr lvl="5" rtl="0">
              <a:spcBef>
                <a:spcPts val="0"/>
              </a:spcBef>
              <a:spcAft>
                <a:spcPts val="0"/>
              </a:spcAft>
              <a:buSzPts val="3600"/>
              <a:buFont typeface="Tenor Sans"/>
              <a:buNone/>
              <a:defRPr sz="3600">
                <a:latin typeface="Tenor Sans"/>
                <a:ea typeface="Tenor Sans"/>
                <a:cs typeface="Tenor Sans"/>
                <a:sym typeface="Tenor Sans"/>
              </a:defRPr>
            </a:lvl6pPr>
            <a:lvl7pPr lvl="6" rtl="0">
              <a:spcBef>
                <a:spcPts val="0"/>
              </a:spcBef>
              <a:spcAft>
                <a:spcPts val="0"/>
              </a:spcAft>
              <a:buSzPts val="3600"/>
              <a:buFont typeface="Tenor Sans"/>
              <a:buNone/>
              <a:defRPr sz="3600">
                <a:latin typeface="Tenor Sans"/>
                <a:ea typeface="Tenor Sans"/>
                <a:cs typeface="Tenor Sans"/>
                <a:sym typeface="Tenor Sans"/>
              </a:defRPr>
            </a:lvl7pPr>
            <a:lvl8pPr lvl="7" rtl="0">
              <a:spcBef>
                <a:spcPts val="0"/>
              </a:spcBef>
              <a:spcAft>
                <a:spcPts val="0"/>
              </a:spcAft>
              <a:buSzPts val="3600"/>
              <a:buFont typeface="Tenor Sans"/>
              <a:buNone/>
              <a:defRPr sz="3600">
                <a:latin typeface="Tenor Sans"/>
                <a:ea typeface="Tenor Sans"/>
                <a:cs typeface="Tenor Sans"/>
                <a:sym typeface="Tenor Sans"/>
              </a:defRPr>
            </a:lvl8pPr>
            <a:lvl9pPr lvl="8" rtl="0">
              <a:spcBef>
                <a:spcPts val="0"/>
              </a:spcBef>
              <a:spcAft>
                <a:spcPts val="0"/>
              </a:spcAft>
              <a:buSzPts val="3600"/>
              <a:buFont typeface="Tenor Sans"/>
              <a:buNone/>
              <a:defRPr sz="3600">
                <a:latin typeface="Tenor Sans"/>
                <a:ea typeface="Tenor Sans"/>
                <a:cs typeface="Tenor Sans"/>
                <a:sym typeface="Tenor Sans"/>
              </a:defRPr>
            </a:lvl9pPr>
          </a:lstStyle>
          <a:p>
            <a:r>
              <a:t>xx%</a:t>
            </a:r>
          </a:p>
        </p:txBody>
      </p:sp>
      <p:sp>
        <p:nvSpPr>
          <p:cNvPr id="104" name="Google Shape;104;p22"/>
          <p:cNvSpPr txBox="1"/>
          <p:nvPr>
            <p:ph idx="1" type="subTitle"/>
          </p:nvPr>
        </p:nvSpPr>
        <p:spPr>
          <a:xfrm>
            <a:off x="2908200" y="4134167"/>
            <a:ext cx="5515800" cy="43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b="1"/>
            </a:lvl2pPr>
            <a:lvl3pPr lvl="2" rtl="0">
              <a:lnSpc>
                <a:spcPct val="100000"/>
              </a:lnSpc>
              <a:spcBef>
                <a:spcPts val="0"/>
              </a:spcBef>
              <a:spcAft>
                <a:spcPts val="0"/>
              </a:spcAft>
              <a:buSzPts val="1400"/>
              <a:buNone/>
              <a:defRPr b="1"/>
            </a:lvl3pPr>
            <a:lvl4pPr lvl="3" rtl="0">
              <a:lnSpc>
                <a:spcPct val="100000"/>
              </a:lnSpc>
              <a:spcBef>
                <a:spcPts val="0"/>
              </a:spcBef>
              <a:spcAft>
                <a:spcPts val="0"/>
              </a:spcAft>
              <a:buSzPts val="1400"/>
              <a:buNone/>
              <a:defRPr b="1"/>
            </a:lvl4pPr>
            <a:lvl5pPr lvl="4" rtl="0">
              <a:lnSpc>
                <a:spcPct val="100000"/>
              </a:lnSpc>
              <a:spcBef>
                <a:spcPts val="0"/>
              </a:spcBef>
              <a:spcAft>
                <a:spcPts val="0"/>
              </a:spcAft>
              <a:buSzPts val="1400"/>
              <a:buNone/>
              <a:defRPr b="1"/>
            </a:lvl5pPr>
            <a:lvl6pPr lvl="5" rtl="0">
              <a:lnSpc>
                <a:spcPct val="100000"/>
              </a:lnSpc>
              <a:spcBef>
                <a:spcPts val="0"/>
              </a:spcBef>
              <a:spcAft>
                <a:spcPts val="0"/>
              </a:spcAft>
              <a:buSzPts val="1400"/>
              <a:buNone/>
              <a:defRPr b="1"/>
            </a:lvl6pPr>
            <a:lvl7pPr lvl="6" rtl="0">
              <a:lnSpc>
                <a:spcPct val="100000"/>
              </a:lnSpc>
              <a:spcBef>
                <a:spcPts val="0"/>
              </a:spcBef>
              <a:spcAft>
                <a:spcPts val="0"/>
              </a:spcAft>
              <a:buSzPts val="1400"/>
              <a:buNone/>
              <a:defRPr b="1"/>
            </a:lvl7pPr>
            <a:lvl8pPr lvl="7" rtl="0">
              <a:lnSpc>
                <a:spcPct val="100000"/>
              </a:lnSpc>
              <a:spcBef>
                <a:spcPts val="0"/>
              </a:spcBef>
              <a:spcAft>
                <a:spcPts val="0"/>
              </a:spcAft>
              <a:buSzPts val="1400"/>
              <a:buNone/>
              <a:defRPr b="1"/>
            </a:lvl8pPr>
            <a:lvl9pPr lvl="8" rtl="0">
              <a:lnSpc>
                <a:spcPct val="100000"/>
              </a:lnSpc>
              <a:spcBef>
                <a:spcPts val="0"/>
              </a:spcBef>
              <a:spcAft>
                <a:spcPts val="0"/>
              </a:spcAft>
              <a:buSzPts val="1400"/>
              <a:buNone/>
              <a:defRPr b="1"/>
            </a:lvl9pPr>
          </a:lstStyle>
          <a:p/>
        </p:txBody>
      </p:sp>
      <p:sp>
        <p:nvSpPr>
          <p:cNvPr id="105" name="Google Shape;105;p22"/>
          <p:cNvSpPr txBox="1"/>
          <p:nvPr>
            <p:ph hasCustomPrompt="1" idx="2" type="title"/>
          </p:nvPr>
        </p:nvSpPr>
        <p:spPr>
          <a:xfrm>
            <a:off x="2908200" y="2829351"/>
            <a:ext cx="5515800" cy="4347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3600"/>
              <a:buFont typeface="Tenor Sans"/>
              <a:buNone/>
              <a:defRPr sz="3600">
                <a:latin typeface="Tenor Sans"/>
                <a:ea typeface="Tenor Sans"/>
                <a:cs typeface="Tenor Sans"/>
                <a:sym typeface="Tenor Sans"/>
              </a:defRPr>
            </a:lvl2pPr>
            <a:lvl3pPr lvl="2" rtl="0">
              <a:spcBef>
                <a:spcPts val="0"/>
              </a:spcBef>
              <a:spcAft>
                <a:spcPts val="0"/>
              </a:spcAft>
              <a:buSzPts val="3600"/>
              <a:buFont typeface="Tenor Sans"/>
              <a:buNone/>
              <a:defRPr sz="3600">
                <a:latin typeface="Tenor Sans"/>
                <a:ea typeface="Tenor Sans"/>
                <a:cs typeface="Tenor Sans"/>
                <a:sym typeface="Tenor Sans"/>
              </a:defRPr>
            </a:lvl3pPr>
            <a:lvl4pPr lvl="3" rtl="0">
              <a:spcBef>
                <a:spcPts val="0"/>
              </a:spcBef>
              <a:spcAft>
                <a:spcPts val="0"/>
              </a:spcAft>
              <a:buSzPts val="3600"/>
              <a:buFont typeface="Tenor Sans"/>
              <a:buNone/>
              <a:defRPr sz="3600">
                <a:latin typeface="Tenor Sans"/>
                <a:ea typeface="Tenor Sans"/>
                <a:cs typeface="Tenor Sans"/>
                <a:sym typeface="Tenor Sans"/>
              </a:defRPr>
            </a:lvl4pPr>
            <a:lvl5pPr lvl="4" rtl="0">
              <a:spcBef>
                <a:spcPts val="0"/>
              </a:spcBef>
              <a:spcAft>
                <a:spcPts val="0"/>
              </a:spcAft>
              <a:buSzPts val="3600"/>
              <a:buFont typeface="Tenor Sans"/>
              <a:buNone/>
              <a:defRPr sz="3600">
                <a:latin typeface="Tenor Sans"/>
                <a:ea typeface="Tenor Sans"/>
                <a:cs typeface="Tenor Sans"/>
                <a:sym typeface="Tenor Sans"/>
              </a:defRPr>
            </a:lvl5pPr>
            <a:lvl6pPr lvl="5" rtl="0">
              <a:spcBef>
                <a:spcPts val="0"/>
              </a:spcBef>
              <a:spcAft>
                <a:spcPts val="0"/>
              </a:spcAft>
              <a:buSzPts val="3600"/>
              <a:buFont typeface="Tenor Sans"/>
              <a:buNone/>
              <a:defRPr sz="3600">
                <a:latin typeface="Tenor Sans"/>
                <a:ea typeface="Tenor Sans"/>
                <a:cs typeface="Tenor Sans"/>
                <a:sym typeface="Tenor Sans"/>
              </a:defRPr>
            </a:lvl6pPr>
            <a:lvl7pPr lvl="6" rtl="0">
              <a:spcBef>
                <a:spcPts val="0"/>
              </a:spcBef>
              <a:spcAft>
                <a:spcPts val="0"/>
              </a:spcAft>
              <a:buSzPts val="3600"/>
              <a:buFont typeface="Tenor Sans"/>
              <a:buNone/>
              <a:defRPr sz="3600">
                <a:latin typeface="Tenor Sans"/>
                <a:ea typeface="Tenor Sans"/>
                <a:cs typeface="Tenor Sans"/>
                <a:sym typeface="Tenor Sans"/>
              </a:defRPr>
            </a:lvl7pPr>
            <a:lvl8pPr lvl="7" rtl="0">
              <a:spcBef>
                <a:spcPts val="0"/>
              </a:spcBef>
              <a:spcAft>
                <a:spcPts val="0"/>
              </a:spcAft>
              <a:buSzPts val="3600"/>
              <a:buFont typeface="Tenor Sans"/>
              <a:buNone/>
              <a:defRPr sz="3600">
                <a:latin typeface="Tenor Sans"/>
                <a:ea typeface="Tenor Sans"/>
                <a:cs typeface="Tenor Sans"/>
                <a:sym typeface="Tenor Sans"/>
              </a:defRPr>
            </a:lvl8pPr>
            <a:lvl9pPr lvl="8" rtl="0">
              <a:spcBef>
                <a:spcPts val="0"/>
              </a:spcBef>
              <a:spcAft>
                <a:spcPts val="0"/>
              </a:spcAft>
              <a:buSzPts val="3600"/>
              <a:buFont typeface="Tenor Sans"/>
              <a:buNone/>
              <a:defRPr sz="3600">
                <a:latin typeface="Tenor Sans"/>
                <a:ea typeface="Tenor Sans"/>
                <a:cs typeface="Tenor Sans"/>
                <a:sym typeface="Tenor Sans"/>
              </a:defRPr>
            </a:lvl9pPr>
          </a:lstStyle>
          <a:p>
            <a:r>
              <a:t>xx%</a:t>
            </a:r>
          </a:p>
        </p:txBody>
      </p:sp>
      <p:sp>
        <p:nvSpPr>
          <p:cNvPr id="106" name="Google Shape;106;p22"/>
          <p:cNvSpPr txBox="1"/>
          <p:nvPr>
            <p:ph idx="3" type="subTitle"/>
          </p:nvPr>
        </p:nvSpPr>
        <p:spPr>
          <a:xfrm>
            <a:off x="2908200" y="3264290"/>
            <a:ext cx="5515800" cy="43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b="1"/>
            </a:lvl2pPr>
            <a:lvl3pPr lvl="2" rtl="0">
              <a:lnSpc>
                <a:spcPct val="100000"/>
              </a:lnSpc>
              <a:spcBef>
                <a:spcPts val="0"/>
              </a:spcBef>
              <a:spcAft>
                <a:spcPts val="0"/>
              </a:spcAft>
              <a:buSzPts val="1400"/>
              <a:buNone/>
              <a:defRPr b="1"/>
            </a:lvl3pPr>
            <a:lvl4pPr lvl="3" rtl="0">
              <a:lnSpc>
                <a:spcPct val="100000"/>
              </a:lnSpc>
              <a:spcBef>
                <a:spcPts val="0"/>
              </a:spcBef>
              <a:spcAft>
                <a:spcPts val="0"/>
              </a:spcAft>
              <a:buSzPts val="1400"/>
              <a:buNone/>
              <a:defRPr b="1"/>
            </a:lvl4pPr>
            <a:lvl5pPr lvl="4" rtl="0">
              <a:lnSpc>
                <a:spcPct val="100000"/>
              </a:lnSpc>
              <a:spcBef>
                <a:spcPts val="0"/>
              </a:spcBef>
              <a:spcAft>
                <a:spcPts val="0"/>
              </a:spcAft>
              <a:buSzPts val="1400"/>
              <a:buNone/>
              <a:defRPr b="1"/>
            </a:lvl5pPr>
            <a:lvl6pPr lvl="5" rtl="0">
              <a:lnSpc>
                <a:spcPct val="100000"/>
              </a:lnSpc>
              <a:spcBef>
                <a:spcPts val="0"/>
              </a:spcBef>
              <a:spcAft>
                <a:spcPts val="0"/>
              </a:spcAft>
              <a:buSzPts val="1400"/>
              <a:buNone/>
              <a:defRPr b="1"/>
            </a:lvl6pPr>
            <a:lvl7pPr lvl="6" rtl="0">
              <a:lnSpc>
                <a:spcPct val="100000"/>
              </a:lnSpc>
              <a:spcBef>
                <a:spcPts val="0"/>
              </a:spcBef>
              <a:spcAft>
                <a:spcPts val="0"/>
              </a:spcAft>
              <a:buSzPts val="1400"/>
              <a:buNone/>
              <a:defRPr b="1"/>
            </a:lvl7pPr>
            <a:lvl8pPr lvl="7" rtl="0">
              <a:lnSpc>
                <a:spcPct val="100000"/>
              </a:lnSpc>
              <a:spcBef>
                <a:spcPts val="0"/>
              </a:spcBef>
              <a:spcAft>
                <a:spcPts val="0"/>
              </a:spcAft>
              <a:buSzPts val="1400"/>
              <a:buNone/>
              <a:defRPr b="1"/>
            </a:lvl8pPr>
            <a:lvl9pPr lvl="8" rtl="0">
              <a:lnSpc>
                <a:spcPct val="100000"/>
              </a:lnSpc>
              <a:spcBef>
                <a:spcPts val="0"/>
              </a:spcBef>
              <a:spcAft>
                <a:spcPts val="0"/>
              </a:spcAft>
              <a:buSzPts val="1400"/>
              <a:buNone/>
              <a:defRPr b="1"/>
            </a:lvl9pPr>
          </a:lstStyle>
          <a:p/>
        </p:txBody>
      </p:sp>
      <p:sp>
        <p:nvSpPr>
          <p:cNvPr id="107" name="Google Shape;107;p22"/>
          <p:cNvSpPr txBox="1"/>
          <p:nvPr>
            <p:ph hasCustomPrompt="1" idx="4" type="title"/>
          </p:nvPr>
        </p:nvSpPr>
        <p:spPr>
          <a:xfrm>
            <a:off x="2908200" y="1959473"/>
            <a:ext cx="5515800" cy="4347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3600"/>
              <a:buFont typeface="Tenor Sans"/>
              <a:buNone/>
              <a:defRPr sz="3600">
                <a:latin typeface="Tenor Sans"/>
                <a:ea typeface="Tenor Sans"/>
                <a:cs typeface="Tenor Sans"/>
                <a:sym typeface="Tenor Sans"/>
              </a:defRPr>
            </a:lvl2pPr>
            <a:lvl3pPr lvl="2" rtl="0">
              <a:spcBef>
                <a:spcPts val="0"/>
              </a:spcBef>
              <a:spcAft>
                <a:spcPts val="0"/>
              </a:spcAft>
              <a:buSzPts val="3600"/>
              <a:buFont typeface="Tenor Sans"/>
              <a:buNone/>
              <a:defRPr sz="3600">
                <a:latin typeface="Tenor Sans"/>
                <a:ea typeface="Tenor Sans"/>
                <a:cs typeface="Tenor Sans"/>
                <a:sym typeface="Tenor Sans"/>
              </a:defRPr>
            </a:lvl3pPr>
            <a:lvl4pPr lvl="3" rtl="0">
              <a:spcBef>
                <a:spcPts val="0"/>
              </a:spcBef>
              <a:spcAft>
                <a:spcPts val="0"/>
              </a:spcAft>
              <a:buSzPts val="3600"/>
              <a:buFont typeface="Tenor Sans"/>
              <a:buNone/>
              <a:defRPr sz="3600">
                <a:latin typeface="Tenor Sans"/>
                <a:ea typeface="Tenor Sans"/>
                <a:cs typeface="Tenor Sans"/>
                <a:sym typeface="Tenor Sans"/>
              </a:defRPr>
            </a:lvl4pPr>
            <a:lvl5pPr lvl="4" rtl="0">
              <a:spcBef>
                <a:spcPts val="0"/>
              </a:spcBef>
              <a:spcAft>
                <a:spcPts val="0"/>
              </a:spcAft>
              <a:buSzPts val="3600"/>
              <a:buFont typeface="Tenor Sans"/>
              <a:buNone/>
              <a:defRPr sz="3600">
                <a:latin typeface="Tenor Sans"/>
                <a:ea typeface="Tenor Sans"/>
                <a:cs typeface="Tenor Sans"/>
                <a:sym typeface="Tenor Sans"/>
              </a:defRPr>
            </a:lvl5pPr>
            <a:lvl6pPr lvl="5" rtl="0">
              <a:spcBef>
                <a:spcPts val="0"/>
              </a:spcBef>
              <a:spcAft>
                <a:spcPts val="0"/>
              </a:spcAft>
              <a:buSzPts val="3600"/>
              <a:buFont typeface="Tenor Sans"/>
              <a:buNone/>
              <a:defRPr sz="3600">
                <a:latin typeface="Tenor Sans"/>
                <a:ea typeface="Tenor Sans"/>
                <a:cs typeface="Tenor Sans"/>
                <a:sym typeface="Tenor Sans"/>
              </a:defRPr>
            </a:lvl6pPr>
            <a:lvl7pPr lvl="6" rtl="0">
              <a:spcBef>
                <a:spcPts val="0"/>
              </a:spcBef>
              <a:spcAft>
                <a:spcPts val="0"/>
              </a:spcAft>
              <a:buSzPts val="3600"/>
              <a:buFont typeface="Tenor Sans"/>
              <a:buNone/>
              <a:defRPr sz="3600">
                <a:latin typeface="Tenor Sans"/>
                <a:ea typeface="Tenor Sans"/>
                <a:cs typeface="Tenor Sans"/>
                <a:sym typeface="Tenor Sans"/>
              </a:defRPr>
            </a:lvl7pPr>
            <a:lvl8pPr lvl="7" rtl="0">
              <a:spcBef>
                <a:spcPts val="0"/>
              </a:spcBef>
              <a:spcAft>
                <a:spcPts val="0"/>
              </a:spcAft>
              <a:buSzPts val="3600"/>
              <a:buFont typeface="Tenor Sans"/>
              <a:buNone/>
              <a:defRPr sz="3600">
                <a:latin typeface="Tenor Sans"/>
                <a:ea typeface="Tenor Sans"/>
                <a:cs typeface="Tenor Sans"/>
                <a:sym typeface="Tenor Sans"/>
              </a:defRPr>
            </a:lvl8pPr>
            <a:lvl9pPr lvl="8" rtl="0">
              <a:spcBef>
                <a:spcPts val="0"/>
              </a:spcBef>
              <a:spcAft>
                <a:spcPts val="0"/>
              </a:spcAft>
              <a:buSzPts val="3600"/>
              <a:buFont typeface="Tenor Sans"/>
              <a:buNone/>
              <a:defRPr sz="3600">
                <a:latin typeface="Tenor Sans"/>
                <a:ea typeface="Tenor Sans"/>
                <a:cs typeface="Tenor Sans"/>
                <a:sym typeface="Tenor Sans"/>
              </a:defRPr>
            </a:lvl9pPr>
          </a:lstStyle>
          <a:p>
            <a:r>
              <a:t>xx%</a:t>
            </a:r>
          </a:p>
        </p:txBody>
      </p:sp>
      <p:sp>
        <p:nvSpPr>
          <p:cNvPr id="108" name="Google Shape;108;p22"/>
          <p:cNvSpPr txBox="1"/>
          <p:nvPr>
            <p:ph idx="5" type="subTitle"/>
          </p:nvPr>
        </p:nvSpPr>
        <p:spPr>
          <a:xfrm>
            <a:off x="2908200" y="2394412"/>
            <a:ext cx="5515800" cy="43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spTree>
      <p:nvGrpSpPr>
        <p:cNvPr id="109" name="Shape 109"/>
        <p:cNvGrpSpPr/>
        <p:nvPr/>
      </p:nvGrpSpPr>
      <p:grpSpPr>
        <a:xfrm>
          <a:off x="0" y="0"/>
          <a:ext cx="0" cy="0"/>
          <a:chOff x="0" y="0"/>
          <a:chExt cx="0" cy="0"/>
        </a:xfrm>
      </p:grpSpPr>
      <p:sp>
        <p:nvSpPr>
          <p:cNvPr id="110" name="Google Shape;110;p23"/>
          <p:cNvSpPr txBox="1"/>
          <p:nvPr>
            <p:ph type="title"/>
          </p:nvPr>
        </p:nvSpPr>
        <p:spPr>
          <a:xfrm>
            <a:off x="720000" y="1870575"/>
            <a:ext cx="3627600" cy="481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atin typeface="Quicksand"/>
                <a:ea typeface="Quicksand"/>
                <a:cs typeface="Quicksand"/>
                <a:sym typeface="Quicksand"/>
              </a:defRPr>
            </a:lvl2pPr>
            <a:lvl3pPr lvl="2" rtl="0" algn="ctr">
              <a:spcBef>
                <a:spcPts val="0"/>
              </a:spcBef>
              <a:spcAft>
                <a:spcPts val="0"/>
              </a:spcAft>
              <a:buSzPts val="2800"/>
              <a:buNone/>
              <a:defRPr>
                <a:latin typeface="Quicksand"/>
                <a:ea typeface="Quicksand"/>
                <a:cs typeface="Quicksand"/>
                <a:sym typeface="Quicksand"/>
              </a:defRPr>
            </a:lvl3pPr>
            <a:lvl4pPr lvl="3" rtl="0" algn="ctr">
              <a:spcBef>
                <a:spcPts val="0"/>
              </a:spcBef>
              <a:spcAft>
                <a:spcPts val="0"/>
              </a:spcAft>
              <a:buSzPts val="2800"/>
              <a:buNone/>
              <a:defRPr>
                <a:latin typeface="Quicksand"/>
                <a:ea typeface="Quicksand"/>
                <a:cs typeface="Quicksand"/>
                <a:sym typeface="Quicksand"/>
              </a:defRPr>
            </a:lvl4pPr>
            <a:lvl5pPr lvl="4" rtl="0" algn="ctr">
              <a:spcBef>
                <a:spcPts val="0"/>
              </a:spcBef>
              <a:spcAft>
                <a:spcPts val="0"/>
              </a:spcAft>
              <a:buSzPts val="2800"/>
              <a:buNone/>
              <a:defRPr>
                <a:latin typeface="Quicksand"/>
                <a:ea typeface="Quicksand"/>
                <a:cs typeface="Quicksand"/>
                <a:sym typeface="Quicksand"/>
              </a:defRPr>
            </a:lvl5pPr>
            <a:lvl6pPr lvl="5" rtl="0" algn="ctr">
              <a:spcBef>
                <a:spcPts val="0"/>
              </a:spcBef>
              <a:spcAft>
                <a:spcPts val="0"/>
              </a:spcAft>
              <a:buSzPts val="2800"/>
              <a:buNone/>
              <a:defRPr>
                <a:latin typeface="Quicksand"/>
                <a:ea typeface="Quicksand"/>
                <a:cs typeface="Quicksand"/>
                <a:sym typeface="Quicksand"/>
              </a:defRPr>
            </a:lvl6pPr>
            <a:lvl7pPr lvl="6" rtl="0" algn="ctr">
              <a:spcBef>
                <a:spcPts val="0"/>
              </a:spcBef>
              <a:spcAft>
                <a:spcPts val="0"/>
              </a:spcAft>
              <a:buSzPts val="2800"/>
              <a:buNone/>
              <a:defRPr>
                <a:latin typeface="Quicksand"/>
                <a:ea typeface="Quicksand"/>
                <a:cs typeface="Quicksand"/>
                <a:sym typeface="Quicksand"/>
              </a:defRPr>
            </a:lvl7pPr>
            <a:lvl8pPr lvl="7" rtl="0" algn="ctr">
              <a:spcBef>
                <a:spcPts val="0"/>
              </a:spcBef>
              <a:spcAft>
                <a:spcPts val="0"/>
              </a:spcAft>
              <a:buSzPts val="2800"/>
              <a:buNone/>
              <a:defRPr>
                <a:latin typeface="Quicksand"/>
                <a:ea typeface="Quicksand"/>
                <a:cs typeface="Quicksand"/>
                <a:sym typeface="Quicksand"/>
              </a:defRPr>
            </a:lvl8pPr>
            <a:lvl9pPr lvl="8" rtl="0" algn="ctr">
              <a:spcBef>
                <a:spcPts val="0"/>
              </a:spcBef>
              <a:spcAft>
                <a:spcPts val="0"/>
              </a:spcAft>
              <a:buSzPts val="2800"/>
              <a:buNone/>
              <a:defRPr>
                <a:latin typeface="Quicksand"/>
                <a:ea typeface="Quicksand"/>
                <a:cs typeface="Quicksand"/>
                <a:sym typeface="Quicksand"/>
              </a:defRPr>
            </a:lvl9pPr>
          </a:lstStyle>
          <a:p/>
        </p:txBody>
      </p:sp>
      <p:sp>
        <p:nvSpPr>
          <p:cNvPr id="111" name="Google Shape;111;p23"/>
          <p:cNvSpPr txBox="1"/>
          <p:nvPr>
            <p:ph idx="1" type="subTitle"/>
          </p:nvPr>
        </p:nvSpPr>
        <p:spPr>
          <a:xfrm>
            <a:off x="720000" y="2799075"/>
            <a:ext cx="3627600" cy="108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0">
    <p:spTree>
      <p:nvGrpSpPr>
        <p:cNvPr id="112" name="Shape 112"/>
        <p:cNvGrpSpPr/>
        <p:nvPr/>
      </p:nvGrpSpPr>
      <p:grpSpPr>
        <a:xfrm>
          <a:off x="0" y="0"/>
          <a:ext cx="0" cy="0"/>
          <a:chOff x="0" y="0"/>
          <a:chExt cx="0" cy="0"/>
        </a:xfrm>
      </p:grpSpPr>
      <p:sp>
        <p:nvSpPr>
          <p:cNvPr id="113" name="Google Shape;113;p24"/>
          <p:cNvSpPr txBox="1"/>
          <p:nvPr>
            <p:ph type="title"/>
          </p:nvPr>
        </p:nvSpPr>
        <p:spPr>
          <a:xfrm>
            <a:off x="4794500" y="1870575"/>
            <a:ext cx="3629700" cy="481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atin typeface="Quicksand"/>
                <a:ea typeface="Quicksand"/>
                <a:cs typeface="Quicksand"/>
                <a:sym typeface="Quicksand"/>
              </a:defRPr>
            </a:lvl2pPr>
            <a:lvl3pPr lvl="2" rtl="0" algn="ctr">
              <a:spcBef>
                <a:spcPts val="0"/>
              </a:spcBef>
              <a:spcAft>
                <a:spcPts val="0"/>
              </a:spcAft>
              <a:buSzPts val="2800"/>
              <a:buNone/>
              <a:defRPr>
                <a:latin typeface="Quicksand"/>
                <a:ea typeface="Quicksand"/>
                <a:cs typeface="Quicksand"/>
                <a:sym typeface="Quicksand"/>
              </a:defRPr>
            </a:lvl3pPr>
            <a:lvl4pPr lvl="3" rtl="0" algn="ctr">
              <a:spcBef>
                <a:spcPts val="0"/>
              </a:spcBef>
              <a:spcAft>
                <a:spcPts val="0"/>
              </a:spcAft>
              <a:buSzPts val="2800"/>
              <a:buNone/>
              <a:defRPr>
                <a:latin typeface="Quicksand"/>
                <a:ea typeface="Quicksand"/>
                <a:cs typeface="Quicksand"/>
                <a:sym typeface="Quicksand"/>
              </a:defRPr>
            </a:lvl4pPr>
            <a:lvl5pPr lvl="4" rtl="0" algn="ctr">
              <a:spcBef>
                <a:spcPts val="0"/>
              </a:spcBef>
              <a:spcAft>
                <a:spcPts val="0"/>
              </a:spcAft>
              <a:buSzPts val="2800"/>
              <a:buNone/>
              <a:defRPr>
                <a:latin typeface="Quicksand"/>
                <a:ea typeface="Quicksand"/>
                <a:cs typeface="Quicksand"/>
                <a:sym typeface="Quicksand"/>
              </a:defRPr>
            </a:lvl5pPr>
            <a:lvl6pPr lvl="5" rtl="0" algn="ctr">
              <a:spcBef>
                <a:spcPts val="0"/>
              </a:spcBef>
              <a:spcAft>
                <a:spcPts val="0"/>
              </a:spcAft>
              <a:buSzPts val="2800"/>
              <a:buNone/>
              <a:defRPr>
                <a:latin typeface="Quicksand"/>
                <a:ea typeface="Quicksand"/>
                <a:cs typeface="Quicksand"/>
                <a:sym typeface="Quicksand"/>
              </a:defRPr>
            </a:lvl6pPr>
            <a:lvl7pPr lvl="6" rtl="0" algn="ctr">
              <a:spcBef>
                <a:spcPts val="0"/>
              </a:spcBef>
              <a:spcAft>
                <a:spcPts val="0"/>
              </a:spcAft>
              <a:buSzPts val="2800"/>
              <a:buNone/>
              <a:defRPr>
                <a:latin typeface="Quicksand"/>
                <a:ea typeface="Quicksand"/>
                <a:cs typeface="Quicksand"/>
                <a:sym typeface="Quicksand"/>
              </a:defRPr>
            </a:lvl7pPr>
            <a:lvl8pPr lvl="7" rtl="0" algn="ctr">
              <a:spcBef>
                <a:spcPts val="0"/>
              </a:spcBef>
              <a:spcAft>
                <a:spcPts val="0"/>
              </a:spcAft>
              <a:buSzPts val="2800"/>
              <a:buNone/>
              <a:defRPr>
                <a:latin typeface="Quicksand"/>
                <a:ea typeface="Quicksand"/>
                <a:cs typeface="Quicksand"/>
                <a:sym typeface="Quicksand"/>
              </a:defRPr>
            </a:lvl8pPr>
            <a:lvl9pPr lvl="8" rtl="0" algn="ctr">
              <a:spcBef>
                <a:spcPts val="0"/>
              </a:spcBef>
              <a:spcAft>
                <a:spcPts val="0"/>
              </a:spcAft>
              <a:buSzPts val="2800"/>
              <a:buNone/>
              <a:defRPr>
                <a:latin typeface="Quicksand"/>
                <a:ea typeface="Quicksand"/>
                <a:cs typeface="Quicksand"/>
                <a:sym typeface="Quicksand"/>
              </a:defRPr>
            </a:lvl9pPr>
          </a:lstStyle>
          <a:p/>
        </p:txBody>
      </p:sp>
      <p:sp>
        <p:nvSpPr>
          <p:cNvPr id="114" name="Google Shape;114;p24"/>
          <p:cNvSpPr txBox="1"/>
          <p:nvPr>
            <p:ph idx="1" type="subTitle"/>
          </p:nvPr>
        </p:nvSpPr>
        <p:spPr>
          <a:xfrm>
            <a:off x="4794500" y="2799075"/>
            <a:ext cx="3629700" cy="108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3">
    <p:spTree>
      <p:nvGrpSpPr>
        <p:cNvPr id="115" name="Shape 115"/>
        <p:cNvGrpSpPr/>
        <p:nvPr/>
      </p:nvGrpSpPr>
      <p:grpSpPr>
        <a:xfrm>
          <a:off x="0" y="0"/>
          <a:ext cx="0" cy="0"/>
          <a:chOff x="0" y="0"/>
          <a:chExt cx="0" cy="0"/>
        </a:xfrm>
      </p:grpSpPr>
      <p:sp>
        <p:nvSpPr>
          <p:cNvPr id="116" name="Google Shape;116;p25"/>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atin typeface="Quicksand"/>
                <a:ea typeface="Quicksand"/>
                <a:cs typeface="Quicksand"/>
                <a:sym typeface="Quicksand"/>
              </a:defRPr>
            </a:lvl2pPr>
            <a:lvl3pPr lvl="2">
              <a:spcBef>
                <a:spcPts val="0"/>
              </a:spcBef>
              <a:spcAft>
                <a:spcPts val="0"/>
              </a:spcAft>
              <a:buSzPts val="2800"/>
              <a:buNone/>
              <a:defRPr>
                <a:latin typeface="Quicksand"/>
                <a:ea typeface="Quicksand"/>
                <a:cs typeface="Quicksand"/>
                <a:sym typeface="Quicksand"/>
              </a:defRPr>
            </a:lvl3pPr>
            <a:lvl4pPr lvl="3">
              <a:spcBef>
                <a:spcPts val="0"/>
              </a:spcBef>
              <a:spcAft>
                <a:spcPts val="0"/>
              </a:spcAft>
              <a:buSzPts val="2800"/>
              <a:buNone/>
              <a:defRPr>
                <a:latin typeface="Quicksand"/>
                <a:ea typeface="Quicksand"/>
                <a:cs typeface="Quicksand"/>
                <a:sym typeface="Quicksand"/>
              </a:defRPr>
            </a:lvl4pPr>
            <a:lvl5pPr lvl="4">
              <a:spcBef>
                <a:spcPts val="0"/>
              </a:spcBef>
              <a:spcAft>
                <a:spcPts val="0"/>
              </a:spcAft>
              <a:buSzPts val="2800"/>
              <a:buNone/>
              <a:defRPr>
                <a:latin typeface="Quicksand"/>
                <a:ea typeface="Quicksand"/>
                <a:cs typeface="Quicksand"/>
                <a:sym typeface="Quicksand"/>
              </a:defRPr>
            </a:lvl5pPr>
            <a:lvl6pPr lvl="5">
              <a:spcBef>
                <a:spcPts val="0"/>
              </a:spcBef>
              <a:spcAft>
                <a:spcPts val="0"/>
              </a:spcAft>
              <a:buSzPts val="2800"/>
              <a:buNone/>
              <a:defRPr>
                <a:latin typeface="Quicksand"/>
                <a:ea typeface="Quicksand"/>
                <a:cs typeface="Quicksand"/>
                <a:sym typeface="Quicksand"/>
              </a:defRPr>
            </a:lvl6pPr>
            <a:lvl7pPr lvl="6">
              <a:spcBef>
                <a:spcPts val="0"/>
              </a:spcBef>
              <a:spcAft>
                <a:spcPts val="0"/>
              </a:spcAft>
              <a:buSzPts val="2800"/>
              <a:buNone/>
              <a:defRPr>
                <a:latin typeface="Quicksand"/>
                <a:ea typeface="Quicksand"/>
                <a:cs typeface="Quicksand"/>
                <a:sym typeface="Quicksand"/>
              </a:defRPr>
            </a:lvl7pPr>
            <a:lvl8pPr lvl="7">
              <a:spcBef>
                <a:spcPts val="0"/>
              </a:spcBef>
              <a:spcAft>
                <a:spcPts val="0"/>
              </a:spcAft>
              <a:buSzPts val="2800"/>
              <a:buNone/>
              <a:defRPr>
                <a:latin typeface="Quicksand"/>
                <a:ea typeface="Quicksand"/>
                <a:cs typeface="Quicksand"/>
                <a:sym typeface="Quicksand"/>
              </a:defRPr>
            </a:lvl8pPr>
            <a:lvl9pPr lvl="8">
              <a:spcBef>
                <a:spcPts val="0"/>
              </a:spcBef>
              <a:spcAft>
                <a:spcPts val="0"/>
              </a:spcAft>
              <a:buSzPts val="2800"/>
              <a:buNone/>
              <a:defRPr>
                <a:latin typeface="Quicksand"/>
                <a:ea typeface="Quicksand"/>
                <a:cs typeface="Quicksand"/>
                <a:sym typeface="Quicksand"/>
              </a:defRPr>
            </a:lvl9pPr>
          </a:lstStyle>
          <a:p/>
        </p:txBody>
      </p:sp>
      <p:sp>
        <p:nvSpPr>
          <p:cNvPr id="117" name="Google Shape;117;p25"/>
          <p:cNvSpPr txBox="1"/>
          <p:nvPr>
            <p:ph idx="1" type="subTitle"/>
          </p:nvPr>
        </p:nvSpPr>
        <p:spPr>
          <a:xfrm>
            <a:off x="720000" y="1999150"/>
            <a:ext cx="2211300" cy="384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lgn="r">
              <a:spcBef>
                <a:spcPts val="0"/>
              </a:spcBef>
              <a:spcAft>
                <a:spcPts val="0"/>
              </a:spcAft>
              <a:buSzPts val="1800"/>
              <a:buFont typeface="Tenor Sans"/>
              <a:buNone/>
              <a:defRPr sz="1800">
                <a:latin typeface="Tenor Sans"/>
                <a:ea typeface="Tenor Sans"/>
                <a:cs typeface="Tenor Sans"/>
                <a:sym typeface="Tenor Sans"/>
              </a:defRPr>
            </a:lvl2pPr>
            <a:lvl3pPr lvl="2" rtl="0" algn="r">
              <a:spcBef>
                <a:spcPts val="0"/>
              </a:spcBef>
              <a:spcAft>
                <a:spcPts val="0"/>
              </a:spcAft>
              <a:buSzPts val="1800"/>
              <a:buFont typeface="Tenor Sans"/>
              <a:buNone/>
              <a:defRPr sz="1800">
                <a:latin typeface="Tenor Sans"/>
                <a:ea typeface="Tenor Sans"/>
                <a:cs typeface="Tenor Sans"/>
                <a:sym typeface="Tenor Sans"/>
              </a:defRPr>
            </a:lvl3pPr>
            <a:lvl4pPr lvl="3" rtl="0" algn="r">
              <a:spcBef>
                <a:spcPts val="0"/>
              </a:spcBef>
              <a:spcAft>
                <a:spcPts val="0"/>
              </a:spcAft>
              <a:buSzPts val="1800"/>
              <a:buFont typeface="Tenor Sans"/>
              <a:buNone/>
              <a:defRPr sz="1800">
                <a:latin typeface="Tenor Sans"/>
                <a:ea typeface="Tenor Sans"/>
                <a:cs typeface="Tenor Sans"/>
                <a:sym typeface="Tenor Sans"/>
              </a:defRPr>
            </a:lvl4pPr>
            <a:lvl5pPr lvl="4" rtl="0" algn="r">
              <a:spcBef>
                <a:spcPts val="0"/>
              </a:spcBef>
              <a:spcAft>
                <a:spcPts val="0"/>
              </a:spcAft>
              <a:buSzPts val="1800"/>
              <a:buFont typeface="Tenor Sans"/>
              <a:buNone/>
              <a:defRPr sz="1800">
                <a:latin typeface="Tenor Sans"/>
                <a:ea typeface="Tenor Sans"/>
                <a:cs typeface="Tenor Sans"/>
                <a:sym typeface="Tenor Sans"/>
              </a:defRPr>
            </a:lvl5pPr>
            <a:lvl6pPr lvl="5" rtl="0" algn="r">
              <a:spcBef>
                <a:spcPts val="0"/>
              </a:spcBef>
              <a:spcAft>
                <a:spcPts val="0"/>
              </a:spcAft>
              <a:buSzPts val="1800"/>
              <a:buFont typeface="Tenor Sans"/>
              <a:buNone/>
              <a:defRPr sz="1800">
                <a:latin typeface="Tenor Sans"/>
                <a:ea typeface="Tenor Sans"/>
                <a:cs typeface="Tenor Sans"/>
                <a:sym typeface="Tenor Sans"/>
              </a:defRPr>
            </a:lvl6pPr>
            <a:lvl7pPr lvl="6" rtl="0" algn="r">
              <a:spcBef>
                <a:spcPts val="0"/>
              </a:spcBef>
              <a:spcAft>
                <a:spcPts val="0"/>
              </a:spcAft>
              <a:buSzPts val="1800"/>
              <a:buFont typeface="Tenor Sans"/>
              <a:buNone/>
              <a:defRPr sz="1800">
                <a:latin typeface="Tenor Sans"/>
                <a:ea typeface="Tenor Sans"/>
                <a:cs typeface="Tenor Sans"/>
                <a:sym typeface="Tenor Sans"/>
              </a:defRPr>
            </a:lvl7pPr>
            <a:lvl8pPr lvl="7" rtl="0" algn="r">
              <a:spcBef>
                <a:spcPts val="0"/>
              </a:spcBef>
              <a:spcAft>
                <a:spcPts val="0"/>
              </a:spcAft>
              <a:buSzPts val="1800"/>
              <a:buFont typeface="Tenor Sans"/>
              <a:buNone/>
              <a:defRPr sz="1800">
                <a:latin typeface="Tenor Sans"/>
                <a:ea typeface="Tenor Sans"/>
                <a:cs typeface="Tenor Sans"/>
                <a:sym typeface="Tenor Sans"/>
              </a:defRPr>
            </a:lvl8pPr>
            <a:lvl9pPr lvl="8" rtl="0" algn="r">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118" name="Google Shape;118;p25"/>
          <p:cNvSpPr txBox="1"/>
          <p:nvPr>
            <p:ph idx="2" type="subTitle"/>
          </p:nvPr>
        </p:nvSpPr>
        <p:spPr>
          <a:xfrm>
            <a:off x="720000" y="2383650"/>
            <a:ext cx="2211300" cy="749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sp>
        <p:nvSpPr>
          <p:cNvPr id="119" name="Google Shape;119;p25"/>
          <p:cNvSpPr txBox="1"/>
          <p:nvPr>
            <p:ph idx="3" type="subTitle"/>
          </p:nvPr>
        </p:nvSpPr>
        <p:spPr>
          <a:xfrm>
            <a:off x="720000" y="3399550"/>
            <a:ext cx="2211300" cy="384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lgn="r">
              <a:spcBef>
                <a:spcPts val="0"/>
              </a:spcBef>
              <a:spcAft>
                <a:spcPts val="0"/>
              </a:spcAft>
              <a:buSzPts val="1800"/>
              <a:buFont typeface="Tenor Sans"/>
              <a:buNone/>
              <a:defRPr sz="1800">
                <a:latin typeface="Tenor Sans"/>
                <a:ea typeface="Tenor Sans"/>
                <a:cs typeface="Tenor Sans"/>
                <a:sym typeface="Tenor Sans"/>
              </a:defRPr>
            </a:lvl2pPr>
            <a:lvl3pPr lvl="2" rtl="0" algn="r">
              <a:spcBef>
                <a:spcPts val="0"/>
              </a:spcBef>
              <a:spcAft>
                <a:spcPts val="0"/>
              </a:spcAft>
              <a:buSzPts val="1800"/>
              <a:buFont typeface="Tenor Sans"/>
              <a:buNone/>
              <a:defRPr sz="1800">
                <a:latin typeface="Tenor Sans"/>
                <a:ea typeface="Tenor Sans"/>
                <a:cs typeface="Tenor Sans"/>
                <a:sym typeface="Tenor Sans"/>
              </a:defRPr>
            </a:lvl3pPr>
            <a:lvl4pPr lvl="3" rtl="0" algn="r">
              <a:spcBef>
                <a:spcPts val="0"/>
              </a:spcBef>
              <a:spcAft>
                <a:spcPts val="0"/>
              </a:spcAft>
              <a:buSzPts val="1800"/>
              <a:buFont typeface="Tenor Sans"/>
              <a:buNone/>
              <a:defRPr sz="1800">
                <a:latin typeface="Tenor Sans"/>
                <a:ea typeface="Tenor Sans"/>
                <a:cs typeface="Tenor Sans"/>
                <a:sym typeface="Tenor Sans"/>
              </a:defRPr>
            </a:lvl4pPr>
            <a:lvl5pPr lvl="4" rtl="0" algn="r">
              <a:spcBef>
                <a:spcPts val="0"/>
              </a:spcBef>
              <a:spcAft>
                <a:spcPts val="0"/>
              </a:spcAft>
              <a:buSzPts val="1800"/>
              <a:buFont typeface="Tenor Sans"/>
              <a:buNone/>
              <a:defRPr sz="1800">
                <a:latin typeface="Tenor Sans"/>
                <a:ea typeface="Tenor Sans"/>
                <a:cs typeface="Tenor Sans"/>
                <a:sym typeface="Tenor Sans"/>
              </a:defRPr>
            </a:lvl5pPr>
            <a:lvl6pPr lvl="5" rtl="0" algn="r">
              <a:spcBef>
                <a:spcPts val="0"/>
              </a:spcBef>
              <a:spcAft>
                <a:spcPts val="0"/>
              </a:spcAft>
              <a:buSzPts val="1800"/>
              <a:buFont typeface="Tenor Sans"/>
              <a:buNone/>
              <a:defRPr sz="1800">
                <a:latin typeface="Tenor Sans"/>
                <a:ea typeface="Tenor Sans"/>
                <a:cs typeface="Tenor Sans"/>
                <a:sym typeface="Tenor Sans"/>
              </a:defRPr>
            </a:lvl6pPr>
            <a:lvl7pPr lvl="6" rtl="0" algn="r">
              <a:spcBef>
                <a:spcPts val="0"/>
              </a:spcBef>
              <a:spcAft>
                <a:spcPts val="0"/>
              </a:spcAft>
              <a:buSzPts val="1800"/>
              <a:buFont typeface="Tenor Sans"/>
              <a:buNone/>
              <a:defRPr sz="1800">
                <a:latin typeface="Tenor Sans"/>
                <a:ea typeface="Tenor Sans"/>
                <a:cs typeface="Tenor Sans"/>
                <a:sym typeface="Tenor Sans"/>
              </a:defRPr>
            </a:lvl7pPr>
            <a:lvl8pPr lvl="7" rtl="0" algn="r">
              <a:spcBef>
                <a:spcPts val="0"/>
              </a:spcBef>
              <a:spcAft>
                <a:spcPts val="0"/>
              </a:spcAft>
              <a:buSzPts val="1800"/>
              <a:buFont typeface="Tenor Sans"/>
              <a:buNone/>
              <a:defRPr sz="1800">
                <a:latin typeface="Tenor Sans"/>
                <a:ea typeface="Tenor Sans"/>
                <a:cs typeface="Tenor Sans"/>
                <a:sym typeface="Tenor Sans"/>
              </a:defRPr>
            </a:lvl8pPr>
            <a:lvl9pPr lvl="8" rtl="0" algn="r">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120" name="Google Shape;120;p25"/>
          <p:cNvSpPr txBox="1"/>
          <p:nvPr>
            <p:ph idx="4" type="subTitle"/>
          </p:nvPr>
        </p:nvSpPr>
        <p:spPr>
          <a:xfrm>
            <a:off x="720000" y="3784150"/>
            <a:ext cx="2211300" cy="749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sp>
        <p:nvSpPr>
          <p:cNvPr id="121" name="Google Shape;121;p25"/>
          <p:cNvSpPr txBox="1"/>
          <p:nvPr>
            <p:ph idx="5" type="subTitle"/>
          </p:nvPr>
        </p:nvSpPr>
        <p:spPr>
          <a:xfrm>
            <a:off x="6229625" y="1999150"/>
            <a:ext cx="2194500" cy="38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spcBef>
                <a:spcPts val="0"/>
              </a:spcBef>
              <a:spcAft>
                <a:spcPts val="0"/>
              </a:spcAft>
              <a:buSzPts val="1800"/>
              <a:buFont typeface="Tenor Sans"/>
              <a:buNone/>
              <a:defRPr sz="1800">
                <a:latin typeface="Tenor Sans"/>
                <a:ea typeface="Tenor Sans"/>
                <a:cs typeface="Tenor Sans"/>
                <a:sym typeface="Tenor Sans"/>
              </a:defRPr>
            </a:lvl2pPr>
            <a:lvl3pPr lvl="2" rtl="0">
              <a:spcBef>
                <a:spcPts val="0"/>
              </a:spcBef>
              <a:spcAft>
                <a:spcPts val="0"/>
              </a:spcAft>
              <a:buSzPts val="1800"/>
              <a:buFont typeface="Tenor Sans"/>
              <a:buNone/>
              <a:defRPr sz="1800">
                <a:latin typeface="Tenor Sans"/>
                <a:ea typeface="Tenor Sans"/>
                <a:cs typeface="Tenor Sans"/>
                <a:sym typeface="Tenor Sans"/>
              </a:defRPr>
            </a:lvl3pPr>
            <a:lvl4pPr lvl="3" rtl="0">
              <a:spcBef>
                <a:spcPts val="0"/>
              </a:spcBef>
              <a:spcAft>
                <a:spcPts val="0"/>
              </a:spcAft>
              <a:buSzPts val="1800"/>
              <a:buFont typeface="Tenor Sans"/>
              <a:buNone/>
              <a:defRPr sz="1800">
                <a:latin typeface="Tenor Sans"/>
                <a:ea typeface="Tenor Sans"/>
                <a:cs typeface="Tenor Sans"/>
                <a:sym typeface="Tenor Sans"/>
              </a:defRPr>
            </a:lvl4pPr>
            <a:lvl5pPr lvl="4" rtl="0">
              <a:spcBef>
                <a:spcPts val="0"/>
              </a:spcBef>
              <a:spcAft>
                <a:spcPts val="0"/>
              </a:spcAft>
              <a:buSzPts val="1800"/>
              <a:buFont typeface="Tenor Sans"/>
              <a:buNone/>
              <a:defRPr sz="1800">
                <a:latin typeface="Tenor Sans"/>
                <a:ea typeface="Tenor Sans"/>
                <a:cs typeface="Tenor Sans"/>
                <a:sym typeface="Tenor Sans"/>
              </a:defRPr>
            </a:lvl5pPr>
            <a:lvl6pPr lvl="5" rtl="0">
              <a:spcBef>
                <a:spcPts val="0"/>
              </a:spcBef>
              <a:spcAft>
                <a:spcPts val="0"/>
              </a:spcAft>
              <a:buSzPts val="1800"/>
              <a:buFont typeface="Tenor Sans"/>
              <a:buNone/>
              <a:defRPr sz="1800">
                <a:latin typeface="Tenor Sans"/>
                <a:ea typeface="Tenor Sans"/>
                <a:cs typeface="Tenor Sans"/>
                <a:sym typeface="Tenor Sans"/>
              </a:defRPr>
            </a:lvl6pPr>
            <a:lvl7pPr lvl="6" rtl="0">
              <a:spcBef>
                <a:spcPts val="0"/>
              </a:spcBef>
              <a:spcAft>
                <a:spcPts val="0"/>
              </a:spcAft>
              <a:buSzPts val="1800"/>
              <a:buFont typeface="Tenor Sans"/>
              <a:buNone/>
              <a:defRPr sz="1800">
                <a:latin typeface="Tenor Sans"/>
                <a:ea typeface="Tenor Sans"/>
                <a:cs typeface="Tenor Sans"/>
                <a:sym typeface="Tenor Sans"/>
              </a:defRPr>
            </a:lvl7pPr>
            <a:lvl8pPr lvl="7" rtl="0">
              <a:spcBef>
                <a:spcPts val="0"/>
              </a:spcBef>
              <a:spcAft>
                <a:spcPts val="0"/>
              </a:spcAft>
              <a:buSzPts val="1800"/>
              <a:buFont typeface="Tenor Sans"/>
              <a:buNone/>
              <a:defRPr sz="1800">
                <a:latin typeface="Tenor Sans"/>
                <a:ea typeface="Tenor Sans"/>
                <a:cs typeface="Tenor Sans"/>
                <a:sym typeface="Tenor Sans"/>
              </a:defRPr>
            </a:lvl8pPr>
            <a:lvl9pPr lvl="8" rtl="0">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122" name="Google Shape;122;p25"/>
          <p:cNvSpPr txBox="1"/>
          <p:nvPr>
            <p:ph idx="6" type="subTitle"/>
          </p:nvPr>
        </p:nvSpPr>
        <p:spPr>
          <a:xfrm>
            <a:off x="6229625" y="2383650"/>
            <a:ext cx="2194500" cy="74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23" name="Google Shape;123;p25"/>
          <p:cNvSpPr txBox="1"/>
          <p:nvPr>
            <p:ph idx="7" type="subTitle"/>
          </p:nvPr>
        </p:nvSpPr>
        <p:spPr>
          <a:xfrm>
            <a:off x="6229625" y="3399550"/>
            <a:ext cx="2194500" cy="38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Tenor Sans"/>
              <a:buNone/>
              <a:defRPr b="1">
                <a:latin typeface="Tenor Sans"/>
                <a:ea typeface="Tenor Sans"/>
                <a:cs typeface="Tenor Sans"/>
                <a:sym typeface="Tenor Sans"/>
              </a:defRPr>
            </a:lvl1pPr>
            <a:lvl2pPr lvl="1" rtl="0">
              <a:spcBef>
                <a:spcPts val="0"/>
              </a:spcBef>
              <a:spcAft>
                <a:spcPts val="0"/>
              </a:spcAft>
              <a:buSzPts val="1800"/>
              <a:buFont typeface="Tenor Sans"/>
              <a:buNone/>
              <a:defRPr sz="1800">
                <a:latin typeface="Tenor Sans"/>
                <a:ea typeface="Tenor Sans"/>
                <a:cs typeface="Tenor Sans"/>
                <a:sym typeface="Tenor Sans"/>
              </a:defRPr>
            </a:lvl2pPr>
            <a:lvl3pPr lvl="2" rtl="0">
              <a:spcBef>
                <a:spcPts val="0"/>
              </a:spcBef>
              <a:spcAft>
                <a:spcPts val="0"/>
              </a:spcAft>
              <a:buSzPts val="1800"/>
              <a:buFont typeface="Tenor Sans"/>
              <a:buNone/>
              <a:defRPr sz="1800">
                <a:latin typeface="Tenor Sans"/>
                <a:ea typeface="Tenor Sans"/>
                <a:cs typeface="Tenor Sans"/>
                <a:sym typeface="Tenor Sans"/>
              </a:defRPr>
            </a:lvl3pPr>
            <a:lvl4pPr lvl="3" rtl="0">
              <a:spcBef>
                <a:spcPts val="0"/>
              </a:spcBef>
              <a:spcAft>
                <a:spcPts val="0"/>
              </a:spcAft>
              <a:buSzPts val="1800"/>
              <a:buFont typeface="Tenor Sans"/>
              <a:buNone/>
              <a:defRPr sz="1800">
                <a:latin typeface="Tenor Sans"/>
                <a:ea typeface="Tenor Sans"/>
                <a:cs typeface="Tenor Sans"/>
                <a:sym typeface="Tenor Sans"/>
              </a:defRPr>
            </a:lvl4pPr>
            <a:lvl5pPr lvl="4" rtl="0">
              <a:spcBef>
                <a:spcPts val="0"/>
              </a:spcBef>
              <a:spcAft>
                <a:spcPts val="0"/>
              </a:spcAft>
              <a:buSzPts val="1800"/>
              <a:buFont typeface="Tenor Sans"/>
              <a:buNone/>
              <a:defRPr sz="1800">
                <a:latin typeface="Tenor Sans"/>
                <a:ea typeface="Tenor Sans"/>
                <a:cs typeface="Tenor Sans"/>
                <a:sym typeface="Tenor Sans"/>
              </a:defRPr>
            </a:lvl5pPr>
            <a:lvl6pPr lvl="5" rtl="0">
              <a:spcBef>
                <a:spcPts val="0"/>
              </a:spcBef>
              <a:spcAft>
                <a:spcPts val="0"/>
              </a:spcAft>
              <a:buSzPts val="1800"/>
              <a:buFont typeface="Tenor Sans"/>
              <a:buNone/>
              <a:defRPr sz="1800">
                <a:latin typeface="Tenor Sans"/>
                <a:ea typeface="Tenor Sans"/>
                <a:cs typeface="Tenor Sans"/>
                <a:sym typeface="Tenor Sans"/>
              </a:defRPr>
            </a:lvl6pPr>
            <a:lvl7pPr lvl="6" rtl="0">
              <a:spcBef>
                <a:spcPts val="0"/>
              </a:spcBef>
              <a:spcAft>
                <a:spcPts val="0"/>
              </a:spcAft>
              <a:buSzPts val="1800"/>
              <a:buFont typeface="Tenor Sans"/>
              <a:buNone/>
              <a:defRPr sz="1800">
                <a:latin typeface="Tenor Sans"/>
                <a:ea typeface="Tenor Sans"/>
                <a:cs typeface="Tenor Sans"/>
                <a:sym typeface="Tenor Sans"/>
              </a:defRPr>
            </a:lvl7pPr>
            <a:lvl8pPr lvl="7" rtl="0">
              <a:spcBef>
                <a:spcPts val="0"/>
              </a:spcBef>
              <a:spcAft>
                <a:spcPts val="0"/>
              </a:spcAft>
              <a:buSzPts val="1800"/>
              <a:buFont typeface="Tenor Sans"/>
              <a:buNone/>
              <a:defRPr sz="1800">
                <a:latin typeface="Tenor Sans"/>
                <a:ea typeface="Tenor Sans"/>
                <a:cs typeface="Tenor Sans"/>
                <a:sym typeface="Tenor Sans"/>
              </a:defRPr>
            </a:lvl8pPr>
            <a:lvl9pPr lvl="8" rtl="0">
              <a:spcBef>
                <a:spcPts val="0"/>
              </a:spcBef>
              <a:spcAft>
                <a:spcPts val="0"/>
              </a:spcAft>
              <a:buSzPts val="1800"/>
              <a:buFont typeface="Tenor Sans"/>
              <a:buNone/>
              <a:defRPr sz="1800">
                <a:latin typeface="Tenor Sans"/>
                <a:ea typeface="Tenor Sans"/>
                <a:cs typeface="Tenor Sans"/>
                <a:sym typeface="Tenor Sans"/>
              </a:defRPr>
            </a:lvl9pPr>
          </a:lstStyle>
          <a:p/>
        </p:txBody>
      </p:sp>
      <p:sp>
        <p:nvSpPr>
          <p:cNvPr id="124" name="Google Shape;124;p25"/>
          <p:cNvSpPr txBox="1"/>
          <p:nvPr>
            <p:ph idx="8" type="subTitle"/>
          </p:nvPr>
        </p:nvSpPr>
        <p:spPr>
          <a:xfrm>
            <a:off x="6229625" y="3784150"/>
            <a:ext cx="2194500" cy="74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1">
    <p:spTree>
      <p:nvGrpSpPr>
        <p:cNvPr id="125" name="Shape 125"/>
        <p:cNvGrpSpPr/>
        <p:nvPr/>
      </p:nvGrpSpPr>
      <p:grpSpPr>
        <a:xfrm>
          <a:off x="0" y="0"/>
          <a:ext cx="0" cy="0"/>
          <a:chOff x="0" y="0"/>
          <a:chExt cx="0" cy="0"/>
        </a:xfrm>
      </p:grpSpPr>
      <p:sp>
        <p:nvSpPr>
          <p:cNvPr id="126" name="Google Shape;126;p26"/>
          <p:cNvSpPr txBox="1"/>
          <p:nvPr>
            <p:ph type="title"/>
          </p:nvPr>
        </p:nvSpPr>
        <p:spPr>
          <a:xfrm>
            <a:off x="720000" y="1794200"/>
            <a:ext cx="3627600" cy="9324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3600"/>
            </a:lvl1pPr>
            <a:lvl2pPr lvl="1">
              <a:spcBef>
                <a:spcPts val="0"/>
              </a:spcBef>
              <a:spcAft>
                <a:spcPts val="0"/>
              </a:spcAft>
              <a:buSzPts val="2800"/>
              <a:buNone/>
              <a:defRPr>
                <a:latin typeface="Quicksand"/>
                <a:ea typeface="Quicksand"/>
                <a:cs typeface="Quicksand"/>
                <a:sym typeface="Quicksand"/>
              </a:defRPr>
            </a:lvl2pPr>
            <a:lvl3pPr lvl="2">
              <a:spcBef>
                <a:spcPts val="0"/>
              </a:spcBef>
              <a:spcAft>
                <a:spcPts val="0"/>
              </a:spcAft>
              <a:buSzPts val="2800"/>
              <a:buNone/>
              <a:defRPr>
                <a:latin typeface="Quicksand"/>
                <a:ea typeface="Quicksand"/>
                <a:cs typeface="Quicksand"/>
                <a:sym typeface="Quicksand"/>
              </a:defRPr>
            </a:lvl3pPr>
            <a:lvl4pPr lvl="3">
              <a:spcBef>
                <a:spcPts val="0"/>
              </a:spcBef>
              <a:spcAft>
                <a:spcPts val="0"/>
              </a:spcAft>
              <a:buSzPts val="2800"/>
              <a:buNone/>
              <a:defRPr>
                <a:latin typeface="Quicksand"/>
                <a:ea typeface="Quicksand"/>
                <a:cs typeface="Quicksand"/>
                <a:sym typeface="Quicksand"/>
              </a:defRPr>
            </a:lvl4pPr>
            <a:lvl5pPr lvl="4">
              <a:spcBef>
                <a:spcPts val="0"/>
              </a:spcBef>
              <a:spcAft>
                <a:spcPts val="0"/>
              </a:spcAft>
              <a:buSzPts val="2800"/>
              <a:buNone/>
              <a:defRPr>
                <a:latin typeface="Quicksand"/>
                <a:ea typeface="Quicksand"/>
                <a:cs typeface="Quicksand"/>
                <a:sym typeface="Quicksand"/>
              </a:defRPr>
            </a:lvl5pPr>
            <a:lvl6pPr lvl="5">
              <a:spcBef>
                <a:spcPts val="0"/>
              </a:spcBef>
              <a:spcAft>
                <a:spcPts val="0"/>
              </a:spcAft>
              <a:buSzPts val="2800"/>
              <a:buNone/>
              <a:defRPr>
                <a:latin typeface="Quicksand"/>
                <a:ea typeface="Quicksand"/>
                <a:cs typeface="Quicksand"/>
                <a:sym typeface="Quicksand"/>
              </a:defRPr>
            </a:lvl6pPr>
            <a:lvl7pPr lvl="6">
              <a:spcBef>
                <a:spcPts val="0"/>
              </a:spcBef>
              <a:spcAft>
                <a:spcPts val="0"/>
              </a:spcAft>
              <a:buSzPts val="2800"/>
              <a:buNone/>
              <a:defRPr>
                <a:latin typeface="Quicksand"/>
                <a:ea typeface="Quicksand"/>
                <a:cs typeface="Quicksand"/>
                <a:sym typeface="Quicksand"/>
              </a:defRPr>
            </a:lvl7pPr>
            <a:lvl8pPr lvl="7">
              <a:spcBef>
                <a:spcPts val="0"/>
              </a:spcBef>
              <a:spcAft>
                <a:spcPts val="0"/>
              </a:spcAft>
              <a:buSzPts val="2800"/>
              <a:buNone/>
              <a:defRPr>
                <a:latin typeface="Quicksand"/>
                <a:ea typeface="Quicksand"/>
                <a:cs typeface="Quicksand"/>
                <a:sym typeface="Quicksand"/>
              </a:defRPr>
            </a:lvl8pPr>
            <a:lvl9pPr lvl="8">
              <a:spcBef>
                <a:spcPts val="0"/>
              </a:spcBef>
              <a:spcAft>
                <a:spcPts val="0"/>
              </a:spcAft>
              <a:buSzPts val="2800"/>
              <a:buNone/>
              <a:defRPr>
                <a:latin typeface="Quicksand"/>
                <a:ea typeface="Quicksand"/>
                <a:cs typeface="Quicksand"/>
                <a:sym typeface="Quicksand"/>
              </a:defRPr>
            </a:lvl9pPr>
          </a:lstStyle>
          <a:p/>
        </p:txBody>
      </p:sp>
      <p:sp>
        <p:nvSpPr>
          <p:cNvPr id="127" name="Google Shape;127;p26"/>
          <p:cNvSpPr txBox="1"/>
          <p:nvPr>
            <p:ph idx="1" type="subTitle"/>
          </p:nvPr>
        </p:nvSpPr>
        <p:spPr>
          <a:xfrm>
            <a:off x="720000" y="2799075"/>
            <a:ext cx="3627600" cy="123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128" name="Google Shape;128;p26"/>
          <p:cNvSpPr txBox="1"/>
          <p:nvPr/>
        </p:nvSpPr>
        <p:spPr>
          <a:xfrm>
            <a:off x="5115500" y="3266800"/>
            <a:ext cx="3332400" cy="84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300"/>
              </a:spcBef>
              <a:spcAft>
                <a:spcPts val="0"/>
              </a:spcAft>
              <a:buClr>
                <a:schemeClr val="dk1"/>
              </a:buClr>
              <a:buSzPts val="1100"/>
              <a:buFont typeface="Arial"/>
              <a:buNone/>
            </a:pPr>
            <a:r>
              <a:rPr lang="en" sz="1100">
                <a:solidFill>
                  <a:schemeClr val="dk2"/>
                </a:solidFill>
                <a:latin typeface="Quicksand"/>
                <a:ea typeface="Quicksand"/>
                <a:cs typeface="Quicksand"/>
                <a:sym typeface="Quicksand"/>
              </a:rPr>
              <a:t>CREDITS: This presentation template was created by </a:t>
            </a:r>
            <a:r>
              <a:rPr b="1" lang="en" sz="1100">
                <a:solidFill>
                  <a:schemeClr val="dk2"/>
                </a:solidFill>
                <a:uFill>
                  <a:noFill/>
                </a:uFill>
                <a:latin typeface="Quicksand"/>
                <a:ea typeface="Quicksand"/>
                <a:cs typeface="Quicksand"/>
                <a:sym typeface="Quicksand"/>
                <a:hlinkClick r:id="rId2">
                  <a:extLst>
                    <a:ext uri="{A12FA001-AC4F-418D-AE19-62706E023703}">
                      <ahyp:hlinkClr val="tx"/>
                    </a:ext>
                  </a:extLst>
                </a:hlinkClick>
              </a:rPr>
              <a:t>Slidesgo</a:t>
            </a:r>
            <a:r>
              <a:rPr lang="en" sz="1100">
                <a:solidFill>
                  <a:schemeClr val="dk2"/>
                </a:solidFill>
                <a:latin typeface="Quicksand"/>
                <a:ea typeface="Quicksand"/>
                <a:cs typeface="Quicksand"/>
                <a:sym typeface="Quicksand"/>
              </a:rPr>
              <a:t>, including icons by </a:t>
            </a:r>
            <a:r>
              <a:rPr b="1" lang="en" sz="1100">
                <a:solidFill>
                  <a:schemeClr val="dk2"/>
                </a:solidFill>
                <a:uFill>
                  <a:noFill/>
                </a:uFill>
                <a:latin typeface="Quicksand"/>
                <a:ea typeface="Quicksand"/>
                <a:cs typeface="Quicksand"/>
                <a:sym typeface="Quicksand"/>
                <a:hlinkClick r:id="rId3">
                  <a:extLst>
                    <a:ext uri="{A12FA001-AC4F-418D-AE19-62706E023703}">
                      <ahyp:hlinkClr val="tx"/>
                    </a:ext>
                  </a:extLst>
                </a:hlinkClick>
              </a:rPr>
              <a:t>Flaticon</a:t>
            </a:r>
            <a:r>
              <a:rPr lang="en" sz="1100">
                <a:solidFill>
                  <a:schemeClr val="dk2"/>
                </a:solidFill>
                <a:latin typeface="Quicksand"/>
                <a:ea typeface="Quicksand"/>
                <a:cs typeface="Quicksand"/>
                <a:sym typeface="Quicksand"/>
              </a:rPr>
              <a:t>, and infographics &amp; images by </a:t>
            </a:r>
            <a:r>
              <a:rPr b="1" lang="en" sz="1100">
                <a:solidFill>
                  <a:schemeClr val="dk2"/>
                </a:solidFill>
                <a:uFill>
                  <a:noFill/>
                </a:uFill>
                <a:latin typeface="Quicksand"/>
                <a:ea typeface="Quicksand"/>
                <a:cs typeface="Quicksand"/>
                <a:sym typeface="Quicksand"/>
                <a:hlinkClick r:id="rId4">
                  <a:extLst>
                    <a:ext uri="{A12FA001-AC4F-418D-AE19-62706E023703}">
                      <ahyp:hlinkClr val="tx"/>
                    </a:ext>
                  </a:extLst>
                </a:hlinkClick>
              </a:rPr>
              <a:t>Freepi</a:t>
            </a:r>
            <a:r>
              <a:rPr b="1" lang="en" sz="1100">
                <a:solidFill>
                  <a:schemeClr val="dk2"/>
                </a:solidFill>
                <a:latin typeface="Quicksand"/>
                <a:ea typeface="Quicksand"/>
                <a:cs typeface="Quicksand"/>
                <a:sym typeface="Quicksand"/>
              </a:rPr>
              <a:t>k</a:t>
            </a:r>
            <a:endParaRPr sz="1500">
              <a:solidFill>
                <a:schemeClr val="dk2"/>
              </a:solidFill>
              <a:latin typeface="Quicksand"/>
              <a:ea typeface="Quicksand"/>
              <a:cs typeface="Quicksand"/>
              <a:sym typeface="Quicksan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2">
    <p:spTree>
      <p:nvGrpSpPr>
        <p:cNvPr id="129" name="Shape 129"/>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3" name="Shape 133"/>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7" name="Shape 137"/>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theme" Target="../theme/theme4.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540000"/>
            <a:ext cx="67389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Tenor Sans"/>
              <a:buNone/>
              <a:defRPr sz="2800">
                <a:solidFill>
                  <a:schemeClr val="dk1"/>
                </a:solidFill>
                <a:latin typeface="Tenor Sans"/>
                <a:ea typeface="Tenor Sans"/>
                <a:cs typeface="Tenor Sans"/>
                <a:sym typeface="Tenor Sans"/>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Quicksand"/>
              <a:buChar char="●"/>
              <a:defRPr sz="1800">
                <a:solidFill>
                  <a:schemeClr val="dk1"/>
                </a:solidFill>
                <a:latin typeface="Quicksand"/>
                <a:ea typeface="Quicksand"/>
                <a:cs typeface="Quicksand"/>
                <a:sym typeface="Quicksand"/>
              </a:defRPr>
            </a:lvl1pPr>
            <a:lvl2pPr indent="-317500" lvl="1" marL="914400">
              <a:lnSpc>
                <a:spcPct val="115000"/>
              </a:lnSpc>
              <a:spcBef>
                <a:spcPts val="0"/>
              </a:spcBef>
              <a:spcAft>
                <a:spcPts val="0"/>
              </a:spcAft>
              <a:buClr>
                <a:schemeClr val="dk1"/>
              </a:buClr>
              <a:buSzPts val="1400"/>
              <a:buFont typeface="Quicksand"/>
              <a:buChar char="○"/>
              <a:defRPr>
                <a:solidFill>
                  <a:schemeClr val="dk1"/>
                </a:solidFill>
                <a:latin typeface="Quicksand"/>
                <a:ea typeface="Quicksand"/>
                <a:cs typeface="Quicksand"/>
                <a:sym typeface="Quicksand"/>
              </a:defRPr>
            </a:lvl2pPr>
            <a:lvl3pPr indent="-317500" lvl="2" marL="1371600">
              <a:lnSpc>
                <a:spcPct val="115000"/>
              </a:lnSpc>
              <a:spcBef>
                <a:spcPts val="0"/>
              </a:spcBef>
              <a:spcAft>
                <a:spcPts val="0"/>
              </a:spcAft>
              <a:buClr>
                <a:schemeClr val="dk1"/>
              </a:buClr>
              <a:buSzPts val="1400"/>
              <a:buFont typeface="Quicksand"/>
              <a:buChar char="■"/>
              <a:defRPr>
                <a:solidFill>
                  <a:schemeClr val="dk1"/>
                </a:solidFill>
                <a:latin typeface="Quicksand"/>
                <a:ea typeface="Quicksand"/>
                <a:cs typeface="Quicksand"/>
                <a:sym typeface="Quicksand"/>
              </a:defRPr>
            </a:lvl3pPr>
            <a:lvl4pPr indent="-317500" lvl="3" marL="1828800">
              <a:lnSpc>
                <a:spcPct val="115000"/>
              </a:lnSpc>
              <a:spcBef>
                <a:spcPts val="0"/>
              </a:spcBef>
              <a:spcAft>
                <a:spcPts val="0"/>
              </a:spcAft>
              <a:buClr>
                <a:schemeClr val="dk1"/>
              </a:buClr>
              <a:buSzPts val="1400"/>
              <a:buFont typeface="Quicksand"/>
              <a:buChar char="●"/>
              <a:defRPr>
                <a:solidFill>
                  <a:schemeClr val="dk1"/>
                </a:solidFill>
                <a:latin typeface="Quicksand"/>
                <a:ea typeface="Quicksand"/>
                <a:cs typeface="Quicksand"/>
                <a:sym typeface="Quicksand"/>
              </a:defRPr>
            </a:lvl4pPr>
            <a:lvl5pPr indent="-317500" lvl="4" marL="2286000">
              <a:lnSpc>
                <a:spcPct val="115000"/>
              </a:lnSpc>
              <a:spcBef>
                <a:spcPts val="0"/>
              </a:spcBef>
              <a:spcAft>
                <a:spcPts val="0"/>
              </a:spcAft>
              <a:buClr>
                <a:schemeClr val="dk1"/>
              </a:buClr>
              <a:buSzPts val="1400"/>
              <a:buFont typeface="Quicksand"/>
              <a:buChar char="○"/>
              <a:defRPr>
                <a:solidFill>
                  <a:schemeClr val="dk1"/>
                </a:solidFill>
                <a:latin typeface="Quicksand"/>
                <a:ea typeface="Quicksand"/>
                <a:cs typeface="Quicksand"/>
                <a:sym typeface="Quicksand"/>
              </a:defRPr>
            </a:lvl5pPr>
            <a:lvl6pPr indent="-317500" lvl="5" marL="2743200">
              <a:lnSpc>
                <a:spcPct val="115000"/>
              </a:lnSpc>
              <a:spcBef>
                <a:spcPts val="0"/>
              </a:spcBef>
              <a:spcAft>
                <a:spcPts val="0"/>
              </a:spcAft>
              <a:buClr>
                <a:schemeClr val="dk1"/>
              </a:buClr>
              <a:buSzPts val="1400"/>
              <a:buFont typeface="Quicksand"/>
              <a:buChar char="■"/>
              <a:defRPr>
                <a:solidFill>
                  <a:schemeClr val="dk1"/>
                </a:solidFill>
                <a:latin typeface="Quicksand"/>
                <a:ea typeface="Quicksand"/>
                <a:cs typeface="Quicksand"/>
                <a:sym typeface="Quicksand"/>
              </a:defRPr>
            </a:lvl6pPr>
            <a:lvl7pPr indent="-317500" lvl="6" marL="3200400">
              <a:lnSpc>
                <a:spcPct val="115000"/>
              </a:lnSpc>
              <a:spcBef>
                <a:spcPts val="0"/>
              </a:spcBef>
              <a:spcAft>
                <a:spcPts val="0"/>
              </a:spcAft>
              <a:buClr>
                <a:schemeClr val="dk1"/>
              </a:buClr>
              <a:buSzPts val="1400"/>
              <a:buFont typeface="Quicksand"/>
              <a:buChar char="●"/>
              <a:defRPr>
                <a:solidFill>
                  <a:schemeClr val="dk1"/>
                </a:solidFill>
                <a:latin typeface="Quicksand"/>
                <a:ea typeface="Quicksand"/>
                <a:cs typeface="Quicksand"/>
                <a:sym typeface="Quicksand"/>
              </a:defRPr>
            </a:lvl7pPr>
            <a:lvl8pPr indent="-317500" lvl="7" marL="3657600">
              <a:lnSpc>
                <a:spcPct val="115000"/>
              </a:lnSpc>
              <a:spcBef>
                <a:spcPts val="0"/>
              </a:spcBef>
              <a:spcAft>
                <a:spcPts val="0"/>
              </a:spcAft>
              <a:buClr>
                <a:schemeClr val="dk1"/>
              </a:buClr>
              <a:buSzPts val="1400"/>
              <a:buFont typeface="Quicksand"/>
              <a:buChar char="○"/>
              <a:defRPr>
                <a:solidFill>
                  <a:schemeClr val="dk1"/>
                </a:solidFill>
                <a:latin typeface="Quicksand"/>
                <a:ea typeface="Quicksand"/>
                <a:cs typeface="Quicksand"/>
                <a:sym typeface="Quicksand"/>
              </a:defRPr>
            </a:lvl8pPr>
            <a:lvl9pPr indent="-317500" lvl="8" marL="4114800">
              <a:lnSpc>
                <a:spcPct val="115000"/>
              </a:lnSpc>
              <a:spcBef>
                <a:spcPts val="0"/>
              </a:spcBef>
              <a:spcAft>
                <a:spcPts val="0"/>
              </a:spcAft>
              <a:buClr>
                <a:schemeClr val="dk1"/>
              </a:buClr>
              <a:buSzPts val="1400"/>
              <a:buFont typeface="Quicksand"/>
              <a:buChar char="■"/>
              <a:defRPr>
                <a:solidFill>
                  <a:schemeClr val="dk1"/>
                </a:solidFill>
                <a:latin typeface="Quicksand"/>
                <a:ea typeface="Quicksand"/>
                <a:cs typeface="Quicksand"/>
                <a:sym typeface="Quicksan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30" name="Shape 130"/>
        <p:cNvGrpSpPr/>
        <p:nvPr/>
      </p:nvGrpSpPr>
      <p:grpSpPr>
        <a:xfrm>
          <a:off x="0" y="0"/>
          <a:ext cx="0" cy="0"/>
          <a:chOff x="0" y="0"/>
          <a:chExt cx="0" cy="0"/>
        </a:xfrm>
      </p:grpSpPr>
      <p:sp>
        <p:nvSpPr>
          <p:cNvPr id="131" name="Google Shape;131;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2" name="Google Shape;132;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4"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34" name="Shape 134"/>
        <p:cNvGrpSpPr/>
        <p:nvPr/>
      </p:nvGrpSpPr>
      <p:grpSpPr>
        <a:xfrm>
          <a:off x="0" y="0"/>
          <a:ext cx="0" cy="0"/>
          <a:chOff x="0" y="0"/>
          <a:chExt cx="0" cy="0"/>
        </a:xfrm>
      </p:grpSpPr>
      <p:sp>
        <p:nvSpPr>
          <p:cNvPr id="135" name="Google Shape;135;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6" name="Google Shape;136;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jpg"/><Relationship Id="rId4" Type="http://schemas.openxmlformats.org/officeDocument/2006/relationships/slide" Target="/ppt/slides/slide15.xml"/><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12.xml"/><Relationship Id="rId8" Type="http://schemas.openxmlformats.org/officeDocument/2006/relationships/slide" Target="/ppt/slid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7.xml"/><Relationship Id="rId5" Type="http://schemas.openxmlformats.org/officeDocument/2006/relationships/hyperlink" Target="http://bit.ly/33VAFh3" TargetMode="External"/><Relationship Id="rId6" Type="http://schemas.openxmlformats.org/officeDocument/2006/relationships/slide" Target="/ppt/slides/slide33.xml"/><Relationship Id="rId7" Type="http://schemas.openxmlformats.org/officeDocument/2006/relationships/slide" Target="/ppt/slides/slide31.xml"/><Relationship Id="rId8" Type="http://schemas.openxmlformats.org/officeDocument/2006/relationships/slide" Target="/ppt/slides/slide34.xml"/><Relationship Id="rId11" Type="http://schemas.openxmlformats.org/officeDocument/2006/relationships/hyperlink" Target="https://storyset.com/?utm_source=slidesgo_template&amp;utm_medium=referral-link&amp;utm_campaign=slidesgo_contents_of_this_template&amp;utm_term=storyset&amp;utm_content=storyset" TargetMode="External"/><Relationship Id="rId10" Type="http://schemas.openxmlformats.org/officeDocument/2006/relationships/slide" Target="/ppt/slides/slide38.xml"/><Relationship Id="rId13" Type="http://schemas.openxmlformats.org/officeDocument/2006/relationships/slide" Target="/ppt/slides/slide45.xml"/><Relationship Id="rId12" Type="http://schemas.openxmlformats.org/officeDocument/2006/relationships/slide" Target="/ppt/slides/slide39.xml"/><Relationship Id="rId15" Type="http://schemas.openxmlformats.org/officeDocument/2006/relationships/slide" Target="/ppt/slides/slide3.xml"/><Relationship Id="rId14" Type="http://schemas.openxmlformats.org/officeDocument/2006/relationships/slide" Target="/ppt/slides/slide15.xml"/><Relationship Id="rId17" Type="http://schemas.openxmlformats.org/officeDocument/2006/relationships/slide" Target="/ppt/slides/slide12.xml"/><Relationship Id="rId16" Type="http://schemas.openxmlformats.org/officeDocument/2006/relationships/slide" Target="/ppt/slides/slide4.xml"/><Relationship Id="rId18" Type="http://schemas.openxmlformats.org/officeDocument/2006/relationships/slide" Target="/ppt/slides/slide1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slide" Target="/ppt/slides/slide15.xml"/><Relationship Id="rId4" Type="http://schemas.openxmlformats.org/officeDocument/2006/relationships/slide" Target="/ppt/slides/slide4.xml"/><Relationship Id="rId9" Type="http://schemas.openxmlformats.org/officeDocument/2006/relationships/slide" Target="/ppt/slides/slide12.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2.xml"/><Relationship Id="rId8" Type="http://schemas.openxmlformats.org/officeDocument/2006/relationships/slide" Target="/ppt/slides/slide4.xml"/><Relationship Id="rId11" Type="http://schemas.openxmlformats.org/officeDocument/2006/relationships/slide" Target="/ppt/slides/slide19.xml"/><Relationship Id="rId10" Type="http://schemas.openxmlformats.org/officeDocument/2006/relationships/slide" Target="/ppt/slides/slide19.xml"/><Relationship Id="rId13" Type="http://schemas.openxmlformats.org/officeDocument/2006/relationships/slide" Target="/ppt/slides/slide3.xml"/><Relationship Id="rId12" Type="http://schemas.openxmlformats.org/officeDocument/2006/relationships/slide" Target="/ppt/slides/slide19.xml"/><Relationship Id="rId15" Type="http://schemas.openxmlformats.org/officeDocument/2006/relationships/slide" Target="/ppt/slides/slide12.xml"/><Relationship Id="rId14" Type="http://schemas.openxmlformats.org/officeDocument/2006/relationships/slide" Target="/ppt/slides/slide4.xml"/><Relationship Id="rId16" Type="http://schemas.openxmlformats.org/officeDocument/2006/relationships/slide" Target="/ppt/slides/slide1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 Id="rId3" Type="http://schemas.openxmlformats.org/officeDocument/2006/relationships/image" Target="../media/image1.jpg"/><Relationship Id="rId4" Type="http://schemas.openxmlformats.org/officeDocument/2006/relationships/slide" Target="/ppt/slides/slide15.xml"/><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12.xml"/><Relationship Id="rId8" Type="http://schemas.openxmlformats.org/officeDocument/2006/relationships/slide" Target="/ppt/slides/slide19.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 Id="rId3" Type="http://schemas.openxmlformats.org/officeDocument/2006/relationships/slide" Target="/ppt/slides/slide15.xml"/><Relationship Id="rId4" Type="http://schemas.openxmlformats.org/officeDocument/2006/relationships/image" Target="../media/image4.jpg"/><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12.xml"/><Relationship Id="rId8" Type="http://schemas.openxmlformats.org/officeDocument/2006/relationships/slide" Target="/ppt/slides/slide19.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 Id="rId3" Type="http://schemas.openxmlformats.org/officeDocument/2006/relationships/image" Target="../media/image9.jpg"/><Relationship Id="rId4" Type="http://schemas.openxmlformats.org/officeDocument/2006/relationships/slide" Target="/ppt/slides/slide15.xml"/><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12.xml"/><Relationship Id="rId8" Type="http://schemas.openxmlformats.org/officeDocument/2006/relationships/slide" Target="/ppt/slides/slide19.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 Id="rId3" Type="http://schemas.openxmlformats.org/officeDocument/2006/relationships/image" Target="../media/image5.jpg"/><Relationship Id="rId4" Type="http://schemas.openxmlformats.org/officeDocument/2006/relationships/slide" Target="/ppt/slides/slide15.xml"/><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12.xml"/><Relationship Id="rId8" Type="http://schemas.openxmlformats.org/officeDocument/2006/relationships/slide" Target="/ppt/slides/slide1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 Id="rId3" Type="http://schemas.openxmlformats.org/officeDocument/2006/relationships/image" Target="../media/image12.jpg"/><Relationship Id="rId4" Type="http://schemas.openxmlformats.org/officeDocument/2006/relationships/slide" Target="/ppt/slides/slide15.xml"/><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12.xml"/><Relationship Id="rId8" Type="http://schemas.openxmlformats.org/officeDocument/2006/relationships/slide" Target="/ppt/slides/slide19.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7.xml"/><Relationship Id="rId3" Type="http://schemas.openxmlformats.org/officeDocument/2006/relationships/image" Target="../media/image11.jpg"/><Relationship Id="rId4" Type="http://schemas.openxmlformats.org/officeDocument/2006/relationships/slide" Target="/ppt/slides/slide15.xml"/><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12.xml"/><Relationship Id="rId8" Type="http://schemas.openxmlformats.org/officeDocument/2006/relationships/slide" Target="/ppt/slides/slide19.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slide" Target="/ppt/slides/slide15.xml"/><Relationship Id="rId4" Type="http://schemas.openxmlformats.org/officeDocument/2006/relationships/hyperlink" Target="https://docs.google.com/spreadsheets/d/1Olb1Gv-kOgxWW9eH8WXHRHFFLDFyYVcIohzV3CMGLVM/copy" TargetMode="External"/><Relationship Id="rId9" Type="http://schemas.openxmlformats.org/officeDocument/2006/relationships/slide" Target="/ppt/slides/slide19.xml"/><Relationship Id="rId5" Type="http://schemas.openxmlformats.org/officeDocument/2006/relationships/image" Target="../media/image7.png"/><Relationship Id="rId6" Type="http://schemas.openxmlformats.org/officeDocument/2006/relationships/slide" Target="/ppt/slides/slide3.xml"/><Relationship Id="rId7" Type="http://schemas.openxmlformats.org/officeDocument/2006/relationships/slide" Target="/ppt/slides/slide4.xml"/><Relationship Id="rId8" Type="http://schemas.openxmlformats.org/officeDocument/2006/relationships/slide" Target="/ppt/slides/slide1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 Id="rId3" Type="http://schemas.openxmlformats.org/officeDocument/2006/relationships/slide" Target="/ppt/slides/slide15.xml"/><Relationship Id="rId4" Type="http://schemas.openxmlformats.org/officeDocument/2006/relationships/image" Target="../media/image16.png"/><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12.xml"/><Relationship Id="rId8" Type="http://schemas.openxmlformats.org/officeDocument/2006/relationships/slide" Target="/ppt/slides/slide1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 Id="rId3" Type="http://schemas.openxmlformats.org/officeDocument/2006/relationships/image" Target="../media/image15.png"/><Relationship Id="rId4" Type="http://schemas.openxmlformats.org/officeDocument/2006/relationships/slide" Target="/ppt/slides/slide15.xml"/><Relationship Id="rId9" Type="http://schemas.openxmlformats.org/officeDocument/2006/relationships/image" Target="../media/image14.png"/><Relationship Id="rId5" Type="http://schemas.openxmlformats.org/officeDocument/2006/relationships/slide" Target="/ppt/slides/slide3.xml"/><Relationship Id="rId6" Type="http://schemas.openxmlformats.org/officeDocument/2006/relationships/slide" Target="/ppt/slides/slide4.xml"/><Relationship Id="rId7" Type="http://schemas.openxmlformats.org/officeDocument/2006/relationships/slide" Target="/ppt/slides/slide12.xml"/><Relationship Id="rId8" Type="http://schemas.openxmlformats.org/officeDocument/2006/relationships/slide" Target="/ppt/slides/slide19.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xml"/><Relationship Id="rId3" Type="http://schemas.openxmlformats.org/officeDocument/2006/relationships/slide" Target="/ppt/slides/slide15.xml"/><Relationship Id="rId4" Type="http://schemas.openxmlformats.org/officeDocument/2006/relationships/slide" Target="/ppt/slides/slide3.xml"/><Relationship Id="rId9" Type="http://schemas.openxmlformats.org/officeDocument/2006/relationships/hyperlink" Target="https://www.freepik.com/free-vector/geometric-symbols-tattoo-collection_1167746.htm/?utm_source=slidesgo_template&amp;utm_medium=referral-link&amp;utm_campaign=s%20g_resources&amp;utm_content=freepik" TargetMode="Externa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 Id="rId8" Type="http://schemas.openxmlformats.org/officeDocument/2006/relationships/hyperlink" Target="https://www.freepik.com/free-vector/geometric-symbols-tattoo-collection_1167746.htm/?utm_source=slidesgo_template&amp;utm_medium=referral-link&amp;utm_campaign=s%20g_resources&amp;utm_content=freepik" TargetMode="External"/><Relationship Id="rId11" Type="http://schemas.openxmlformats.org/officeDocument/2006/relationships/hyperlink" Target="https://www.freepik.com/free-vector/pack-creative-geometric-tattoos_1194415.htm/?utm_source=slidesgo_template&amp;utm_medium=referral-link&amp;utm_campaign=s%20g_resources&amp;utm_content=freepik" TargetMode="External"/><Relationship Id="rId10" Type="http://schemas.openxmlformats.org/officeDocument/2006/relationships/hyperlink" Target="https://www.freepik.com/free-vector/pack-four-tattoos-with-geometric-shapes_1194512.htm/?utm_source=slidesgo_template&amp;utm_medium=referral-link&amp;utm_campaign=s%20g_resources&amp;utm_content=freepik" TargetMode="External"/><Relationship Id="rId13" Type="http://schemas.openxmlformats.org/officeDocument/2006/relationships/hyperlink" Target="https://www.freepik.com/free-photo/woman-smiling-posing-with-basket-flowers_7260266.htm/?utm_source=slidesgo_template&amp;utm_medium=referral-link&amp;utm_campaign=s%20g_resources&amp;utm_content=freepik" TargetMode="External"/><Relationship Id="rId12" Type="http://schemas.openxmlformats.org/officeDocument/2006/relationships/hyperlink" Target="https://www.freepik.com/free-photo/smiley-woman-posing-with-bouquet-lavender_7260262.htm/?utm_source=slidesgo_template&amp;utm_medium=referral-link&amp;utm_campaign=s%20g_resources&amp;utm_content=freepik" TargetMode="External"/><Relationship Id="rId15" Type="http://schemas.openxmlformats.org/officeDocument/2006/relationships/hyperlink" Target="https://www.freepik.com/free-photo/smiley-woman-enjoying-cupcake_7260280.htm/?utm_source=slidesgo_template&amp;utm_medium=referral-link&amp;utm_campaign=s%20g_resources&amp;utm_content=freepik" TargetMode="External"/><Relationship Id="rId14" Type="http://schemas.openxmlformats.org/officeDocument/2006/relationships/hyperlink" Target="https://www.freepik.com/free-photo/surprised-couple-bench-with-coffee-cup_7260264.htm/?utm_source=slidesgo_template&amp;utm_medium=referral-link&amp;utm_campaign=s%20g_resources&amp;utm_content=freepik"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xml"/><Relationship Id="rId3" Type="http://schemas.openxmlformats.org/officeDocument/2006/relationships/slide" Target="/ppt/slides/slide15.xml"/><Relationship Id="rId4" Type="http://schemas.openxmlformats.org/officeDocument/2006/relationships/slide" Target="/ppt/slides/slide3.xml"/><Relationship Id="rId9" Type="http://schemas.openxmlformats.org/officeDocument/2006/relationships/hyperlink" Target="https://www.freepik.com/free-vector/pack-ethnic-geometric-tattoos_1194426.htm/?utm_source=slidesgo_template&amp;utm_medium=referral-link&amp;utm_campaign=s%20g_resources&amp;utm_content=freepik" TargetMode="External"/><Relationship Id="rId5" Type="http://schemas.openxmlformats.org/officeDocument/2006/relationships/slide" Target="/ppt/slides/slide4.xml"/><Relationship Id="rId6" Type="http://schemas.openxmlformats.org/officeDocument/2006/relationships/slide" Target="/ppt/slides/slide12.xml"/><Relationship Id="rId7" Type="http://schemas.openxmlformats.org/officeDocument/2006/relationships/slide" Target="/ppt/slides/slide19.xml"/><Relationship Id="rId8" Type="http://schemas.openxmlformats.org/officeDocument/2006/relationships/hyperlink" Target="https://www.freepik.com/free-vector/geometric-tattoo-collection_1176399.htm/?utm_source=slidesgo_template&amp;utm_medium=referral-link&amp;utm_campaign=s%20g_resources&amp;utm_content=freepik" TargetMode="External"/><Relationship Id="rId11" Type="http://schemas.openxmlformats.org/officeDocument/2006/relationships/hyperlink" Target="https://www.freepik.com/free-photo/close-up-smiley-man-posing-with-copy-space_12689406.htm/?utm_source=slidesgo_template&amp;utm_medium=referral-link&amp;utm_campaign=s%20g_resources&amp;utm_content=freepik" TargetMode="External"/><Relationship Id="rId10" Type="http://schemas.openxmlformats.org/officeDocument/2006/relationships/hyperlink" Target="https://www.freepik.com/free-vector/collection-tattoo-with-geometric-shapes_1194435.htm/?utm_source=slidesgo_template&amp;utm_medium=referral-link&amp;utm_campaign=s%20g_resources&amp;utm_content=freepik" TargetMode="External"/><Relationship Id="rId13" Type="http://schemas.openxmlformats.org/officeDocument/2006/relationships/hyperlink" Target="https://www.freepik.com/free-photo/close-up-shirtless-model-posing_12689356.htm/?utm_source=slidesgo_template&amp;utm_medium=referral-link&amp;utm_campaign=s%20g_resources&amp;utm_content=freepik" TargetMode="External"/><Relationship Id="rId12" Type="http://schemas.openxmlformats.org/officeDocument/2006/relationships/hyperlink" Target="https://www.freepik.com/free-photo/medium-shot-model-posing-with-copy-space_12689340.htm/?utm_source=slidesgo_template&amp;utm_medium=referral-link&amp;utm_campaign=s%20g_resources&amp;utm_content=freepik" TargetMode="External"/><Relationship Id="rId15" Type="http://schemas.openxmlformats.org/officeDocument/2006/relationships/hyperlink" Target="https://www.freepik.com/free-photo/medium-shot-man-with-open-shirt_12689372.htm/?utm_source=slidesgo_template&amp;utm_medium=referral-link&amp;utm_campaign=s%20g_resources&amp;utm_content=freepik" TargetMode="External"/><Relationship Id="rId14" Type="http://schemas.openxmlformats.org/officeDocument/2006/relationships/hyperlink" Target="https://www.freepik.com/free-photo/close-up-smiley-man-posing-with-copy-space_12689406.htm/?utm_source=slidesgo_template&amp;utm_medium=referral-link&amp;utm_campaign=s%20g_resources&amp;utm_content=freepik" TargetMode="External"/><Relationship Id="rId16" Type="http://schemas.openxmlformats.org/officeDocument/2006/relationships/hyperlink" Target="https://www.freepik.com/free-photo/medium-shot-man-with-open-shirt_12689372.htm/?utm_source=slidesgo_template&amp;utm_medium=referral-link&amp;utm_campaign=s%20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 Id="rId3" Type="http://schemas.openxmlformats.org/officeDocument/2006/relationships/hyperlink" Target="https://fonts.google.com/specimen/Tenor+Sans" TargetMode="External"/><Relationship Id="rId4" Type="http://schemas.openxmlformats.org/officeDocument/2006/relationships/hyperlink" Target="https://fonts.google.com/specimen/Quicksand"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0.gif"/><Relationship Id="rId9" Type="http://schemas.openxmlformats.org/officeDocument/2006/relationships/image" Target="../media/image6.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13.gif"/><Relationship Id="rId10" Type="http://schemas.openxmlformats.org/officeDocument/2006/relationships/image" Target="../media/image8.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3.gi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 Id="rId3" Type="http://schemas.openxmlformats.org/officeDocument/2006/relationships/hyperlink" Target="https://bit.ly/2ZjL1pd"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 Id="rId3" Type="http://schemas.openxmlformats.org/officeDocument/2006/relationships/hyperlink" Target="https://chrome.google.com/webstore/detail/flaticon-for-gsuit-gslide/haekgjfnhhdkgfgmldhfokhmfkgmciba"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2.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 name="Shape 141"/>
        <p:cNvGrpSpPr/>
        <p:nvPr/>
      </p:nvGrpSpPr>
      <p:grpSpPr>
        <a:xfrm>
          <a:off x="0" y="0"/>
          <a:ext cx="0" cy="0"/>
          <a:chOff x="0" y="0"/>
          <a:chExt cx="0" cy="0"/>
        </a:xfrm>
      </p:grpSpPr>
      <p:cxnSp>
        <p:nvCxnSpPr>
          <p:cNvPr id="142" name="Google Shape;142;p32"/>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43" name="Google Shape;143;p32"/>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44" name="Google Shape;144;p32"/>
          <p:cNvSpPr/>
          <p:nvPr/>
        </p:nvSpPr>
        <p:spPr>
          <a:xfrm>
            <a:off x="7281500" y="1781400"/>
            <a:ext cx="959400" cy="959400"/>
          </a:xfrm>
          <a:prstGeom prst="ellipse">
            <a:avLst/>
          </a:prstGeom>
          <a:noFill/>
          <a:ln cap="flat" cmpd="sng" w="3810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5" name="Google Shape;145;p32"/>
          <p:cNvPicPr preferRelativeResize="0"/>
          <p:nvPr/>
        </p:nvPicPr>
        <p:blipFill rotWithShape="1">
          <a:blip r:embed="rId3">
            <a:alphaModFix/>
          </a:blip>
          <a:srcRect b="0" l="16666" r="16666" t="0"/>
          <a:stretch/>
        </p:blipFill>
        <p:spPr>
          <a:xfrm>
            <a:off x="5608450" y="2075075"/>
            <a:ext cx="2703300" cy="2703300"/>
          </a:xfrm>
          <a:prstGeom prst="ellipse">
            <a:avLst/>
          </a:prstGeom>
          <a:noFill/>
          <a:ln>
            <a:noFill/>
          </a:ln>
        </p:spPr>
      </p:pic>
      <p:sp>
        <p:nvSpPr>
          <p:cNvPr id="146" name="Google Shape;146;p32"/>
          <p:cNvSpPr txBox="1"/>
          <p:nvPr>
            <p:ph type="ctrTitle"/>
          </p:nvPr>
        </p:nvSpPr>
        <p:spPr>
          <a:xfrm>
            <a:off x="720000" y="1007275"/>
            <a:ext cx="7704000" cy="158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3600">
                <a:latin typeface="Tenor Sans"/>
                <a:ea typeface="Tenor Sans"/>
                <a:cs typeface="Tenor Sans"/>
                <a:sym typeface="Tenor Sans"/>
              </a:rPr>
              <a:t>ELEGANT CREAM ELLIPSE PORTFOLIO</a:t>
            </a:r>
            <a:endParaRPr b="1" sz="3600">
              <a:latin typeface="Tenor Sans"/>
              <a:ea typeface="Tenor Sans"/>
              <a:cs typeface="Tenor Sans"/>
              <a:sym typeface="Tenor Sans"/>
            </a:endParaRPr>
          </a:p>
        </p:txBody>
      </p:sp>
      <p:sp>
        <p:nvSpPr>
          <p:cNvPr id="147" name="Google Shape;147;p32"/>
          <p:cNvSpPr txBox="1"/>
          <p:nvPr>
            <p:ph idx="1" type="subTitle"/>
          </p:nvPr>
        </p:nvSpPr>
        <p:spPr>
          <a:xfrm>
            <a:off x="720000" y="3121200"/>
            <a:ext cx="22587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dk1"/>
                </a:solidFill>
                <a:latin typeface="Quicksand"/>
                <a:ea typeface="Quicksand"/>
                <a:cs typeface="Quicksand"/>
                <a:sym typeface="Quicksand"/>
              </a:rPr>
              <a:t>Here is where your presentations begins</a:t>
            </a:r>
            <a:endParaRPr sz="1400">
              <a:solidFill>
                <a:schemeClr val="dk1"/>
              </a:solidFill>
              <a:latin typeface="Quicksand"/>
              <a:ea typeface="Quicksand"/>
              <a:cs typeface="Quicksand"/>
              <a:sym typeface="Quicksand"/>
            </a:endParaRPr>
          </a:p>
        </p:txBody>
      </p:sp>
      <p:grpSp>
        <p:nvGrpSpPr>
          <p:cNvPr id="148" name="Google Shape;148;p32"/>
          <p:cNvGrpSpPr/>
          <p:nvPr/>
        </p:nvGrpSpPr>
        <p:grpSpPr>
          <a:xfrm>
            <a:off x="5187767" y="1781399"/>
            <a:ext cx="3544654" cy="3431493"/>
            <a:chOff x="3327250" y="2855813"/>
            <a:chExt cx="1566975" cy="1516950"/>
          </a:xfrm>
        </p:grpSpPr>
        <p:sp>
          <p:nvSpPr>
            <p:cNvPr id="149" name="Google Shape;149;p32"/>
            <p:cNvSpPr/>
            <p:nvPr/>
          </p:nvSpPr>
          <p:spPr>
            <a:xfrm>
              <a:off x="3735875" y="2880838"/>
              <a:ext cx="494550" cy="130950"/>
            </a:xfrm>
            <a:custGeom>
              <a:rect b="b" l="l" r="r" t="t"/>
              <a:pathLst>
                <a:path extrusionOk="0" fill="none" h="5238" w="19782">
                  <a:moveTo>
                    <a:pt x="19782" y="1201"/>
                  </a:moveTo>
                  <a:cubicBezTo>
                    <a:pt x="12943" y="0"/>
                    <a:pt x="5838" y="1435"/>
                    <a:pt x="1" y="5237"/>
                  </a:cubicBezTo>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2"/>
            <p:cNvSpPr/>
            <p:nvPr/>
          </p:nvSpPr>
          <p:spPr>
            <a:xfrm>
              <a:off x="3327250" y="2910863"/>
              <a:ext cx="1566975" cy="1461900"/>
            </a:xfrm>
            <a:custGeom>
              <a:rect b="b" l="l" r="r" t="t"/>
              <a:pathLst>
                <a:path extrusionOk="0" fill="none" h="58476" w="62679">
                  <a:moveTo>
                    <a:pt x="16346" y="4036"/>
                  </a:moveTo>
                  <a:cubicBezTo>
                    <a:pt x="13344" y="5971"/>
                    <a:pt x="10675" y="8540"/>
                    <a:pt x="8540" y="11709"/>
                  </a:cubicBezTo>
                  <a:cubicBezTo>
                    <a:pt x="1" y="24284"/>
                    <a:pt x="3336" y="41430"/>
                    <a:pt x="15912" y="49936"/>
                  </a:cubicBezTo>
                  <a:cubicBezTo>
                    <a:pt x="28521" y="58475"/>
                    <a:pt x="45633" y="55173"/>
                    <a:pt x="54173" y="42564"/>
                  </a:cubicBezTo>
                  <a:cubicBezTo>
                    <a:pt x="62679" y="29955"/>
                    <a:pt x="59376" y="12843"/>
                    <a:pt x="46801" y="4303"/>
                  </a:cubicBezTo>
                  <a:cubicBezTo>
                    <a:pt x="43465" y="2068"/>
                    <a:pt x="39829" y="634"/>
                    <a:pt x="36127" y="0"/>
                  </a:cubicBez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2"/>
            <p:cNvSpPr/>
            <p:nvPr/>
          </p:nvSpPr>
          <p:spPr>
            <a:xfrm>
              <a:off x="3735875" y="2880838"/>
              <a:ext cx="494550" cy="130950"/>
            </a:xfrm>
            <a:custGeom>
              <a:rect b="b" l="l" r="r" t="t"/>
              <a:pathLst>
                <a:path extrusionOk="0" fill="none" h="5238" w="19782">
                  <a:moveTo>
                    <a:pt x="19782" y="1201"/>
                  </a:moveTo>
                  <a:cubicBezTo>
                    <a:pt x="12943" y="0"/>
                    <a:pt x="5838" y="1435"/>
                    <a:pt x="1" y="5237"/>
                  </a:cubicBezTo>
                </a:path>
              </a:pathLst>
            </a:custGeom>
            <a:noFill/>
            <a:ln cap="rnd" cmpd="sng" w="190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2"/>
            <p:cNvSpPr/>
            <p:nvPr/>
          </p:nvSpPr>
          <p:spPr>
            <a:xfrm>
              <a:off x="3327250" y="2910863"/>
              <a:ext cx="1566975" cy="1461900"/>
            </a:xfrm>
            <a:custGeom>
              <a:rect b="b" l="l" r="r" t="t"/>
              <a:pathLst>
                <a:path extrusionOk="0" fill="none" h="58476" w="62679">
                  <a:moveTo>
                    <a:pt x="16346" y="4036"/>
                  </a:moveTo>
                  <a:cubicBezTo>
                    <a:pt x="13344" y="5971"/>
                    <a:pt x="10675" y="8540"/>
                    <a:pt x="8540" y="11709"/>
                  </a:cubicBezTo>
                  <a:cubicBezTo>
                    <a:pt x="1" y="24284"/>
                    <a:pt x="3336" y="41430"/>
                    <a:pt x="15912" y="49936"/>
                  </a:cubicBezTo>
                  <a:cubicBezTo>
                    <a:pt x="28521" y="58475"/>
                    <a:pt x="45633" y="55173"/>
                    <a:pt x="54173" y="42564"/>
                  </a:cubicBezTo>
                  <a:cubicBezTo>
                    <a:pt x="62679" y="29955"/>
                    <a:pt x="59376" y="12843"/>
                    <a:pt x="46801" y="4303"/>
                  </a:cubicBezTo>
                  <a:cubicBezTo>
                    <a:pt x="43465" y="2068"/>
                    <a:pt x="39829" y="634"/>
                    <a:pt x="36127" y="0"/>
                  </a:cubicBez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2"/>
            <p:cNvSpPr/>
            <p:nvPr/>
          </p:nvSpPr>
          <p:spPr>
            <a:xfrm>
              <a:off x="4186200" y="2972563"/>
              <a:ext cx="639650" cy="1240075"/>
            </a:xfrm>
            <a:custGeom>
              <a:rect b="b" l="l" r="r" t="t"/>
              <a:pathLst>
                <a:path extrusionOk="0" fill="none" h="49603" w="25586">
                  <a:moveTo>
                    <a:pt x="1" y="49603"/>
                  </a:moveTo>
                  <a:cubicBezTo>
                    <a:pt x="6972" y="48769"/>
                    <a:pt x="13577" y="45033"/>
                    <a:pt x="17813" y="38762"/>
                  </a:cubicBezTo>
                  <a:cubicBezTo>
                    <a:pt x="25586" y="27253"/>
                    <a:pt x="22583" y="11609"/>
                    <a:pt x="11075" y="3837"/>
                  </a:cubicBezTo>
                  <a:cubicBezTo>
                    <a:pt x="8206" y="1902"/>
                    <a:pt x="5071" y="634"/>
                    <a:pt x="1869" y="1"/>
                  </a:cubicBezTo>
                </a:path>
              </a:pathLst>
            </a:custGeom>
            <a:noFill/>
            <a:ln cap="rnd" cmpd="sng" w="190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2"/>
            <p:cNvSpPr/>
            <p:nvPr/>
          </p:nvSpPr>
          <p:spPr>
            <a:xfrm>
              <a:off x="3396475" y="2925038"/>
              <a:ext cx="836450" cy="1305950"/>
            </a:xfrm>
            <a:custGeom>
              <a:rect b="b" l="l" r="r" t="t"/>
              <a:pathLst>
                <a:path extrusionOk="0" fill="none" h="52238" w="33458">
                  <a:moveTo>
                    <a:pt x="33458" y="1902"/>
                  </a:moveTo>
                  <a:cubicBezTo>
                    <a:pt x="23851" y="0"/>
                    <a:pt x="13610" y="3870"/>
                    <a:pt x="7773" y="12476"/>
                  </a:cubicBezTo>
                  <a:cubicBezTo>
                    <a:pt x="0" y="23984"/>
                    <a:pt x="3003" y="39595"/>
                    <a:pt x="14511" y="47401"/>
                  </a:cubicBezTo>
                  <a:cubicBezTo>
                    <a:pt x="19714" y="50903"/>
                    <a:pt x="25785" y="52238"/>
                    <a:pt x="31590" y="51504"/>
                  </a:cubicBez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2"/>
            <p:cNvSpPr/>
            <p:nvPr/>
          </p:nvSpPr>
          <p:spPr>
            <a:xfrm>
              <a:off x="3725875" y="2973388"/>
              <a:ext cx="1024925" cy="1255100"/>
            </a:xfrm>
            <a:custGeom>
              <a:rect b="b" l="l" r="r" t="t"/>
              <a:pathLst>
                <a:path extrusionOk="0" fill="none" h="50204" w="40997">
                  <a:moveTo>
                    <a:pt x="2802" y="43265"/>
                  </a:moveTo>
                  <a:cubicBezTo>
                    <a:pt x="13110" y="50204"/>
                    <a:pt x="27086" y="47502"/>
                    <a:pt x="34025" y="37228"/>
                  </a:cubicBezTo>
                  <a:cubicBezTo>
                    <a:pt x="40996" y="26954"/>
                    <a:pt x="38294" y="12977"/>
                    <a:pt x="28020" y="6005"/>
                  </a:cubicBezTo>
                  <a:cubicBezTo>
                    <a:pt x="19147" y="1"/>
                    <a:pt x="7506" y="1202"/>
                    <a:pt x="0" y="8240"/>
                  </a:cubicBez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2"/>
            <p:cNvSpPr/>
            <p:nvPr/>
          </p:nvSpPr>
          <p:spPr>
            <a:xfrm>
              <a:off x="3471525" y="3179388"/>
              <a:ext cx="324425" cy="875650"/>
            </a:xfrm>
            <a:custGeom>
              <a:rect b="b" l="l" r="r" t="t"/>
              <a:pathLst>
                <a:path extrusionOk="0" fill="none" h="35026" w="12977">
                  <a:moveTo>
                    <a:pt x="10174" y="0"/>
                  </a:moveTo>
                  <a:cubicBezTo>
                    <a:pt x="9007" y="1101"/>
                    <a:pt x="7906" y="2369"/>
                    <a:pt x="6972" y="3803"/>
                  </a:cubicBezTo>
                  <a:cubicBezTo>
                    <a:pt x="1" y="14077"/>
                    <a:pt x="2702" y="28054"/>
                    <a:pt x="12976" y="35025"/>
                  </a:cubicBezTo>
                </a:path>
              </a:pathLst>
            </a:custGeom>
            <a:noFill/>
            <a:ln cap="rnd" cmpd="sng" w="190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2"/>
            <p:cNvSpPr/>
            <p:nvPr/>
          </p:nvSpPr>
          <p:spPr>
            <a:xfrm>
              <a:off x="4681550" y="3399338"/>
              <a:ext cx="77575" cy="67975"/>
            </a:xfrm>
            <a:custGeom>
              <a:rect b="b" l="l" r="r" t="t"/>
              <a:pathLst>
                <a:path extrusionOk="0" h="2719" w="3103">
                  <a:moveTo>
                    <a:pt x="1533" y="0"/>
                  </a:moveTo>
                  <a:cubicBezTo>
                    <a:pt x="1097" y="0"/>
                    <a:pt x="671" y="214"/>
                    <a:pt x="401" y="609"/>
                  </a:cubicBezTo>
                  <a:cubicBezTo>
                    <a:pt x="1" y="1209"/>
                    <a:pt x="168" y="2043"/>
                    <a:pt x="768" y="2477"/>
                  </a:cubicBezTo>
                  <a:cubicBezTo>
                    <a:pt x="1007" y="2640"/>
                    <a:pt x="1274" y="2718"/>
                    <a:pt x="1538" y="2718"/>
                  </a:cubicBezTo>
                  <a:cubicBezTo>
                    <a:pt x="1974" y="2718"/>
                    <a:pt x="2399" y="2505"/>
                    <a:pt x="2669" y="2110"/>
                  </a:cubicBezTo>
                  <a:cubicBezTo>
                    <a:pt x="3103" y="1510"/>
                    <a:pt x="2936" y="642"/>
                    <a:pt x="2302" y="242"/>
                  </a:cubicBezTo>
                  <a:cubicBezTo>
                    <a:pt x="2064" y="79"/>
                    <a:pt x="1796" y="0"/>
                    <a:pt x="153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2"/>
            <p:cNvSpPr/>
            <p:nvPr/>
          </p:nvSpPr>
          <p:spPr>
            <a:xfrm>
              <a:off x="3523225" y="3424113"/>
              <a:ext cx="77575" cy="67625"/>
            </a:xfrm>
            <a:custGeom>
              <a:rect b="b" l="l" r="r" t="t"/>
              <a:pathLst>
                <a:path extrusionOk="0" h="2705" w="3103">
                  <a:moveTo>
                    <a:pt x="1583" y="0"/>
                  </a:moveTo>
                  <a:cubicBezTo>
                    <a:pt x="1141" y="0"/>
                    <a:pt x="708" y="206"/>
                    <a:pt x="434" y="585"/>
                  </a:cubicBezTo>
                  <a:cubicBezTo>
                    <a:pt x="1" y="1219"/>
                    <a:pt x="167" y="2053"/>
                    <a:pt x="801" y="2487"/>
                  </a:cubicBezTo>
                  <a:cubicBezTo>
                    <a:pt x="1035" y="2634"/>
                    <a:pt x="1296" y="2705"/>
                    <a:pt x="1553" y="2705"/>
                  </a:cubicBezTo>
                  <a:cubicBezTo>
                    <a:pt x="1991" y="2705"/>
                    <a:pt x="2417" y="2499"/>
                    <a:pt x="2669" y="2120"/>
                  </a:cubicBezTo>
                  <a:cubicBezTo>
                    <a:pt x="3103" y="1486"/>
                    <a:pt x="2936" y="652"/>
                    <a:pt x="2336" y="218"/>
                  </a:cubicBezTo>
                  <a:cubicBezTo>
                    <a:pt x="2102" y="71"/>
                    <a:pt x="1841" y="0"/>
                    <a:pt x="158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2"/>
            <p:cNvSpPr/>
            <p:nvPr/>
          </p:nvSpPr>
          <p:spPr>
            <a:xfrm>
              <a:off x="3345600" y="3389213"/>
              <a:ext cx="38400" cy="34050"/>
            </a:xfrm>
            <a:custGeom>
              <a:rect b="b" l="l" r="r" t="t"/>
              <a:pathLst>
                <a:path extrusionOk="0" h="1362" w="1536">
                  <a:moveTo>
                    <a:pt x="760" y="1"/>
                  </a:moveTo>
                  <a:cubicBezTo>
                    <a:pt x="542" y="1"/>
                    <a:pt x="326" y="105"/>
                    <a:pt x="201" y="313"/>
                  </a:cubicBezTo>
                  <a:cubicBezTo>
                    <a:pt x="1" y="614"/>
                    <a:pt x="67" y="1047"/>
                    <a:pt x="401" y="1247"/>
                  </a:cubicBezTo>
                  <a:cubicBezTo>
                    <a:pt x="516" y="1324"/>
                    <a:pt x="651" y="1362"/>
                    <a:pt x="785" y="1362"/>
                  </a:cubicBezTo>
                  <a:cubicBezTo>
                    <a:pt x="1000" y="1362"/>
                    <a:pt x="1212" y="1265"/>
                    <a:pt x="1335" y="1081"/>
                  </a:cubicBezTo>
                  <a:cubicBezTo>
                    <a:pt x="1535" y="747"/>
                    <a:pt x="1468" y="347"/>
                    <a:pt x="1135" y="113"/>
                  </a:cubicBezTo>
                  <a:cubicBezTo>
                    <a:pt x="1022" y="38"/>
                    <a:pt x="891" y="1"/>
                    <a:pt x="760"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2"/>
            <p:cNvSpPr/>
            <p:nvPr/>
          </p:nvSpPr>
          <p:spPr>
            <a:xfrm>
              <a:off x="3529900" y="3622363"/>
              <a:ext cx="41725" cy="36400"/>
            </a:xfrm>
            <a:custGeom>
              <a:rect b="b" l="l" r="r" t="t"/>
              <a:pathLst>
                <a:path extrusionOk="0" h="1456" w="1669">
                  <a:moveTo>
                    <a:pt x="861" y="0"/>
                  </a:moveTo>
                  <a:cubicBezTo>
                    <a:pt x="620" y="0"/>
                    <a:pt x="381" y="117"/>
                    <a:pt x="234" y="327"/>
                  </a:cubicBezTo>
                  <a:cubicBezTo>
                    <a:pt x="1" y="661"/>
                    <a:pt x="101" y="1095"/>
                    <a:pt x="434" y="1328"/>
                  </a:cubicBezTo>
                  <a:cubicBezTo>
                    <a:pt x="558" y="1415"/>
                    <a:pt x="700" y="1455"/>
                    <a:pt x="841" y="1455"/>
                  </a:cubicBezTo>
                  <a:cubicBezTo>
                    <a:pt x="1082" y="1455"/>
                    <a:pt x="1321" y="1338"/>
                    <a:pt x="1468" y="1128"/>
                  </a:cubicBezTo>
                  <a:cubicBezTo>
                    <a:pt x="1668" y="794"/>
                    <a:pt x="1602" y="361"/>
                    <a:pt x="1268" y="127"/>
                  </a:cubicBezTo>
                  <a:cubicBezTo>
                    <a:pt x="1144" y="41"/>
                    <a:pt x="1003" y="0"/>
                    <a:pt x="86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2"/>
            <p:cNvSpPr/>
            <p:nvPr/>
          </p:nvSpPr>
          <p:spPr>
            <a:xfrm>
              <a:off x="3554925" y="3777938"/>
              <a:ext cx="76750" cy="67975"/>
            </a:xfrm>
            <a:custGeom>
              <a:rect b="b" l="l" r="r" t="t"/>
              <a:pathLst>
                <a:path extrusionOk="0" h="2719" w="3070">
                  <a:moveTo>
                    <a:pt x="1532" y="1"/>
                  </a:moveTo>
                  <a:cubicBezTo>
                    <a:pt x="1096" y="1"/>
                    <a:pt x="671" y="214"/>
                    <a:pt x="401" y="609"/>
                  </a:cubicBezTo>
                  <a:cubicBezTo>
                    <a:pt x="0" y="1210"/>
                    <a:pt x="134" y="2077"/>
                    <a:pt x="767" y="2477"/>
                  </a:cubicBezTo>
                  <a:cubicBezTo>
                    <a:pt x="1006" y="2641"/>
                    <a:pt x="1274" y="2719"/>
                    <a:pt x="1537" y="2719"/>
                  </a:cubicBezTo>
                  <a:cubicBezTo>
                    <a:pt x="1973" y="2719"/>
                    <a:pt x="2399" y="2505"/>
                    <a:pt x="2669" y="2110"/>
                  </a:cubicBezTo>
                  <a:cubicBezTo>
                    <a:pt x="3069" y="1510"/>
                    <a:pt x="2902" y="642"/>
                    <a:pt x="2302" y="242"/>
                  </a:cubicBezTo>
                  <a:cubicBezTo>
                    <a:pt x="2063" y="79"/>
                    <a:pt x="1796" y="1"/>
                    <a:pt x="153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2"/>
            <p:cNvSpPr/>
            <p:nvPr/>
          </p:nvSpPr>
          <p:spPr>
            <a:xfrm>
              <a:off x="4821650" y="3386713"/>
              <a:ext cx="40050" cy="34850"/>
            </a:xfrm>
            <a:custGeom>
              <a:rect b="b" l="l" r="r" t="t"/>
              <a:pathLst>
                <a:path extrusionOk="0" h="1394" w="1602">
                  <a:moveTo>
                    <a:pt x="792" y="1"/>
                  </a:moveTo>
                  <a:cubicBezTo>
                    <a:pt x="571" y="1"/>
                    <a:pt x="347" y="105"/>
                    <a:pt x="201" y="313"/>
                  </a:cubicBezTo>
                  <a:cubicBezTo>
                    <a:pt x="1" y="614"/>
                    <a:pt x="67" y="1047"/>
                    <a:pt x="401" y="1281"/>
                  </a:cubicBezTo>
                  <a:cubicBezTo>
                    <a:pt x="514" y="1356"/>
                    <a:pt x="650" y="1393"/>
                    <a:pt x="786" y="1393"/>
                  </a:cubicBezTo>
                  <a:cubicBezTo>
                    <a:pt x="1014" y="1393"/>
                    <a:pt x="1243" y="1289"/>
                    <a:pt x="1368" y="1081"/>
                  </a:cubicBezTo>
                  <a:cubicBezTo>
                    <a:pt x="1602" y="780"/>
                    <a:pt x="1502" y="347"/>
                    <a:pt x="1168" y="113"/>
                  </a:cubicBezTo>
                  <a:cubicBezTo>
                    <a:pt x="1056" y="38"/>
                    <a:pt x="924" y="1"/>
                    <a:pt x="79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2"/>
            <p:cNvSpPr/>
            <p:nvPr/>
          </p:nvSpPr>
          <p:spPr>
            <a:xfrm>
              <a:off x="3936850" y="3763138"/>
              <a:ext cx="431175" cy="179325"/>
            </a:xfrm>
            <a:custGeom>
              <a:rect b="b" l="l" r="r" t="t"/>
              <a:pathLst>
                <a:path extrusionOk="0" fill="none" h="7173" w="17247">
                  <a:moveTo>
                    <a:pt x="1" y="3336"/>
                  </a:moveTo>
                  <a:cubicBezTo>
                    <a:pt x="5705" y="7172"/>
                    <a:pt x="13410" y="5671"/>
                    <a:pt x="17246" y="0"/>
                  </a:cubicBezTo>
                </a:path>
              </a:pathLst>
            </a:custGeom>
            <a:noFill/>
            <a:ln cap="flat" cmpd="sng" w="41700">
              <a:solidFill>
                <a:srgbClr val="CC000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2"/>
            <p:cNvSpPr/>
            <p:nvPr/>
          </p:nvSpPr>
          <p:spPr>
            <a:xfrm>
              <a:off x="3402305" y="2884160"/>
              <a:ext cx="494582" cy="491669"/>
            </a:xfrm>
            <a:custGeom>
              <a:rect b="b" l="l" r="r" t="t"/>
              <a:pathLst>
                <a:path extrusionOk="0" fill="none" h="28188" w="28355">
                  <a:moveTo>
                    <a:pt x="1" y="1"/>
                  </a:moveTo>
                  <a:lnTo>
                    <a:pt x="28354" y="28188"/>
                  </a:lnTo>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2"/>
            <p:cNvSpPr/>
            <p:nvPr/>
          </p:nvSpPr>
          <p:spPr>
            <a:xfrm>
              <a:off x="4249575" y="2855813"/>
              <a:ext cx="427000" cy="426175"/>
            </a:xfrm>
            <a:custGeom>
              <a:rect b="b" l="l" r="r" t="t"/>
              <a:pathLst>
                <a:path extrusionOk="0" fill="none" h="17047" w="17080">
                  <a:moveTo>
                    <a:pt x="14745" y="12710"/>
                  </a:moveTo>
                  <a:cubicBezTo>
                    <a:pt x="17080" y="9274"/>
                    <a:pt x="16179" y="4637"/>
                    <a:pt x="12743" y="2302"/>
                  </a:cubicBezTo>
                  <a:cubicBezTo>
                    <a:pt x="9307" y="1"/>
                    <a:pt x="4637" y="868"/>
                    <a:pt x="2336" y="4304"/>
                  </a:cubicBezTo>
                  <a:cubicBezTo>
                    <a:pt x="1" y="7739"/>
                    <a:pt x="901" y="12409"/>
                    <a:pt x="4337" y="14711"/>
                  </a:cubicBezTo>
                  <a:cubicBezTo>
                    <a:pt x="7773" y="17046"/>
                    <a:pt x="12443" y="16145"/>
                    <a:pt x="14745" y="12710"/>
                  </a:cubicBezTo>
                  <a:close/>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 name="Google Shape;166;p32"/>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67" name="Google Shape;167;p32"/>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2"/>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2">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70" name="Google Shape;170;p32">
            <a:hlinkClick action="ppaction://hlinkshowjump?jump=next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71" name="Google Shape;171;p32"/>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8">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 name="Shape 175"/>
        <p:cNvGrpSpPr/>
        <p:nvPr/>
      </p:nvGrpSpPr>
      <p:grpSpPr>
        <a:xfrm>
          <a:off x="0" y="0"/>
          <a:ext cx="0" cy="0"/>
          <a:chOff x="0" y="0"/>
          <a:chExt cx="0" cy="0"/>
        </a:xfrm>
      </p:grpSpPr>
      <p:cxnSp>
        <p:nvCxnSpPr>
          <p:cNvPr id="176" name="Google Shape;176;p33"/>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77" name="Google Shape;177;p33"/>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78" name="Google Shape;178;p33"/>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79" name="Google Shape;179;p33"/>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852"/>
              <a:buFont typeface="Arial"/>
              <a:buNone/>
            </a:pPr>
            <a:r>
              <a:rPr lang="en" sz="1200"/>
              <a:t>Here’s what you’ll find in this </a:t>
            </a:r>
            <a:r>
              <a:rPr b="1" lang="en" sz="1200">
                <a:uFill>
                  <a:noFill/>
                </a:uFill>
                <a:hlinkClick r:id="rId3"/>
              </a:rPr>
              <a:t>Slidesgo </a:t>
            </a:r>
            <a:r>
              <a:rPr lang="en" sz="1200"/>
              <a:t>template:</a:t>
            </a:r>
            <a:endParaRPr sz="1200"/>
          </a:p>
          <a:p>
            <a:pPr indent="-304800" lvl="0" marL="457200" rtl="0" algn="l">
              <a:lnSpc>
                <a:spcPct val="100000"/>
              </a:lnSpc>
              <a:spcBef>
                <a:spcPts val="0"/>
              </a:spcBef>
              <a:spcAft>
                <a:spcPts val="0"/>
              </a:spcAft>
              <a:buClr>
                <a:schemeClr val="accent2"/>
              </a:buClr>
              <a:buSzPts val="1200"/>
              <a:buAutoNum type="arabicPeriod"/>
            </a:pPr>
            <a:r>
              <a:rPr lang="en" sz="1200"/>
              <a:t>A slide structure based on a portfolio template, which you can easily adapt to your needs. For more info on how to edit the template, please visit </a:t>
            </a:r>
            <a:r>
              <a:rPr b="1" lang="en" sz="1200">
                <a:uFill>
                  <a:noFill/>
                </a:uFill>
                <a:hlinkClick r:id="rId4"/>
              </a:rPr>
              <a:t>Slidesgo School</a:t>
            </a:r>
            <a:r>
              <a:rPr lang="en" sz="1200"/>
              <a:t> or read our</a:t>
            </a:r>
            <a:r>
              <a:rPr b="1" lang="en" sz="1200"/>
              <a:t> </a:t>
            </a:r>
            <a:r>
              <a:rPr b="1" lang="en" sz="1200">
                <a:uFill>
                  <a:noFill/>
                </a:uFill>
                <a:hlinkClick r:id="rId5"/>
              </a:rPr>
              <a:t>FAQs</a:t>
            </a:r>
            <a:r>
              <a:rPr lang="en" sz="1200"/>
              <a:t>.</a:t>
            </a:r>
            <a:endParaRPr sz="1200"/>
          </a:p>
          <a:p>
            <a:pPr indent="-304800" lvl="0" marL="457200" rtl="0" algn="l">
              <a:lnSpc>
                <a:spcPct val="100000"/>
              </a:lnSpc>
              <a:spcBef>
                <a:spcPts val="0"/>
              </a:spcBef>
              <a:spcAft>
                <a:spcPts val="0"/>
              </a:spcAft>
              <a:buClr>
                <a:schemeClr val="accent2"/>
              </a:buClr>
              <a:buSzPts val="1200"/>
              <a:buAutoNum type="arabicPeriod"/>
            </a:pPr>
            <a:r>
              <a:rPr lang="en" sz="1200"/>
              <a:t>An assortment of graphic resources that are suitable for use in the presentation can be found in the </a:t>
            </a:r>
            <a:r>
              <a:rPr b="1" lang="en" sz="1200">
                <a:uFill>
                  <a:noFill/>
                </a:uFill>
                <a:hlinkClick action="ppaction://hlinksldjump" r:id="rId6"/>
              </a:rPr>
              <a:t>alternative resources slide</a:t>
            </a:r>
            <a:r>
              <a:rPr lang="en" sz="1200"/>
              <a:t>.</a:t>
            </a:r>
            <a:endParaRPr sz="1200"/>
          </a:p>
          <a:p>
            <a:pPr indent="-304800" lvl="0" marL="457200" rtl="0" algn="l">
              <a:lnSpc>
                <a:spcPct val="100000"/>
              </a:lnSpc>
              <a:spcBef>
                <a:spcPts val="0"/>
              </a:spcBef>
              <a:spcAft>
                <a:spcPts val="0"/>
              </a:spcAft>
              <a:buClr>
                <a:schemeClr val="accent2"/>
              </a:buClr>
              <a:buSzPts val="1200"/>
              <a:buAutoNum type="arabicPeriod"/>
            </a:pPr>
            <a:r>
              <a:rPr lang="en" sz="1200"/>
              <a:t>A </a:t>
            </a:r>
            <a:r>
              <a:rPr b="1" lang="en" sz="1200">
                <a:uFill>
                  <a:noFill/>
                </a:uFill>
                <a:hlinkClick action="ppaction://hlinksldjump" r:id="rId7"/>
              </a:rPr>
              <a:t>thanks slide</a:t>
            </a:r>
            <a:r>
              <a:rPr lang="en" sz="1200"/>
              <a:t>, which you must keep so that proper credits for our design are given.</a:t>
            </a:r>
            <a:endParaRPr sz="1200"/>
          </a:p>
          <a:p>
            <a:pPr indent="-304800" lvl="0" marL="457200" rtl="0" algn="l">
              <a:lnSpc>
                <a:spcPct val="100000"/>
              </a:lnSpc>
              <a:spcBef>
                <a:spcPts val="0"/>
              </a:spcBef>
              <a:spcAft>
                <a:spcPts val="0"/>
              </a:spcAft>
              <a:buClr>
                <a:schemeClr val="accent2"/>
              </a:buClr>
              <a:buSzPts val="1200"/>
              <a:buAutoNum type="arabicPeriod"/>
            </a:pPr>
            <a:r>
              <a:rPr lang="en" sz="1200"/>
              <a:t>A </a:t>
            </a:r>
            <a:r>
              <a:rPr b="1" lang="en" sz="1200">
                <a:uFill>
                  <a:noFill/>
                </a:uFill>
                <a:hlinkClick action="ppaction://hlinksldjump" r:id="rId8"/>
              </a:rPr>
              <a:t>resources slide</a:t>
            </a:r>
            <a:r>
              <a:rPr lang="en" sz="1200"/>
              <a:t>, where you’ll find links to all the elements used in the template.</a:t>
            </a:r>
            <a:endParaRPr sz="1200"/>
          </a:p>
          <a:p>
            <a:pPr indent="-304800" lvl="0" marL="457200" rtl="0" algn="l">
              <a:lnSpc>
                <a:spcPct val="100000"/>
              </a:lnSpc>
              <a:spcBef>
                <a:spcPts val="0"/>
              </a:spcBef>
              <a:spcAft>
                <a:spcPts val="0"/>
              </a:spcAft>
              <a:buClr>
                <a:schemeClr val="accent2"/>
              </a:buClr>
              <a:buSzPts val="1200"/>
              <a:buAutoNum type="arabicPeriod"/>
            </a:pPr>
            <a:r>
              <a:rPr b="1" lang="en" sz="1200">
                <a:uFill>
                  <a:noFill/>
                </a:uFill>
                <a:hlinkClick/>
              </a:rPr>
              <a:t>Instructions for use</a:t>
            </a:r>
            <a:r>
              <a:rPr lang="en" sz="1200"/>
              <a:t>. </a:t>
            </a:r>
            <a:endParaRPr sz="1200"/>
          </a:p>
          <a:p>
            <a:pPr indent="-304800" lvl="0" marL="457200" rtl="0" algn="l">
              <a:lnSpc>
                <a:spcPct val="100000"/>
              </a:lnSpc>
              <a:spcBef>
                <a:spcPts val="0"/>
              </a:spcBef>
              <a:spcAft>
                <a:spcPts val="0"/>
              </a:spcAft>
              <a:buClr>
                <a:schemeClr val="accent2"/>
              </a:buClr>
              <a:buSzPts val="1200"/>
              <a:buAutoNum type="arabicPeriod"/>
            </a:pPr>
            <a:r>
              <a:rPr lang="en" sz="1200"/>
              <a:t>Final slides with: </a:t>
            </a:r>
            <a:endParaRPr sz="1200"/>
          </a:p>
          <a:p>
            <a:pPr indent="-304800" lvl="0" marL="914400" rtl="0" algn="l">
              <a:lnSpc>
                <a:spcPct val="100000"/>
              </a:lnSpc>
              <a:spcBef>
                <a:spcPts val="0"/>
              </a:spcBef>
              <a:spcAft>
                <a:spcPts val="0"/>
              </a:spcAft>
              <a:buClr>
                <a:schemeClr val="dk1"/>
              </a:buClr>
              <a:buSzPts val="1200"/>
              <a:buChar char="●"/>
            </a:pPr>
            <a:r>
              <a:rPr lang="en" sz="1200"/>
              <a:t>The </a:t>
            </a:r>
            <a:r>
              <a:rPr b="1" lang="en" sz="1200">
                <a:uFill>
                  <a:noFill/>
                </a:uFill>
                <a:hlinkClick action="ppaction://hlinksldjump" r:id="rId9"/>
              </a:rPr>
              <a:t>fonts and colors</a:t>
            </a:r>
            <a:r>
              <a:rPr lang="en" sz="1200"/>
              <a:t> used in the template.</a:t>
            </a:r>
            <a:endParaRPr sz="1200"/>
          </a:p>
          <a:p>
            <a:pPr indent="-304800" lvl="0" marL="914400" rtl="0" algn="l">
              <a:lnSpc>
                <a:spcPct val="100000"/>
              </a:lnSpc>
              <a:spcBef>
                <a:spcPts val="0"/>
              </a:spcBef>
              <a:spcAft>
                <a:spcPts val="0"/>
              </a:spcAft>
              <a:buClr>
                <a:schemeClr val="dk1"/>
              </a:buClr>
              <a:buSzPts val="1200"/>
              <a:buChar char="●"/>
            </a:pPr>
            <a:r>
              <a:rPr lang="en" sz="1200"/>
              <a:t>A selection of </a:t>
            </a:r>
            <a:r>
              <a:rPr b="1" lang="en" sz="1200">
                <a:uFill>
                  <a:noFill/>
                </a:uFill>
                <a:hlinkClick action="ppaction://hlinksldjump" r:id="rId10"/>
              </a:rPr>
              <a:t>illustrations</a:t>
            </a:r>
            <a:r>
              <a:rPr lang="en" sz="1200"/>
              <a:t>. You can also customize and animate them as you wish with the online editor. Visit</a:t>
            </a:r>
            <a:r>
              <a:rPr b="1" lang="en" sz="1200"/>
              <a:t> </a:t>
            </a:r>
            <a:r>
              <a:rPr b="1" lang="en" sz="1200">
                <a:uFill>
                  <a:noFill/>
                </a:uFill>
                <a:hlinkClick r:id="rId11"/>
              </a:rPr>
              <a:t>Storyset</a:t>
            </a:r>
            <a:r>
              <a:rPr lang="en" sz="1200"/>
              <a:t> to find more. </a:t>
            </a:r>
            <a:endParaRPr sz="1200"/>
          </a:p>
          <a:p>
            <a:pPr indent="-304800" lvl="0" marL="914400" rtl="0" algn="l">
              <a:lnSpc>
                <a:spcPct val="100000"/>
              </a:lnSpc>
              <a:spcBef>
                <a:spcPts val="0"/>
              </a:spcBef>
              <a:spcAft>
                <a:spcPts val="0"/>
              </a:spcAft>
              <a:buClr>
                <a:schemeClr val="dk1"/>
              </a:buClr>
              <a:buSzPts val="1200"/>
              <a:buChar char="●"/>
            </a:pPr>
            <a:r>
              <a:rPr lang="en" sz="1200"/>
              <a:t>More </a:t>
            </a:r>
            <a:r>
              <a:rPr b="1" lang="en" sz="1200">
                <a:uFill>
                  <a:noFill/>
                </a:uFill>
                <a:hlinkClick action="ppaction://hlinksldjump" r:id="rId12"/>
              </a:rPr>
              <a:t>infographic resources</a:t>
            </a:r>
            <a:r>
              <a:rPr lang="en" sz="1200"/>
              <a:t>, whose size and color can be edited. </a:t>
            </a:r>
            <a:endParaRPr sz="1200"/>
          </a:p>
          <a:p>
            <a:pPr indent="-304800" lvl="0" marL="914400" rtl="0" algn="l">
              <a:lnSpc>
                <a:spcPct val="100000"/>
              </a:lnSpc>
              <a:spcBef>
                <a:spcPts val="0"/>
              </a:spcBef>
              <a:spcAft>
                <a:spcPts val="0"/>
              </a:spcAft>
              <a:buClr>
                <a:schemeClr val="dk1"/>
              </a:buClr>
              <a:buSzPts val="1200"/>
              <a:buChar char="●"/>
            </a:pPr>
            <a:r>
              <a:rPr lang="en" sz="1200"/>
              <a:t>Sets of </a:t>
            </a:r>
            <a:r>
              <a:rPr b="1" lang="en" sz="1200">
                <a:uFill>
                  <a:noFill/>
                </a:uFill>
                <a:hlinkClick action="ppaction://hlinksldjump" r:id="rId13"/>
              </a:rPr>
              <a:t>customizable icons</a:t>
            </a:r>
            <a:r>
              <a:rPr lang="en" sz="1200"/>
              <a:t> of the following themes: general, business, avatar, creative process, education, help &amp; support, medical, nature, performing arts, SEO &amp; marketing, and teamwork.</a:t>
            </a:r>
            <a:endParaRPr sz="1200"/>
          </a:p>
          <a:p>
            <a:pPr indent="0" lvl="0" marL="0" rtl="0" algn="l">
              <a:lnSpc>
                <a:spcPct val="100000"/>
              </a:lnSpc>
              <a:spcBef>
                <a:spcPts val="0"/>
              </a:spcBef>
              <a:spcAft>
                <a:spcPts val="0"/>
              </a:spcAft>
              <a:buNone/>
            </a:pPr>
            <a:r>
              <a:rPr lang="en" sz="1200"/>
              <a:t>You can delete this slide when you’re done editing the presentation.</a:t>
            </a:r>
            <a:endParaRPr sz="1400"/>
          </a:p>
        </p:txBody>
      </p:sp>
      <p:sp>
        <p:nvSpPr>
          <p:cNvPr id="180" name="Google Shape;180;p33"/>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3"/>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3">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83" name="Google Shape;183;p33">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84" name="Google Shape;184;p33"/>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14">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85" name="Google Shape;185;p33"/>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15">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16">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17">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18">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 name="Shape 189"/>
        <p:cNvGrpSpPr/>
        <p:nvPr/>
      </p:nvGrpSpPr>
      <p:grpSpPr>
        <a:xfrm>
          <a:off x="0" y="0"/>
          <a:ext cx="0" cy="0"/>
          <a:chOff x="0" y="0"/>
          <a:chExt cx="0" cy="0"/>
        </a:xfrm>
      </p:grpSpPr>
      <p:grpSp>
        <p:nvGrpSpPr>
          <p:cNvPr id="190" name="Google Shape;190;p34"/>
          <p:cNvGrpSpPr/>
          <p:nvPr/>
        </p:nvGrpSpPr>
        <p:grpSpPr>
          <a:xfrm rot="5400000">
            <a:off x="6387946" y="1889387"/>
            <a:ext cx="849707" cy="578573"/>
            <a:chOff x="825050" y="2254625"/>
            <a:chExt cx="1269925" cy="423150"/>
          </a:xfrm>
        </p:grpSpPr>
        <p:sp>
          <p:nvSpPr>
            <p:cNvPr id="191" name="Google Shape;191;p34"/>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4"/>
            <p:cNvSpPr/>
            <p:nvPr/>
          </p:nvSpPr>
          <p:spPr>
            <a:xfrm>
              <a:off x="825050" y="2318975"/>
              <a:ext cx="1199700" cy="358800"/>
            </a:xfrm>
            <a:prstGeom prst="roundRect">
              <a:avLst>
                <a:gd fmla="val 50000"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 name="Google Shape;193;p34"/>
          <p:cNvGrpSpPr/>
          <p:nvPr/>
        </p:nvGrpSpPr>
        <p:grpSpPr>
          <a:xfrm rot="5400000">
            <a:off x="4147159" y="1889387"/>
            <a:ext cx="849707" cy="578573"/>
            <a:chOff x="825050" y="2254625"/>
            <a:chExt cx="1269925" cy="423150"/>
          </a:xfrm>
        </p:grpSpPr>
        <p:sp>
          <p:nvSpPr>
            <p:cNvPr id="194" name="Google Shape;194;p34"/>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4"/>
            <p:cNvSpPr/>
            <p:nvPr/>
          </p:nvSpPr>
          <p:spPr>
            <a:xfrm>
              <a:off x="825050" y="2318975"/>
              <a:ext cx="1199700" cy="358800"/>
            </a:xfrm>
            <a:prstGeom prst="roundRect">
              <a:avLst>
                <a:gd fmla="val 50000"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 name="Google Shape;196;p34"/>
          <p:cNvGrpSpPr/>
          <p:nvPr/>
        </p:nvGrpSpPr>
        <p:grpSpPr>
          <a:xfrm rot="5400000">
            <a:off x="1906346" y="1889387"/>
            <a:ext cx="849707" cy="578573"/>
            <a:chOff x="825050" y="2254625"/>
            <a:chExt cx="1269925" cy="423150"/>
          </a:xfrm>
        </p:grpSpPr>
        <p:sp>
          <p:nvSpPr>
            <p:cNvPr id="197" name="Google Shape;197;p34"/>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4"/>
            <p:cNvSpPr/>
            <p:nvPr/>
          </p:nvSpPr>
          <p:spPr>
            <a:xfrm>
              <a:off x="825050" y="2318975"/>
              <a:ext cx="1199700" cy="358800"/>
            </a:xfrm>
            <a:prstGeom prst="roundRect">
              <a:avLst>
                <a:gd fmla="val 50000"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99" name="Google Shape;199;p34"/>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200" name="Google Shape;200;p34"/>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201" name="Google Shape;201;p34"/>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202" name="Google Shape;202;p34"/>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203" name="Google Shape;203;p34"/>
          <p:cNvSpPr txBox="1"/>
          <p:nvPr>
            <p:ph idx="1" type="subTitle"/>
          </p:nvPr>
        </p:nvSpPr>
        <p:spPr>
          <a:xfrm>
            <a:off x="1425664" y="1921950"/>
            <a:ext cx="1811100" cy="445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uFill>
                  <a:noFill/>
                </a:uFill>
                <a:hlinkClick action="ppaction://hlinksldjump" r:id="rId4"/>
              </a:rPr>
              <a:t>01</a:t>
            </a:r>
            <a:endParaRPr/>
          </a:p>
        </p:txBody>
      </p:sp>
      <p:sp>
        <p:nvSpPr>
          <p:cNvPr id="204" name="Google Shape;204;p34"/>
          <p:cNvSpPr txBox="1"/>
          <p:nvPr>
            <p:ph idx="2" type="subTitle"/>
          </p:nvPr>
        </p:nvSpPr>
        <p:spPr>
          <a:xfrm>
            <a:off x="1425664" y="2951853"/>
            <a:ext cx="1811100" cy="525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uFill>
                  <a:noFill/>
                </a:uFill>
                <a:hlinkClick action="ppaction://hlinksldjump" r:id="rId5"/>
              </a:rPr>
              <a:t>ABOUT ME</a:t>
            </a:r>
            <a:endParaRPr/>
          </a:p>
        </p:txBody>
      </p:sp>
      <p:sp>
        <p:nvSpPr>
          <p:cNvPr id="205" name="Google Shape;205;p34"/>
          <p:cNvSpPr txBox="1"/>
          <p:nvPr>
            <p:ph idx="3" type="subTitle"/>
          </p:nvPr>
        </p:nvSpPr>
        <p:spPr>
          <a:xfrm>
            <a:off x="3666458" y="1921950"/>
            <a:ext cx="1811100" cy="445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uFill>
                  <a:noFill/>
                </a:uFill>
                <a:hlinkClick action="ppaction://hlinksldjump" r:id="rId6"/>
              </a:rPr>
              <a:t>02</a:t>
            </a:r>
            <a:endParaRPr/>
          </a:p>
        </p:txBody>
      </p:sp>
      <p:sp>
        <p:nvSpPr>
          <p:cNvPr id="206" name="Google Shape;206;p34"/>
          <p:cNvSpPr txBox="1"/>
          <p:nvPr>
            <p:ph idx="4" type="subTitle"/>
          </p:nvPr>
        </p:nvSpPr>
        <p:spPr>
          <a:xfrm>
            <a:off x="3666458" y="2951853"/>
            <a:ext cx="1811100" cy="525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uFill>
                  <a:noFill/>
                </a:uFill>
                <a:hlinkClick action="ppaction://hlinksldjump" r:id="rId7"/>
              </a:rPr>
              <a:t>MY WORK</a:t>
            </a:r>
            <a:endParaRPr/>
          </a:p>
        </p:txBody>
      </p:sp>
      <p:sp>
        <p:nvSpPr>
          <p:cNvPr id="207" name="Google Shape;207;p34"/>
          <p:cNvSpPr txBox="1"/>
          <p:nvPr>
            <p:ph idx="5" type="subTitle"/>
          </p:nvPr>
        </p:nvSpPr>
        <p:spPr>
          <a:xfrm>
            <a:off x="1425651" y="3324346"/>
            <a:ext cx="1811100" cy="525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uFill>
                  <a:noFill/>
                </a:uFill>
                <a:hlinkClick action="ppaction://hlinksldjump" r:id="rId8"/>
              </a:rPr>
              <a:t>You can describe the section here</a:t>
            </a:r>
            <a:endParaRPr/>
          </a:p>
        </p:txBody>
      </p:sp>
      <p:sp>
        <p:nvSpPr>
          <p:cNvPr id="208" name="Google Shape;208;p34"/>
          <p:cNvSpPr txBox="1"/>
          <p:nvPr>
            <p:ph idx="6" type="subTitle"/>
          </p:nvPr>
        </p:nvSpPr>
        <p:spPr>
          <a:xfrm>
            <a:off x="3666450" y="3324346"/>
            <a:ext cx="1811100" cy="525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uFill>
                  <a:noFill/>
                </a:uFill>
                <a:hlinkClick action="ppaction://hlinksldjump" r:id="rId9"/>
              </a:rPr>
              <a:t>You can describe the section here</a:t>
            </a:r>
            <a:endParaRPr/>
          </a:p>
        </p:txBody>
      </p:sp>
      <p:sp>
        <p:nvSpPr>
          <p:cNvPr id="209" name="Google Shape;209;p34"/>
          <p:cNvSpPr txBox="1"/>
          <p:nvPr>
            <p:ph idx="7" type="subTitle"/>
          </p:nvPr>
        </p:nvSpPr>
        <p:spPr>
          <a:xfrm>
            <a:off x="5907254" y="1921950"/>
            <a:ext cx="1811100" cy="445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uFill>
                  <a:noFill/>
                </a:uFill>
                <a:hlinkClick action="ppaction://hlinksldjump" r:id="rId10"/>
              </a:rPr>
              <a:t>03</a:t>
            </a:r>
            <a:endParaRPr/>
          </a:p>
        </p:txBody>
      </p:sp>
      <p:sp>
        <p:nvSpPr>
          <p:cNvPr id="210" name="Google Shape;210;p34"/>
          <p:cNvSpPr txBox="1"/>
          <p:nvPr>
            <p:ph idx="8" type="subTitle"/>
          </p:nvPr>
        </p:nvSpPr>
        <p:spPr>
          <a:xfrm>
            <a:off x="5907254" y="2951853"/>
            <a:ext cx="1811100" cy="525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uFill>
                  <a:noFill/>
                </a:uFill>
                <a:hlinkClick action="ppaction://hlinksldjump" r:id="rId11"/>
              </a:rPr>
              <a:t>EXPERIENCE</a:t>
            </a:r>
            <a:endParaRPr/>
          </a:p>
        </p:txBody>
      </p:sp>
      <p:sp>
        <p:nvSpPr>
          <p:cNvPr id="211" name="Google Shape;211;p34"/>
          <p:cNvSpPr txBox="1"/>
          <p:nvPr>
            <p:ph idx="9" type="subTitle"/>
          </p:nvPr>
        </p:nvSpPr>
        <p:spPr>
          <a:xfrm>
            <a:off x="5907250" y="3324346"/>
            <a:ext cx="1811100" cy="525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uFill>
                  <a:noFill/>
                </a:uFill>
                <a:hlinkClick action="ppaction://hlinksldjump" r:id="rId12"/>
              </a:rPr>
              <a:t>You can describe the section here</a:t>
            </a:r>
            <a:endParaRPr/>
          </a:p>
        </p:txBody>
      </p:sp>
      <p:sp>
        <p:nvSpPr>
          <p:cNvPr id="212" name="Google Shape;212;p34"/>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4"/>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4">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215" name="Google Shape;215;p34">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216" name="Google Shape;216;p34"/>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u="sng">
                <a:solidFill>
                  <a:schemeClr val="accent2"/>
                </a:solidFill>
                <a:latin typeface="Quicksand"/>
                <a:ea typeface="Quicksand"/>
                <a:cs typeface="Quicksand"/>
                <a:sym typeface="Quicksand"/>
                <a:hlinkClick action="ppaction://hlinksldjump" r:id="rId13">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14">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15">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16">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 name="Shape 220"/>
        <p:cNvGrpSpPr/>
        <p:nvPr/>
      </p:nvGrpSpPr>
      <p:grpSpPr>
        <a:xfrm>
          <a:off x="0" y="0"/>
          <a:ext cx="0" cy="0"/>
          <a:chOff x="0" y="0"/>
          <a:chExt cx="0" cy="0"/>
        </a:xfrm>
      </p:grpSpPr>
      <p:cxnSp>
        <p:nvCxnSpPr>
          <p:cNvPr id="221" name="Google Shape;221;p35"/>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222" name="Google Shape;222;p35"/>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223" name="Google Shape;223;p35"/>
          <p:cNvSpPr txBox="1"/>
          <p:nvPr>
            <p:ph type="title"/>
          </p:nvPr>
        </p:nvSpPr>
        <p:spPr>
          <a:xfrm>
            <a:off x="2776650" y="2948925"/>
            <a:ext cx="3590700" cy="71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ME</a:t>
            </a:r>
            <a:endParaRPr/>
          </a:p>
        </p:txBody>
      </p:sp>
      <p:sp>
        <p:nvSpPr>
          <p:cNvPr id="224" name="Google Shape;224;p35"/>
          <p:cNvSpPr txBox="1"/>
          <p:nvPr>
            <p:ph idx="1" type="subTitle"/>
          </p:nvPr>
        </p:nvSpPr>
        <p:spPr>
          <a:xfrm>
            <a:off x="2776650" y="3683450"/>
            <a:ext cx="3590700" cy="55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add a subtitle for the section if you need it</a:t>
            </a:r>
            <a:endParaRPr/>
          </a:p>
        </p:txBody>
      </p:sp>
      <p:grpSp>
        <p:nvGrpSpPr>
          <p:cNvPr id="225" name="Google Shape;225;p35"/>
          <p:cNvGrpSpPr/>
          <p:nvPr/>
        </p:nvGrpSpPr>
        <p:grpSpPr>
          <a:xfrm rot="5400000">
            <a:off x="3864074" y="1491011"/>
            <a:ext cx="1415839" cy="964020"/>
            <a:chOff x="825050" y="2254625"/>
            <a:chExt cx="1269925" cy="423150"/>
          </a:xfrm>
        </p:grpSpPr>
        <p:sp>
          <p:nvSpPr>
            <p:cNvPr id="226" name="Google Shape;226;p35"/>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5"/>
            <p:cNvSpPr/>
            <p:nvPr/>
          </p:nvSpPr>
          <p:spPr>
            <a:xfrm>
              <a:off x="825050" y="2318975"/>
              <a:ext cx="1199700" cy="358800"/>
            </a:xfrm>
            <a:prstGeom prst="roundRect">
              <a:avLst>
                <a:gd fmla="val 50000"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 name="Google Shape;228;p35"/>
          <p:cNvSpPr txBox="1"/>
          <p:nvPr>
            <p:ph idx="2" type="title"/>
          </p:nvPr>
        </p:nvSpPr>
        <p:spPr>
          <a:xfrm>
            <a:off x="4108200" y="1603950"/>
            <a:ext cx="927600" cy="6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29" name="Google Shape;229;p35"/>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5"/>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5">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232" name="Google Shape;232;p35">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233" name="Google Shape;233;p35"/>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234" name="Google Shape;234;p35"/>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 name="Shape 238"/>
        <p:cNvGrpSpPr/>
        <p:nvPr/>
      </p:nvGrpSpPr>
      <p:grpSpPr>
        <a:xfrm>
          <a:off x="0" y="0"/>
          <a:ext cx="0" cy="0"/>
          <a:chOff x="0" y="0"/>
          <a:chExt cx="0" cy="0"/>
        </a:xfrm>
      </p:grpSpPr>
      <p:cxnSp>
        <p:nvCxnSpPr>
          <p:cNvPr id="239" name="Google Shape;239;p36"/>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240" name="Google Shape;240;p36"/>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pic>
        <p:nvPicPr>
          <p:cNvPr id="241" name="Google Shape;241;p36"/>
          <p:cNvPicPr preferRelativeResize="0"/>
          <p:nvPr/>
        </p:nvPicPr>
        <p:blipFill rotWithShape="1">
          <a:blip r:embed="rId3">
            <a:alphaModFix/>
          </a:blip>
          <a:srcRect b="0" l="0" r="0" t="0"/>
          <a:stretch/>
        </p:blipFill>
        <p:spPr>
          <a:xfrm>
            <a:off x="6083699" y="1056375"/>
            <a:ext cx="2340300" cy="3512400"/>
          </a:xfrm>
          <a:prstGeom prst="roundRect">
            <a:avLst>
              <a:gd fmla="val 47039" name="adj"/>
            </a:avLst>
          </a:prstGeom>
          <a:noFill/>
          <a:ln cap="flat" cmpd="sng" w="9525">
            <a:solidFill>
              <a:schemeClr val="accent2"/>
            </a:solidFill>
            <a:prstDash val="solid"/>
            <a:round/>
            <a:headEnd len="sm" w="sm" type="none"/>
            <a:tailEnd len="sm" w="sm" type="none"/>
          </a:ln>
        </p:spPr>
      </p:pic>
      <p:sp>
        <p:nvSpPr>
          <p:cNvPr id="242" name="Google Shape;242;p36"/>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ME</a:t>
            </a:r>
            <a:endParaRPr/>
          </a:p>
        </p:txBody>
      </p:sp>
      <p:sp>
        <p:nvSpPr>
          <p:cNvPr id="243" name="Google Shape;243;p36"/>
          <p:cNvSpPr txBox="1"/>
          <p:nvPr>
            <p:ph idx="1" type="subTitle"/>
          </p:nvPr>
        </p:nvSpPr>
        <p:spPr>
          <a:xfrm>
            <a:off x="720000" y="2260875"/>
            <a:ext cx="3909300" cy="230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317500" lvl="0" marL="457200" rtl="0" algn="l">
              <a:spcBef>
                <a:spcPts val="1200"/>
              </a:spcBef>
              <a:spcAft>
                <a:spcPts val="0"/>
              </a:spcAft>
              <a:buClr>
                <a:schemeClr val="accent2"/>
              </a:buClr>
              <a:buSzPts val="1400"/>
              <a:buChar char="●"/>
            </a:pPr>
            <a:r>
              <a:rPr lang="en"/>
              <a:t>They’re simple</a:t>
            </a:r>
            <a:endParaRPr/>
          </a:p>
          <a:p>
            <a:pPr indent="-317500" lvl="0" marL="457200" rtl="0" algn="l">
              <a:spcBef>
                <a:spcPts val="0"/>
              </a:spcBef>
              <a:spcAft>
                <a:spcPts val="0"/>
              </a:spcAft>
              <a:buClr>
                <a:schemeClr val="accent2"/>
              </a:buClr>
              <a:buSzPts val="1400"/>
              <a:buChar char="●"/>
            </a:pPr>
            <a:r>
              <a:rPr lang="en"/>
              <a:t>You can organize your ideas clearly</a:t>
            </a:r>
            <a:endParaRPr/>
          </a:p>
          <a:p>
            <a:pPr indent="-317500" lvl="0" marL="457200" rtl="0" algn="l">
              <a:spcBef>
                <a:spcPts val="0"/>
              </a:spcBef>
              <a:spcAft>
                <a:spcPts val="0"/>
              </a:spcAft>
              <a:buClr>
                <a:schemeClr val="accent2"/>
              </a:buClr>
              <a:buSzPts val="1400"/>
              <a:buChar char="●"/>
            </a:pPr>
            <a:r>
              <a:rPr lang="en"/>
              <a:t>You’ll never forget to buy milk!</a:t>
            </a:r>
            <a:endParaRPr/>
          </a:p>
          <a:p>
            <a:pPr indent="0" lvl="0" marL="0" rtl="0" algn="l">
              <a:spcBef>
                <a:spcPts val="1200"/>
              </a:spcBef>
              <a:spcAft>
                <a:spcPts val="1200"/>
              </a:spcAft>
              <a:buNone/>
            </a:pPr>
            <a:r>
              <a:rPr lang="en"/>
              <a:t>And the most important thing: the audience won’t miss the point of your presentation</a:t>
            </a:r>
            <a:endParaRPr/>
          </a:p>
        </p:txBody>
      </p:sp>
      <p:grpSp>
        <p:nvGrpSpPr>
          <p:cNvPr id="244" name="Google Shape;244;p36"/>
          <p:cNvGrpSpPr/>
          <p:nvPr/>
        </p:nvGrpSpPr>
        <p:grpSpPr>
          <a:xfrm rot="10800000">
            <a:off x="4761743" y="2571863"/>
            <a:ext cx="3234860" cy="1997006"/>
            <a:chOff x="4139500" y="1350563"/>
            <a:chExt cx="2501825" cy="1544475"/>
          </a:xfrm>
        </p:grpSpPr>
        <p:sp>
          <p:nvSpPr>
            <p:cNvPr id="245" name="Google Shape;245;p36"/>
            <p:cNvSpPr/>
            <p:nvPr/>
          </p:nvSpPr>
          <p:spPr>
            <a:xfrm>
              <a:off x="5978325" y="1852588"/>
              <a:ext cx="541225" cy="540425"/>
            </a:xfrm>
            <a:custGeom>
              <a:rect b="b" l="l" r="r" t="t"/>
              <a:pathLst>
                <a:path extrusionOk="0" fill="none" h="21617" w="21649">
                  <a:moveTo>
                    <a:pt x="10841" y="21616"/>
                  </a:moveTo>
                  <a:cubicBezTo>
                    <a:pt x="16812" y="21616"/>
                    <a:pt x="21649" y="16780"/>
                    <a:pt x="21649" y="10809"/>
                  </a:cubicBezTo>
                  <a:cubicBezTo>
                    <a:pt x="21649" y="4838"/>
                    <a:pt x="16812" y="1"/>
                    <a:pt x="10841" y="1"/>
                  </a:cubicBezTo>
                  <a:cubicBezTo>
                    <a:pt x="4870" y="1"/>
                    <a:pt x="0" y="4838"/>
                    <a:pt x="0" y="10809"/>
                  </a:cubicBezTo>
                  <a:cubicBezTo>
                    <a:pt x="0" y="16780"/>
                    <a:pt x="4870" y="21616"/>
                    <a:pt x="10841" y="21616"/>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6"/>
            <p:cNvSpPr/>
            <p:nvPr/>
          </p:nvSpPr>
          <p:spPr>
            <a:xfrm>
              <a:off x="5873250" y="2016888"/>
              <a:ext cx="593775" cy="593775"/>
            </a:xfrm>
            <a:custGeom>
              <a:rect b="b" l="l" r="r" t="t"/>
              <a:pathLst>
                <a:path extrusionOk="0" fill="none" h="23751" w="23751">
                  <a:moveTo>
                    <a:pt x="4203" y="19548"/>
                  </a:moveTo>
                  <a:cubicBezTo>
                    <a:pt x="8439" y="23751"/>
                    <a:pt x="15278" y="23751"/>
                    <a:pt x="19514" y="19548"/>
                  </a:cubicBezTo>
                  <a:cubicBezTo>
                    <a:pt x="23750" y="15311"/>
                    <a:pt x="23750" y="8473"/>
                    <a:pt x="19514" y="4237"/>
                  </a:cubicBezTo>
                  <a:cubicBezTo>
                    <a:pt x="15278" y="0"/>
                    <a:pt x="8439" y="0"/>
                    <a:pt x="4203" y="4237"/>
                  </a:cubicBezTo>
                  <a:cubicBezTo>
                    <a:pt x="0" y="8473"/>
                    <a:pt x="0" y="15311"/>
                    <a:pt x="4203" y="19548"/>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6"/>
            <p:cNvSpPr/>
            <p:nvPr/>
          </p:nvSpPr>
          <p:spPr>
            <a:xfrm>
              <a:off x="5708125" y="2122788"/>
              <a:ext cx="541250" cy="541250"/>
            </a:xfrm>
            <a:custGeom>
              <a:rect b="b" l="l" r="r" t="t"/>
              <a:pathLst>
                <a:path extrusionOk="0" fill="none" h="21650" w="21650">
                  <a:moveTo>
                    <a:pt x="0" y="10808"/>
                  </a:moveTo>
                  <a:cubicBezTo>
                    <a:pt x="0" y="16779"/>
                    <a:pt x="4837" y="21616"/>
                    <a:pt x="10841" y="21616"/>
                  </a:cubicBezTo>
                  <a:cubicBezTo>
                    <a:pt x="16812" y="21649"/>
                    <a:pt x="21649" y="16779"/>
                    <a:pt x="21649" y="10808"/>
                  </a:cubicBezTo>
                  <a:cubicBezTo>
                    <a:pt x="21649" y="4837"/>
                    <a:pt x="16812" y="1"/>
                    <a:pt x="10808" y="1"/>
                  </a:cubicBezTo>
                  <a:cubicBezTo>
                    <a:pt x="4837" y="1"/>
                    <a:pt x="0" y="4837"/>
                    <a:pt x="0" y="10808"/>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6"/>
            <p:cNvSpPr/>
            <p:nvPr/>
          </p:nvSpPr>
          <p:spPr>
            <a:xfrm>
              <a:off x="5490475" y="2016888"/>
              <a:ext cx="593775" cy="593775"/>
            </a:xfrm>
            <a:custGeom>
              <a:rect b="b" l="l" r="r" t="t"/>
              <a:pathLst>
                <a:path extrusionOk="0" fill="none" h="23751" w="23751">
                  <a:moveTo>
                    <a:pt x="4237" y="4237"/>
                  </a:moveTo>
                  <a:cubicBezTo>
                    <a:pt x="0" y="8473"/>
                    <a:pt x="0" y="15311"/>
                    <a:pt x="4237" y="19548"/>
                  </a:cubicBezTo>
                  <a:cubicBezTo>
                    <a:pt x="8440" y="23751"/>
                    <a:pt x="15311" y="23751"/>
                    <a:pt x="19514" y="19548"/>
                  </a:cubicBezTo>
                  <a:cubicBezTo>
                    <a:pt x="23750" y="15311"/>
                    <a:pt x="23750" y="8473"/>
                    <a:pt x="19514" y="4237"/>
                  </a:cubicBezTo>
                  <a:cubicBezTo>
                    <a:pt x="15311" y="0"/>
                    <a:pt x="8440" y="0"/>
                    <a:pt x="4237" y="4237"/>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6"/>
            <p:cNvSpPr/>
            <p:nvPr/>
          </p:nvSpPr>
          <p:spPr>
            <a:xfrm>
              <a:off x="5437925" y="1852588"/>
              <a:ext cx="541250" cy="540425"/>
            </a:xfrm>
            <a:custGeom>
              <a:rect b="b" l="l" r="r" t="t"/>
              <a:pathLst>
                <a:path extrusionOk="0" fill="none" h="21617" w="21650">
                  <a:moveTo>
                    <a:pt x="10808" y="1"/>
                  </a:moveTo>
                  <a:cubicBezTo>
                    <a:pt x="4837" y="1"/>
                    <a:pt x="1" y="4838"/>
                    <a:pt x="1" y="10809"/>
                  </a:cubicBezTo>
                  <a:cubicBezTo>
                    <a:pt x="1" y="16780"/>
                    <a:pt x="4837" y="21616"/>
                    <a:pt x="10808" y="21616"/>
                  </a:cubicBezTo>
                  <a:cubicBezTo>
                    <a:pt x="16779" y="21616"/>
                    <a:pt x="21649" y="16780"/>
                    <a:pt x="21616" y="10809"/>
                  </a:cubicBezTo>
                  <a:cubicBezTo>
                    <a:pt x="21649" y="4838"/>
                    <a:pt x="16779" y="1"/>
                    <a:pt x="10808" y="1"/>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6"/>
            <p:cNvSpPr/>
            <p:nvPr/>
          </p:nvSpPr>
          <p:spPr>
            <a:xfrm>
              <a:off x="5490475" y="1634938"/>
              <a:ext cx="593775" cy="593775"/>
            </a:xfrm>
            <a:custGeom>
              <a:rect b="b" l="l" r="r" t="t"/>
              <a:pathLst>
                <a:path extrusionOk="0" fill="none" h="23751" w="23751">
                  <a:moveTo>
                    <a:pt x="19514" y="4204"/>
                  </a:moveTo>
                  <a:cubicBezTo>
                    <a:pt x="15311" y="1"/>
                    <a:pt x="8440" y="1"/>
                    <a:pt x="4237" y="4204"/>
                  </a:cubicBezTo>
                  <a:cubicBezTo>
                    <a:pt x="0" y="8440"/>
                    <a:pt x="0" y="15278"/>
                    <a:pt x="4237" y="19515"/>
                  </a:cubicBezTo>
                  <a:cubicBezTo>
                    <a:pt x="8473" y="23751"/>
                    <a:pt x="15311" y="23751"/>
                    <a:pt x="19514" y="19515"/>
                  </a:cubicBezTo>
                  <a:cubicBezTo>
                    <a:pt x="23750" y="15278"/>
                    <a:pt x="23750" y="8440"/>
                    <a:pt x="19514" y="4204"/>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6"/>
            <p:cNvSpPr/>
            <p:nvPr/>
          </p:nvSpPr>
          <p:spPr>
            <a:xfrm>
              <a:off x="5708125" y="1581563"/>
              <a:ext cx="541250" cy="541250"/>
            </a:xfrm>
            <a:custGeom>
              <a:rect b="b" l="l" r="r" t="t"/>
              <a:pathLst>
                <a:path extrusionOk="0" fill="none" h="21650" w="21650">
                  <a:moveTo>
                    <a:pt x="21649" y="10842"/>
                  </a:moveTo>
                  <a:cubicBezTo>
                    <a:pt x="21649" y="4871"/>
                    <a:pt x="16779" y="34"/>
                    <a:pt x="10808" y="1"/>
                  </a:cubicBezTo>
                  <a:cubicBezTo>
                    <a:pt x="4837" y="1"/>
                    <a:pt x="0" y="4871"/>
                    <a:pt x="0" y="10842"/>
                  </a:cubicBezTo>
                  <a:cubicBezTo>
                    <a:pt x="0" y="16813"/>
                    <a:pt x="4837" y="21650"/>
                    <a:pt x="10808" y="21650"/>
                  </a:cubicBezTo>
                  <a:cubicBezTo>
                    <a:pt x="16812" y="21650"/>
                    <a:pt x="21649" y="16813"/>
                    <a:pt x="21649" y="10842"/>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6"/>
            <p:cNvSpPr/>
            <p:nvPr/>
          </p:nvSpPr>
          <p:spPr>
            <a:xfrm>
              <a:off x="5873250" y="1634938"/>
              <a:ext cx="593775" cy="593775"/>
            </a:xfrm>
            <a:custGeom>
              <a:rect b="b" l="l" r="r" t="t"/>
              <a:pathLst>
                <a:path extrusionOk="0" fill="none" h="23751" w="23751">
                  <a:moveTo>
                    <a:pt x="19514" y="19515"/>
                  </a:moveTo>
                  <a:cubicBezTo>
                    <a:pt x="23750" y="15278"/>
                    <a:pt x="23750" y="8440"/>
                    <a:pt x="19514" y="4204"/>
                  </a:cubicBezTo>
                  <a:cubicBezTo>
                    <a:pt x="15278" y="1"/>
                    <a:pt x="8439" y="1"/>
                    <a:pt x="4236" y="4204"/>
                  </a:cubicBezTo>
                  <a:cubicBezTo>
                    <a:pt x="0" y="8440"/>
                    <a:pt x="0" y="15278"/>
                    <a:pt x="4203" y="19515"/>
                  </a:cubicBezTo>
                  <a:cubicBezTo>
                    <a:pt x="8439" y="23751"/>
                    <a:pt x="15278" y="23751"/>
                    <a:pt x="19514" y="19515"/>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6"/>
            <p:cNvSpPr/>
            <p:nvPr/>
          </p:nvSpPr>
          <p:spPr>
            <a:xfrm>
              <a:off x="4510600" y="1350563"/>
              <a:ext cx="1543625" cy="1544475"/>
            </a:xfrm>
            <a:custGeom>
              <a:rect b="b" l="l" r="r" t="t"/>
              <a:pathLst>
                <a:path extrusionOk="0" fill="none" h="61779" w="61745">
                  <a:moveTo>
                    <a:pt x="58275" y="24618"/>
                  </a:moveTo>
                  <a:cubicBezTo>
                    <a:pt x="61745" y="39763"/>
                    <a:pt x="52271" y="54840"/>
                    <a:pt x="37160" y="58309"/>
                  </a:cubicBezTo>
                  <a:cubicBezTo>
                    <a:pt x="22016" y="61778"/>
                    <a:pt x="6939" y="52305"/>
                    <a:pt x="3470" y="37161"/>
                  </a:cubicBezTo>
                  <a:cubicBezTo>
                    <a:pt x="1" y="22050"/>
                    <a:pt x="9441" y="6939"/>
                    <a:pt x="24585" y="3470"/>
                  </a:cubicBezTo>
                  <a:cubicBezTo>
                    <a:pt x="39729" y="1"/>
                    <a:pt x="54806" y="9474"/>
                    <a:pt x="58275" y="24618"/>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6"/>
            <p:cNvSpPr/>
            <p:nvPr/>
          </p:nvSpPr>
          <p:spPr>
            <a:xfrm>
              <a:off x="5024300" y="1642438"/>
              <a:ext cx="960700" cy="960725"/>
            </a:xfrm>
            <a:custGeom>
              <a:rect b="b" l="l" r="r" t="t"/>
              <a:pathLst>
                <a:path extrusionOk="0" fill="none" h="38429" w="38428">
                  <a:moveTo>
                    <a:pt x="19214" y="38428"/>
                  </a:moveTo>
                  <a:cubicBezTo>
                    <a:pt x="29822" y="38428"/>
                    <a:pt x="38428" y="29822"/>
                    <a:pt x="38428" y="19215"/>
                  </a:cubicBezTo>
                  <a:cubicBezTo>
                    <a:pt x="38428" y="8607"/>
                    <a:pt x="29822" y="1"/>
                    <a:pt x="19214" y="1"/>
                  </a:cubicBezTo>
                  <a:cubicBezTo>
                    <a:pt x="8607" y="1"/>
                    <a:pt x="1" y="8607"/>
                    <a:pt x="1" y="19215"/>
                  </a:cubicBezTo>
                  <a:cubicBezTo>
                    <a:pt x="1" y="29822"/>
                    <a:pt x="8607" y="38428"/>
                    <a:pt x="19214" y="38428"/>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6"/>
            <p:cNvSpPr/>
            <p:nvPr/>
          </p:nvSpPr>
          <p:spPr>
            <a:xfrm>
              <a:off x="4298775" y="1860938"/>
              <a:ext cx="523750" cy="522900"/>
            </a:xfrm>
            <a:custGeom>
              <a:rect b="b" l="l" r="r" t="t"/>
              <a:pathLst>
                <a:path extrusionOk="0" fill="none" h="20916" w="20950">
                  <a:moveTo>
                    <a:pt x="10475" y="20915"/>
                  </a:moveTo>
                  <a:cubicBezTo>
                    <a:pt x="16246" y="20915"/>
                    <a:pt x="20949" y="16245"/>
                    <a:pt x="20949" y="10475"/>
                  </a:cubicBezTo>
                  <a:cubicBezTo>
                    <a:pt x="20949" y="4670"/>
                    <a:pt x="16246" y="0"/>
                    <a:pt x="10475" y="0"/>
                  </a:cubicBezTo>
                  <a:cubicBezTo>
                    <a:pt x="4671" y="0"/>
                    <a:pt x="1" y="4670"/>
                    <a:pt x="1" y="10475"/>
                  </a:cubicBezTo>
                  <a:cubicBezTo>
                    <a:pt x="1" y="16245"/>
                    <a:pt x="4671" y="20915"/>
                    <a:pt x="10475" y="20915"/>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6"/>
            <p:cNvSpPr/>
            <p:nvPr/>
          </p:nvSpPr>
          <p:spPr>
            <a:xfrm>
              <a:off x="4560625" y="1962688"/>
              <a:ext cx="361125" cy="321900"/>
            </a:xfrm>
            <a:custGeom>
              <a:rect b="b" l="l" r="r" t="t"/>
              <a:pathLst>
                <a:path extrusionOk="0" fill="none" h="12876" w="14445">
                  <a:moveTo>
                    <a:pt x="1" y="6438"/>
                  </a:moveTo>
                  <a:cubicBezTo>
                    <a:pt x="1" y="6438"/>
                    <a:pt x="14445" y="0"/>
                    <a:pt x="14445" y="6438"/>
                  </a:cubicBezTo>
                  <a:cubicBezTo>
                    <a:pt x="14445" y="12876"/>
                    <a:pt x="1" y="6438"/>
                    <a:pt x="1" y="6438"/>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6"/>
            <p:cNvSpPr/>
            <p:nvPr/>
          </p:nvSpPr>
          <p:spPr>
            <a:xfrm>
              <a:off x="4560625" y="2123613"/>
              <a:ext cx="395325" cy="300250"/>
            </a:xfrm>
            <a:custGeom>
              <a:rect b="b" l="l" r="r" t="t"/>
              <a:pathLst>
                <a:path extrusionOk="0" fill="none" h="12010" w="15813">
                  <a:moveTo>
                    <a:pt x="1" y="1"/>
                  </a:moveTo>
                  <a:cubicBezTo>
                    <a:pt x="1" y="1"/>
                    <a:pt x="15812" y="368"/>
                    <a:pt x="13044" y="6205"/>
                  </a:cubicBezTo>
                  <a:cubicBezTo>
                    <a:pt x="10275" y="12010"/>
                    <a:pt x="1" y="1"/>
                    <a:pt x="1" y="1"/>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6"/>
            <p:cNvSpPr/>
            <p:nvPr/>
          </p:nvSpPr>
          <p:spPr>
            <a:xfrm>
              <a:off x="4560625" y="2123613"/>
              <a:ext cx="352800" cy="381975"/>
            </a:xfrm>
            <a:custGeom>
              <a:rect b="b" l="l" r="r" t="t"/>
              <a:pathLst>
                <a:path extrusionOk="0" fill="none" h="15279" w="14112">
                  <a:moveTo>
                    <a:pt x="1" y="1"/>
                  </a:moveTo>
                  <a:cubicBezTo>
                    <a:pt x="1" y="1"/>
                    <a:pt x="14111" y="7139"/>
                    <a:pt x="9107" y="11209"/>
                  </a:cubicBezTo>
                  <a:cubicBezTo>
                    <a:pt x="4137" y="15279"/>
                    <a:pt x="1" y="1"/>
                    <a:pt x="1" y="1"/>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6"/>
            <p:cNvSpPr/>
            <p:nvPr/>
          </p:nvSpPr>
          <p:spPr>
            <a:xfrm>
              <a:off x="4489750" y="2123613"/>
              <a:ext cx="312750" cy="389475"/>
            </a:xfrm>
            <a:custGeom>
              <a:rect b="b" l="l" r="r" t="t"/>
              <a:pathLst>
                <a:path extrusionOk="0" fill="none" h="15579" w="12510">
                  <a:moveTo>
                    <a:pt x="2836" y="1"/>
                  </a:moveTo>
                  <a:cubicBezTo>
                    <a:pt x="2836" y="1"/>
                    <a:pt x="12510" y="12510"/>
                    <a:pt x="6272" y="14044"/>
                  </a:cubicBezTo>
                  <a:cubicBezTo>
                    <a:pt x="1" y="15579"/>
                    <a:pt x="2836" y="1"/>
                    <a:pt x="2836" y="1"/>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6"/>
            <p:cNvSpPr/>
            <p:nvPr/>
          </p:nvSpPr>
          <p:spPr>
            <a:xfrm>
              <a:off x="4329650" y="2123613"/>
              <a:ext cx="315250" cy="386150"/>
            </a:xfrm>
            <a:custGeom>
              <a:rect b="b" l="l" r="r" t="t"/>
              <a:pathLst>
                <a:path extrusionOk="0" fill="none" h="15446" w="12610">
                  <a:moveTo>
                    <a:pt x="9240" y="1"/>
                  </a:moveTo>
                  <a:cubicBezTo>
                    <a:pt x="9240" y="1"/>
                    <a:pt x="12609" y="15445"/>
                    <a:pt x="6305" y="14144"/>
                  </a:cubicBezTo>
                  <a:cubicBezTo>
                    <a:pt x="0" y="12843"/>
                    <a:pt x="9240" y="1"/>
                    <a:pt x="9240" y="1"/>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6"/>
            <p:cNvSpPr/>
            <p:nvPr/>
          </p:nvSpPr>
          <p:spPr>
            <a:xfrm>
              <a:off x="4213725" y="2123613"/>
              <a:ext cx="346925" cy="385300"/>
            </a:xfrm>
            <a:custGeom>
              <a:rect b="b" l="l" r="r" t="t"/>
              <a:pathLst>
                <a:path extrusionOk="0" fill="none" h="15412" w="13877">
                  <a:moveTo>
                    <a:pt x="13877" y="1"/>
                  </a:moveTo>
                  <a:cubicBezTo>
                    <a:pt x="13877" y="1"/>
                    <a:pt x="10274" y="15412"/>
                    <a:pt x="5137" y="11509"/>
                  </a:cubicBezTo>
                  <a:cubicBezTo>
                    <a:pt x="0" y="7640"/>
                    <a:pt x="13877" y="1"/>
                    <a:pt x="13877" y="1"/>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6"/>
            <p:cNvSpPr/>
            <p:nvPr/>
          </p:nvSpPr>
          <p:spPr>
            <a:xfrm>
              <a:off x="4165350" y="2123613"/>
              <a:ext cx="395300" cy="309425"/>
            </a:xfrm>
            <a:custGeom>
              <a:rect b="b" l="l" r="r" t="t"/>
              <a:pathLst>
                <a:path extrusionOk="0" fill="none" h="12377" w="15812">
                  <a:moveTo>
                    <a:pt x="15812" y="1"/>
                  </a:moveTo>
                  <a:cubicBezTo>
                    <a:pt x="15812" y="1"/>
                    <a:pt x="5938" y="12376"/>
                    <a:pt x="2969" y="6672"/>
                  </a:cubicBezTo>
                  <a:cubicBezTo>
                    <a:pt x="1" y="935"/>
                    <a:pt x="15812" y="1"/>
                    <a:pt x="15812" y="1"/>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6"/>
            <p:cNvSpPr/>
            <p:nvPr/>
          </p:nvSpPr>
          <p:spPr>
            <a:xfrm>
              <a:off x="4192875" y="1975188"/>
              <a:ext cx="367775" cy="321925"/>
            </a:xfrm>
            <a:custGeom>
              <a:rect b="b" l="l" r="r" t="t"/>
              <a:pathLst>
                <a:path extrusionOk="0" fill="none" h="12877" w="14711">
                  <a:moveTo>
                    <a:pt x="14711" y="5938"/>
                  </a:moveTo>
                  <a:cubicBezTo>
                    <a:pt x="14711" y="5938"/>
                    <a:pt x="467" y="12876"/>
                    <a:pt x="234" y="6438"/>
                  </a:cubicBezTo>
                  <a:cubicBezTo>
                    <a:pt x="0" y="0"/>
                    <a:pt x="14711" y="5938"/>
                    <a:pt x="14711" y="5938"/>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6"/>
            <p:cNvSpPr/>
            <p:nvPr/>
          </p:nvSpPr>
          <p:spPr>
            <a:xfrm>
              <a:off x="4164525" y="1831738"/>
              <a:ext cx="396125" cy="296075"/>
            </a:xfrm>
            <a:custGeom>
              <a:rect b="b" l="l" r="r" t="t"/>
              <a:pathLst>
                <a:path extrusionOk="0" fill="none" h="11843" w="15845">
                  <a:moveTo>
                    <a:pt x="15845" y="11676"/>
                  </a:moveTo>
                  <a:cubicBezTo>
                    <a:pt x="15845" y="11676"/>
                    <a:pt x="0" y="11843"/>
                    <a:pt x="2569" y="5939"/>
                  </a:cubicBezTo>
                  <a:cubicBezTo>
                    <a:pt x="5104" y="1"/>
                    <a:pt x="15845" y="11676"/>
                    <a:pt x="15845" y="11676"/>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6"/>
            <p:cNvSpPr/>
            <p:nvPr/>
          </p:nvSpPr>
          <p:spPr>
            <a:xfrm>
              <a:off x="4201225" y="1745013"/>
              <a:ext cx="359425" cy="378625"/>
            </a:xfrm>
            <a:custGeom>
              <a:rect b="b" l="l" r="r" t="t"/>
              <a:pathLst>
                <a:path extrusionOk="0" fill="none" h="15145" w="14377">
                  <a:moveTo>
                    <a:pt x="14377" y="15145"/>
                  </a:moveTo>
                  <a:cubicBezTo>
                    <a:pt x="14377" y="15145"/>
                    <a:pt x="0" y="8507"/>
                    <a:pt x="4837" y="4237"/>
                  </a:cubicBezTo>
                  <a:cubicBezTo>
                    <a:pt x="9674" y="1"/>
                    <a:pt x="14377" y="15145"/>
                    <a:pt x="14377" y="15145"/>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6"/>
            <p:cNvSpPr/>
            <p:nvPr/>
          </p:nvSpPr>
          <p:spPr>
            <a:xfrm>
              <a:off x="4307125" y="1731688"/>
              <a:ext cx="309400" cy="391950"/>
            </a:xfrm>
            <a:custGeom>
              <a:rect b="b" l="l" r="r" t="t"/>
              <a:pathLst>
                <a:path extrusionOk="0" fill="none" h="15678" w="12376">
                  <a:moveTo>
                    <a:pt x="10141" y="15678"/>
                  </a:moveTo>
                  <a:cubicBezTo>
                    <a:pt x="10141" y="15678"/>
                    <a:pt x="0" y="3503"/>
                    <a:pt x="6205" y="1735"/>
                  </a:cubicBezTo>
                  <a:cubicBezTo>
                    <a:pt x="12376" y="0"/>
                    <a:pt x="10141" y="15678"/>
                    <a:pt x="10141" y="15678"/>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6"/>
            <p:cNvSpPr/>
            <p:nvPr/>
          </p:nvSpPr>
          <p:spPr>
            <a:xfrm>
              <a:off x="4462225" y="1740013"/>
              <a:ext cx="316925" cy="383625"/>
            </a:xfrm>
            <a:custGeom>
              <a:rect b="b" l="l" r="r" t="t"/>
              <a:pathLst>
                <a:path extrusionOk="0" fill="none" h="15345" w="12677">
                  <a:moveTo>
                    <a:pt x="3937" y="15345"/>
                  </a:moveTo>
                  <a:cubicBezTo>
                    <a:pt x="3937" y="15345"/>
                    <a:pt x="1" y="1"/>
                    <a:pt x="6339" y="1068"/>
                  </a:cubicBezTo>
                  <a:cubicBezTo>
                    <a:pt x="12677" y="2135"/>
                    <a:pt x="3937" y="15345"/>
                    <a:pt x="3937" y="15345"/>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6"/>
            <p:cNvSpPr/>
            <p:nvPr/>
          </p:nvSpPr>
          <p:spPr>
            <a:xfrm>
              <a:off x="4560625" y="1735013"/>
              <a:ext cx="339450" cy="388625"/>
            </a:xfrm>
            <a:custGeom>
              <a:rect b="b" l="l" r="r" t="t"/>
              <a:pathLst>
                <a:path extrusionOk="0" fill="none" h="15545" w="13578">
                  <a:moveTo>
                    <a:pt x="1" y="15545"/>
                  </a:moveTo>
                  <a:cubicBezTo>
                    <a:pt x="1" y="15545"/>
                    <a:pt x="3036" y="0"/>
                    <a:pt x="8307" y="3703"/>
                  </a:cubicBezTo>
                  <a:cubicBezTo>
                    <a:pt x="13577" y="7372"/>
                    <a:pt x="1" y="15545"/>
                    <a:pt x="1" y="15545"/>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6"/>
            <p:cNvSpPr/>
            <p:nvPr/>
          </p:nvSpPr>
          <p:spPr>
            <a:xfrm>
              <a:off x="4560625" y="1815063"/>
              <a:ext cx="395325" cy="308575"/>
            </a:xfrm>
            <a:custGeom>
              <a:rect b="b" l="l" r="r" t="t"/>
              <a:pathLst>
                <a:path extrusionOk="0" fill="none" h="12343" w="15813">
                  <a:moveTo>
                    <a:pt x="1" y="12343"/>
                  </a:moveTo>
                  <a:cubicBezTo>
                    <a:pt x="1" y="12343"/>
                    <a:pt x="9941" y="1"/>
                    <a:pt x="12877" y="5738"/>
                  </a:cubicBezTo>
                  <a:cubicBezTo>
                    <a:pt x="15812" y="11476"/>
                    <a:pt x="1" y="12343"/>
                    <a:pt x="1" y="12343"/>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6"/>
            <p:cNvSpPr/>
            <p:nvPr/>
          </p:nvSpPr>
          <p:spPr>
            <a:xfrm>
              <a:off x="4953425" y="2108613"/>
              <a:ext cx="28375" cy="27550"/>
            </a:xfrm>
            <a:custGeom>
              <a:rect b="b" l="l" r="r" t="t"/>
              <a:pathLst>
                <a:path extrusionOk="0" h="1102" w="1135">
                  <a:moveTo>
                    <a:pt x="567" y="1"/>
                  </a:moveTo>
                  <a:cubicBezTo>
                    <a:pt x="267" y="1"/>
                    <a:pt x="0" y="234"/>
                    <a:pt x="0" y="534"/>
                  </a:cubicBezTo>
                  <a:cubicBezTo>
                    <a:pt x="0" y="868"/>
                    <a:pt x="267" y="1101"/>
                    <a:pt x="567" y="1101"/>
                  </a:cubicBezTo>
                  <a:cubicBezTo>
                    <a:pt x="867" y="1101"/>
                    <a:pt x="1134" y="868"/>
                    <a:pt x="1134" y="534"/>
                  </a:cubicBezTo>
                  <a:cubicBezTo>
                    <a:pt x="1134" y="234"/>
                    <a:pt x="867" y="1"/>
                    <a:pt x="56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6"/>
            <p:cNvSpPr/>
            <p:nvPr/>
          </p:nvSpPr>
          <p:spPr>
            <a:xfrm>
              <a:off x="4139500" y="2108613"/>
              <a:ext cx="27550" cy="27550"/>
            </a:xfrm>
            <a:custGeom>
              <a:rect b="b" l="l" r="r" t="t"/>
              <a:pathLst>
                <a:path extrusionOk="0" h="1102" w="1102">
                  <a:moveTo>
                    <a:pt x="568" y="1"/>
                  </a:moveTo>
                  <a:cubicBezTo>
                    <a:pt x="267" y="1"/>
                    <a:pt x="1" y="234"/>
                    <a:pt x="1" y="568"/>
                  </a:cubicBezTo>
                  <a:cubicBezTo>
                    <a:pt x="1" y="868"/>
                    <a:pt x="267" y="1101"/>
                    <a:pt x="568" y="1101"/>
                  </a:cubicBezTo>
                  <a:cubicBezTo>
                    <a:pt x="868" y="1101"/>
                    <a:pt x="1101" y="868"/>
                    <a:pt x="1101" y="568"/>
                  </a:cubicBezTo>
                  <a:cubicBezTo>
                    <a:pt x="1101" y="234"/>
                    <a:pt x="868" y="1"/>
                    <a:pt x="5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6"/>
            <p:cNvSpPr/>
            <p:nvPr/>
          </p:nvSpPr>
          <p:spPr>
            <a:xfrm>
              <a:off x="4546450" y="2515563"/>
              <a:ext cx="28400" cy="27550"/>
            </a:xfrm>
            <a:custGeom>
              <a:rect b="b" l="l" r="r" t="t"/>
              <a:pathLst>
                <a:path extrusionOk="0" h="1102" w="1136">
                  <a:moveTo>
                    <a:pt x="568" y="1"/>
                  </a:moveTo>
                  <a:cubicBezTo>
                    <a:pt x="268" y="1"/>
                    <a:pt x="1" y="234"/>
                    <a:pt x="1" y="568"/>
                  </a:cubicBezTo>
                  <a:cubicBezTo>
                    <a:pt x="1" y="868"/>
                    <a:pt x="268" y="1102"/>
                    <a:pt x="568" y="1102"/>
                  </a:cubicBezTo>
                  <a:cubicBezTo>
                    <a:pt x="868" y="1102"/>
                    <a:pt x="1135" y="868"/>
                    <a:pt x="1135" y="568"/>
                  </a:cubicBezTo>
                  <a:cubicBezTo>
                    <a:pt x="1135" y="234"/>
                    <a:pt x="868" y="1"/>
                    <a:pt x="5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6"/>
            <p:cNvSpPr/>
            <p:nvPr/>
          </p:nvSpPr>
          <p:spPr>
            <a:xfrm>
              <a:off x="4546450" y="1701663"/>
              <a:ext cx="28400" cy="27525"/>
            </a:xfrm>
            <a:custGeom>
              <a:rect b="b" l="l" r="r" t="t"/>
              <a:pathLst>
                <a:path extrusionOk="0" h="1101" w="1136">
                  <a:moveTo>
                    <a:pt x="568" y="0"/>
                  </a:moveTo>
                  <a:cubicBezTo>
                    <a:pt x="268" y="0"/>
                    <a:pt x="1" y="234"/>
                    <a:pt x="1" y="534"/>
                  </a:cubicBezTo>
                  <a:cubicBezTo>
                    <a:pt x="1" y="867"/>
                    <a:pt x="268" y="1101"/>
                    <a:pt x="568" y="1101"/>
                  </a:cubicBezTo>
                  <a:cubicBezTo>
                    <a:pt x="868" y="1101"/>
                    <a:pt x="1135" y="867"/>
                    <a:pt x="1135" y="534"/>
                  </a:cubicBezTo>
                  <a:cubicBezTo>
                    <a:pt x="1135" y="234"/>
                    <a:pt x="868" y="0"/>
                    <a:pt x="5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6"/>
            <p:cNvSpPr/>
            <p:nvPr/>
          </p:nvSpPr>
          <p:spPr>
            <a:xfrm>
              <a:off x="6597925" y="2101113"/>
              <a:ext cx="43400" cy="43375"/>
            </a:xfrm>
            <a:custGeom>
              <a:rect b="b" l="l" r="r" t="t"/>
              <a:pathLst>
                <a:path extrusionOk="0" h="1735" w="1736">
                  <a:moveTo>
                    <a:pt x="868" y="0"/>
                  </a:moveTo>
                  <a:cubicBezTo>
                    <a:pt x="367" y="0"/>
                    <a:pt x="1" y="401"/>
                    <a:pt x="1" y="868"/>
                  </a:cubicBezTo>
                  <a:cubicBezTo>
                    <a:pt x="1" y="1335"/>
                    <a:pt x="367" y="1735"/>
                    <a:pt x="868" y="1735"/>
                  </a:cubicBezTo>
                  <a:cubicBezTo>
                    <a:pt x="1335" y="1735"/>
                    <a:pt x="1735" y="1335"/>
                    <a:pt x="1735" y="868"/>
                  </a:cubicBezTo>
                  <a:cubicBezTo>
                    <a:pt x="1735" y="401"/>
                    <a:pt x="1335" y="0"/>
                    <a:pt x="8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6"/>
            <p:cNvSpPr/>
            <p:nvPr/>
          </p:nvSpPr>
          <p:spPr>
            <a:xfrm>
              <a:off x="5316175" y="2101113"/>
              <a:ext cx="43400" cy="43375"/>
            </a:xfrm>
            <a:custGeom>
              <a:rect b="b" l="l" r="r" t="t"/>
              <a:pathLst>
                <a:path extrusionOk="0" h="1735" w="1736">
                  <a:moveTo>
                    <a:pt x="868" y="0"/>
                  </a:moveTo>
                  <a:cubicBezTo>
                    <a:pt x="401" y="0"/>
                    <a:pt x="1" y="401"/>
                    <a:pt x="1" y="868"/>
                  </a:cubicBezTo>
                  <a:cubicBezTo>
                    <a:pt x="1" y="1335"/>
                    <a:pt x="401" y="1735"/>
                    <a:pt x="868" y="1735"/>
                  </a:cubicBezTo>
                  <a:cubicBezTo>
                    <a:pt x="1335" y="1735"/>
                    <a:pt x="1735" y="1335"/>
                    <a:pt x="1735" y="868"/>
                  </a:cubicBezTo>
                  <a:cubicBezTo>
                    <a:pt x="1735" y="401"/>
                    <a:pt x="1335" y="0"/>
                    <a:pt x="8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6"/>
            <p:cNvSpPr/>
            <p:nvPr/>
          </p:nvSpPr>
          <p:spPr>
            <a:xfrm>
              <a:off x="5956625" y="2741563"/>
              <a:ext cx="44225" cy="44225"/>
            </a:xfrm>
            <a:custGeom>
              <a:rect b="b" l="l" r="r" t="t"/>
              <a:pathLst>
                <a:path extrusionOk="0" h="1769" w="1769">
                  <a:moveTo>
                    <a:pt x="868" y="1"/>
                  </a:moveTo>
                  <a:cubicBezTo>
                    <a:pt x="401" y="1"/>
                    <a:pt x="1" y="401"/>
                    <a:pt x="1" y="868"/>
                  </a:cubicBezTo>
                  <a:cubicBezTo>
                    <a:pt x="1" y="1368"/>
                    <a:pt x="401" y="1769"/>
                    <a:pt x="868" y="1769"/>
                  </a:cubicBezTo>
                  <a:cubicBezTo>
                    <a:pt x="1368" y="1769"/>
                    <a:pt x="1769" y="1368"/>
                    <a:pt x="1769" y="868"/>
                  </a:cubicBezTo>
                  <a:cubicBezTo>
                    <a:pt x="1769" y="401"/>
                    <a:pt x="136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6"/>
            <p:cNvSpPr/>
            <p:nvPr/>
          </p:nvSpPr>
          <p:spPr>
            <a:xfrm>
              <a:off x="5956625" y="1459813"/>
              <a:ext cx="44225" cy="44225"/>
            </a:xfrm>
            <a:custGeom>
              <a:rect b="b" l="l" r="r" t="t"/>
              <a:pathLst>
                <a:path extrusionOk="0" h="1769" w="1769">
                  <a:moveTo>
                    <a:pt x="868" y="1"/>
                  </a:moveTo>
                  <a:cubicBezTo>
                    <a:pt x="401" y="1"/>
                    <a:pt x="1" y="401"/>
                    <a:pt x="1" y="901"/>
                  </a:cubicBezTo>
                  <a:cubicBezTo>
                    <a:pt x="1" y="1368"/>
                    <a:pt x="401" y="1769"/>
                    <a:pt x="868" y="1769"/>
                  </a:cubicBezTo>
                  <a:cubicBezTo>
                    <a:pt x="1368" y="1769"/>
                    <a:pt x="1769" y="1368"/>
                    <a:pt x="1769" y="901"/>
                  </a:cubicBezTo>
                  <a:cubicBezTo>
                    <a:pt x="1769" y="401"/>
                    <a:pt x="136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6"/>
            <p:cNvSpPr/>
            <p:nvPr/>
          </p:nvSpPr>
          <p:spPr>
            <a:xfrm>
              <a:off x="4560625" y="2123613"/>
              <a:ext cx="2059000" cy="25"/>
            </a:xfrm>
            <a:custGeom>
              <a:rect b="b" l="l" r="r" t="t"/>
              <a:pathLst>
                <a:path extrusionOk="0" fill="none" h="1" w="82360">
                  <a:moveTo>
                    <a:pt x="1" y="1"/>
                  </a:moveTo>
                  <a:lnTo>
                    <a:pt x="82360" y="1"/>
                  </a:lnTo>
                </a:path>
              </a:pathLst>
            </a:custGeom>
            <a:solidFill>
              <a:schemeClr val="accent2"/>
            </a:solid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 name="Google Shape;279;p36"/>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6"/>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6">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282" name="Google Shape;282;p36">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283" name="Google Shape;283;p36"/>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284" name="Google Shape;284;p36"/>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HOME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6">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8">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cxnSp>
        <p:nvCxnSpPr>
          <p:cNvPr id="289" name="Google Shape;289;p37"/>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290" name="Google Shape;290;p37"/>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291" name="Google Shape;291;p37"/>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 DO</a:t>
            </a:r>
            <a:endParaRPr/>
          </a:p>
        </p:txBody>
      </p:sp>
      <p:sp>
        <p:nvSpPr>
          <p:cNvPr id="292" name="Google Shape;292;p37"/>
          <p:cNvSpPr txBox="1"/>
          <p:nvPr>
            <p:ph idx="1" type="body"/>
          </p:nvPr>
        </p:nvSpPr>
        <p:spPr>
          <a:xfrm>
            <a:off x="720000" y="1733850"/>
            <a:ext cx="3193500" cy="1934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 since it was named after the Roman messenger god, Mercury</a:t>
            </a:r>
            <a:endParaRPr/>
          </a:p>
        </p:txBody>
      </p:sp>
      <p:sp>
        <p:nvSpPr>
          <p:cNvPr id="293" name="Google Shape;293;p37"/>
          <p:cNvSpPr txBox="1"/>
          <p:nvPr>
            <p:ph idx="2" type="body"/>
          </p:nvPr>
        </p:nvSpPr>
        <p:spPr>
          <a:xfrm>
            <a:off x="5230500" y="3015750"/>
            <a:ext cx="3193500" cy="1934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terribly hot—even hotter than Mercury—and its atmosphere is extremely poisonous. It’s the second-brightest natural object in</a:t>
            </a:r>
            <a:endParaRPr/>
          </a:p>
          <a:p>
            <a:pPr indent="0" lvl="0" marL="0" rtl="0" algn="ctr">
              <a:spcBef>
                <a:spcPts val="0"/>
              </a:spcBef>
              <a:spcAft>
                <a:spcPts val="0"/>
              </a:spcAft>
              <a:buNone/>
            </a:pPr>
            <a:r>
              <a:rPr lang="en"/>
              <a:t>the night sky after the Moon</a:t>
            </a:r>
            <a:endParaRPr/>
          </a:p>
        </p:txBody>
      </p:sp>
      <p:grpSp>
        <p:nvGrpSpPr>
          <p:cNvPr id="294" name="Google Shape;294;p37"/>
          <p:cNvGrpSpPr/>
          <p:nvPr/>
        </p:nvGrpSpPr>
        <p:grpSpPr>
          <a:xfrm>
            <a:off x="6228472" y="1254084"/>
            <a:ext cx="1197555" cy="1239275"/>
            <a:chOff x="3849276" y="1763527"/>
            <a:chExt cx="1445450" cy="1495805"/>
          </a:xfrm>
        </p:grpSpPr>
        <p:sp>
          <p:nvSpPr>
            <p:cNvPr id="295" name="Google Shape;295;p37"/>
            <p:cNvSpPr/>
            <p:nvPr/>
          </p:nvSpPr>
          <p:spPr>
            <a:xfrm>
              <a:off x="4396533" y="2044778"/>
              <a:ext cx="350400" cy="352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 name="Google Shape;296;p37"/>
            <p:cNvGrpSpPr/>
            <p:nvPr/>
          </p:nvGrpSpPr>
          <p:grpSpPr>
            <a:xfrm>
              <a:off x="3849276" y="1763527"/>
              <a:ext cx="1445450" cy="1495805"/>
              <a:chOff x="1595475" y="1033675"/>
              <a:chExt cx="2274150" cy="2353375"/>
            </a:xfrm>
          </p:grpSpPr>
          <p:sp>
            <p:nvSpPr>
              <p:cNvPr id="297" name="Google Shape;297;p37"/>
              <p:cNvSpPr/>
              <p:nvPr/>
            </p:nvSpPr>
            <p:spPr>
              <a:xfrm>
                <a:off x="2172550" y="1649950"/>
                <a:ext cx="1120000" cy="1120000"/>
              </a:xfrm>
              <a:custGeom>
                <a:rect b="b" l="l" r="r" t="t"/>
                <a:pathLst>
                  <a:path extrusionOk="0" fill="none" h="44800" w="44800">
                    <a:moveTo>
                      <a:pt x="43665" y="20315"/>
                    </a:moveTo>
                    <a:cubicBezTo>
                      <a:pt x="44799" y="32057"/>
                      <a:pt x="36227" y="42498"/>
                      <a:pt x="24485" y="43665"/>
                    </a:cubicBezTo>
                    <a:cubicBezTo>
                      <a:pt x="12743" y="44799"/>
                      <a:pt x="2302" y="36227"/>
                      <a:pt x="1135" y="24485"/>
                    </a:cubicBezTo>
                    <a:cubicBezTo>
                      <a:pt x="1" y="12743"/>
                      <a:pt x="8574" y="2302"/>
                      <a:pt x="20315" y="1135"/>
                    </a:cubicBezTo>
                    <a:cubicBezTo>
                      <a:pt x="32057" y="1"/>
                      <a:pt x="42498" y="8574"/>
                      <a:pt x="43665" y="20315"/>
                    </a:cubicBezTo>
                    <a:close/>
                  </a:path>
                </a:pathLst>
              </a:custGeom>
              <a:noFill/>
              <a:ln cap="rnd" cmpd="sng" w="100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7"/>
              <p:cNvSpPr/>
              <p:nvPr/>
            </p:nvSpPr>
            <p:spPr>
              <a:xfrm>
                <a:off x="1988250" y="1466500"/>
                <a:ext cx="1487750" cy="1487750"/>
              </a:xfrm>
              <a:custGeom>
                <a:rect b="b" l="l" r="r" t="t"/>
                <a:pathLst>
                  <a:path extrusionOk="0" fill="none" h="59510" w="59510">
                    <a:moveTo>
                      <a:pt x="59510" y="29755"/>
                    </a:moveTo>
                    <a:cubicBezTo>
                      <a:pt x="59510" y="46167"/>
                      <a:pt x="46200" y="59509"/>
                      <a:pt x="29755" y="59509"/>
                    </a:cubicBezTo>
                    <a:cubicBezTo>
                      <a:pt x="13344" y="59509"/>
                      <a:pt x="1" y="46167"/>
                      <a:pt x="1" y="29755"/>
                    </a:cubicBezTo>
                    <a:cubicBezTo>
                      <a:pt x="1" y="13310"/>
                      <a:pt x="13344" y="0"/>
                      <a:pt x="29755" y="0"/>
                    </a:cubicBezTo>
                    <a:cubicBezTo>
                      <a:pt x="46200" y="0"/>
                      <a:pt x="59510" y="13310"/>
                      <a:pt x="59510" y="29755"/>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7"/>
              <p:cNvSpPr/>
              <p:nvPr/>
            </p:nvSpPr>
            <p:spPr>
              <a:xfrm>
                <a:off x="1868175" y="1345575"/>
                <a:ext cx="1728750" cy="1728750"/>
              </a:xfrm>
              <a:custGeom>
                <a:rect b="b" l="l" r="r" t="t"/>
                <a:pathLst>
                  <a:path extrusionOk="0" fill="none" h="69150" w="69150">
                    <a:moveTo>
                      <a:pt x="69150" y="34592"/>
                    </a:moveTo>
                    <a:cubicBezTo>
                      <a:pt x="69150" y="53672"/>
                      <a:pt x="53672" y="69150"/>
                      <a:pt x="34558" y="69150"/>
                    </a:cubicBezTo>
                    <a:cubicBezTo>
                      <a:pt x="15478" y="69150"/>
                      <a:pt x="0" y="53672"/>
                      <a:pt x="0" y="34592"/>
                    </a:cubicBezTo>
                    <a:cubicBezTo>
                      <a:pt x="0" y="15478"/>
                      <a:pt x="15478" y="0"/>
                      <a:pt x="34558" y="0"/>
                    </a:cubicBezTo>
                    <a:cubicBezTo>
                      <a:pt x="53672" y="0"/>
                      <a:pt x="69150" y="15478"/>
                      <a:pt x="69150" y="34592"/>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7"/>
              <p:cNvSpPr/>
              <p:nvPr/>
            </p:nvSpPr>
            <p:spPr>
              <a:xfrm>
                <a:off x="2673750" y="1287200"/>
                <a:ext cx="117600" cy="117600"/>
              </a:xfrm>
              <a:custGeom>
                <a:rect b="b" l="l" r="r" t="t"/>
                <a:pathLst>
                  <a:path extrusionOk="0" h="4704" w="4704">
                    <a:moveTo>
                      <a:pt x="2335" y="0"/>
                    </a:moveTo>
                    <a:cubicBezTo>
                      <a:pt x="1034" y="0"/>
                      <a:pt x="0" y="1068"/>
                      <a:pt x="0" y="2335"/>
                    </a:cubicBezTo>
                    <a:cubicBezTo>
                      <a:pt x="0" y="3636"/>
                      <a:pt x="1034" y="4704"/>
                      <a:pt x="2335" y="4704"/>
                    </a:cubicBezTo>
                    <a:cubicBezTo>
                      <a:pt x="3636" y="4704"/>
                      <a:pt x="4704" y="3636"/>
                      <a:pt x="4704" y="2335"/>
                    </a:cubicBezTo>
                    <a:cubicBezTo>
                      <a:pt x="4704" y="1068"/>
                      <a:pt x="3636" y="0"/>
                      <a:pt x="2335"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7"/>
              <p:cNvSpPr/>
              <p:nvPr/>
            </p:nvSpPr>
            <p:spPr>
              <a:xfrm>
                <a:off x="2673750" y="3015925"/>
                <a:ext cx="117600" cy="117625"/>
              </a:xfrm>
              <a:custGeom>
                <a:rect b="b" l="l" r="r" t="t"/>
                <a:pathLst>
                  <a:path extrusionOk="0" h="4705" w="4704">
                    <a:moveTo>
                      <a:pt x="2335" y="1"/>
                    </a:moveTo>
                    <a:cubicBezTo>
                      <a:pt x="1034" y="1"/>
                      <a:pt x="0" y="1035"/>
                      <a:pt x="0" y="2336"/>
                    </a:cubicBezTo>
                    <a:cubicBezTo>
                      <a:pt x="0" y="3637"/>
                      <a:pt x="1034" y="4704"/>
                      <a:pt x="2335" y="4704"/>
                    </a:cubicBezTo>
                    <a:cubicBezTo>
                      <a:pt x="3636" y="4704"/>
                      <a:pt x="4704" y="3637"/>
                      <a:pt x="4704" y="2336"/>
                    </a:cubicBezTo>
                    <a:cubicBezTo>
                      <a:pt x="4704" y="1035"/>
                      <a:pt x="3636" y="1"/>
                      <a:pt x="2335"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7"/>
              <p:cNvSpPr/>
              <p:nvPr/>
            </p:nvSpPr>
            <p:spPr>
              <a:xfrm>
                <a:off x="3537700" y="2151975"/>
                <a:ext cx="117600" cy="116775"/>
              </a:xfrm>
              <a:custGeom>
                <a:rect b="b" l="l" r="r" t="t"/>
                <a:pathLst>
                  <a:path extrusionOk="0" h="4671" w="4704">
                    <a:moveTo>
                      <a:pt x="2369" y="1"/>
                    </a:moveTo>
                    <a:cubicBezTo>
                      <a:pt x="1068" y="1"/>
                      <a:pt x="0" y="1035"/>
                      <a:pt x="0" y="2336"/>
                    </a:cubicBezTo>
                    <a:cubicBezTo>
                      <a:pt x="0" y="3637"/>
                      <a:pt x="1068" y="4671"/>
                      <a:pt x="2369" y="4671"/>
                    </a:cubicBezTo>
                    <a:cubicBezTo>
                      <a:pt x="3670" y="4671"/>
                      <a:pt x="4704" y="3637"/>
                      <a:pt x="4704" y="2336"/>
                    </a:cubicBezTo>
                    <a:cubicBezTo>
                      <a:pt x="4704" y="1035"/>
                      <a:pt x="3670" y="1"/>
                      <a:pt x="2369"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7"/>
              <p:cNvSpPr/>
              <p:nvPr/>
            </p:nvSpPr>
            <p:spPr>
              <a:xfrm>
                <a:off x="1809800" y="2151975"/>
                <a:ext cx="116775" cy="116775"/>
              </a:xfrm>
              <a:custGeom>
                <a:rect b="b" l="l" r="r" t="t"/>
                <a:pathLst>
                  <a:path extrusionOk="0" h="4671" w="4671">
                    <a:moveTo>
                      <a:pt x="2335" y="1"/>
                    </a:moveTo>
                    <a:cubicBezTo>
                      <a:pt x="1034" y="1"/>
                      <a:pt x="0" y="1035"/>
                      <a:pt x="0" y="2336"/>
                    </a:cubicBezTo>
                    <a:cubicBezTo>
                      <a:pt x="0" y="3637"/>
                      <a:pt x="1034" y="4671"/>
                      <a:pt x="2335" y="4671"/>
                    </a:cubicBezTo>
                    <a:cubicBezTo>
                      <a:pt x="3636" y="4671"/>
                      <a:pt x="4670" y="3637"/>
                      <a:pt x="4670" y="2336"/>
                    </a:cubicBezTo>
                    <a:cubicBezTo>
                      <a:pt x="4670" y="1035"/>
                      <a:pt x="3636" y="1"/>
                      <a:pt x="2335"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7"/>
              <p:cNvSpPr/>
              <p:nvPr/>
            </p:nvSpPr>
            <p:spPr>
              <a:xfrm>
                <a:off x="2432750" y="1452325"/>
                <a:ext cx="598775" cy="598775"/>
              </a:xfrm>
              <a:custGeom>
                <a:rect b="b" l="l" r="r" t="t"/>
                <a:pathLst>
                  <a:path extrusionOk="0" fill="none" h="23951" w="23951">
                    <a:moveTo>
                      <a:pt x="23350" y="10841"/>
                    </a:moveTo>
                    <a:cubicBezTo>
                      <a:pt x="23951" y="17112"/>
                      <a:pt x="19381" y="22716"/>
                      <a:pt x="13110" y="23317"/>
                    </a:cubicBezTo>
                    <a:cubicBezTo>
                      <a:pt x="6838" y="23951"/>
                      <a:pt x="1234" y="19347"/>
                      <a:pt x="634" y="13076"/>
                    </a:cubicBezTo>
                    <a:cubicBezTo>
                      <a:pt x="0" y="6805"/>
                      <a:pt x="4603" y="1234"/>
                      <a:pt x="10875" y="634"/>
                    </a:cubicBezTo>
                    <a:cubicBezTo>
                      <a:pt x="17146" y="0"/>
                      <a:pt x="22716" y="4570"/>
                      <a:pt x="23350" y="10841"/>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7"/>
              <p:cNvSpPr/>
              <p:nvPr/>
            </p:nvSpPr>
            <p:spPr>
              <a:xfrm>
                <a:off x="2446925" y="2383825"/>
                <a:ext cx="570425" cy="570425"/>
              </a:xfrm>
              <a:custGeom>
                <a:rect b="b" l="l" r="r" t="t"/>
                <a:pathLst>
                  <a:path extrusionOk="0" fill="none" h="22817" w="22817">
                    <a:moveTo>
                      <a:pt x="0" y="11408"/>
                    </a:moveTo>
                    <a:cubicBezTo>
                      <a:pt x="0" y="5104"/>
                      <a:pt x="5104" y="0"/>
                      <a:pt x="11408" y="0"/>
                    </a:cubicBezTo>
                    <a:cubicBezTo>
                      <a:pt x="17713" y="0"/>
                      <a:pt x="22817" y="5104"/>
                      <a:pt x="22817" y="11408"/>
                    </a:cubicBezTo>
                    <a:cubicBezTo>
                      <a:pt x="22817" y="17713"/>
                      <a:pt x="17713" y="22816"/>
                      <a:pt x="11408" y="22816"/>
                    </a:cubicBezTo>
                    <a:cubicBezTo>
                      <a:pt x="5104" y="22816"/>
                      <a:pt x="0" y="17713"/>
                      <a:pt x="0" y="11408"/>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7"/>
              <p:cNvSpPr/>
              <p:nvPr/>
            </p:nvSpPr>
            <p:spPr>
              <a:xfrm>
                <a:off x="2905575" y="1925150"/>
                <a:ext cx="570425" cy="570425"/>
              </a:xfrm>
              <a:custGeom>
                <a:rect b="b" l="l" r="r" t="t"/>
                <a:pathLst>
                  <a:path extrusionOk="0" fill="none" h="22817" w="22817">
                    <a:moveTo>
                      <a:pt x="11409" y="22817"/>
                    </a:moveTo>
                    <a:cubicBezTo>
                      <a:pt x="5104" y="22817"/>
                      <a:pt x="1" y="17713"/>
                      <a:pt x="1" y="11409"/>
                    </a:cubicBezTo>
                    <a:cubicBezTo>
                      <a:pt x="1" y="5104"/>
                      <a:pt x="5104" y="1"/>
                      <a:pt x="11409" y="1"/>
                    </a:cubicBezTo>
                    <a:cubicBezTo>
                      <a:pt x="17713" y="1"/>
                      <a:pt x="22817" y="5104"/>
                      <a:pt x="22817" y="11409"/>
                    </a:cubicBezTo>
                    <a:cubicBezTo>
                      <a:pt x="22817" y="17713"/>
                      <a:pt x="17713" y="22817"/>
                      <a:pt x="11409" y="22817"/>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7"/>
              <p:cNvSpPr/>
              <p:nvPr/>
            </p:nvSpPr>
            <p:spPr>
              <a:xfrm>
                <a:off x="1988250" y="1925150"/>
                <a:ext cx="570450" cy="570425"/>
              </a:xfrm>
              <a:custGeom>
                <a:rect b="b" l="l" r="r" t="t"/>
                <a:pathLst>
                  <a:path extrusionOk="0" fill="none" h="22817" w="22818">
                    <a:moveTo>
                      <a:pt x="11409" y="1"/>
                    </a:moveTo>
                    <a:cubicBezTo>
                      <a:pt x="17713" y="1"/>
                      <a:pt x="22817" y="5104"/>
                      <a:pt x="22817" y="11409"/>
                    </a:cubicBezTo>
                    <a:cubicBezTo>
                      <a:pt x="22817" y="17713"/>
                      <a:pt x="17713" y="22817"/>
                      <a:pt x="11409" y="22817"/>
                    </a:cubicBezTo>
                    <a:cubicBezTo>
                      <a:pt x="5138" y="22817"/>
                      <a:pt x="1" y="17713"/>
                      <a:pt x="1" y="11409"/>
                    </a:cubicBezTo>
                    <a:cubicBezTo>
                      <a:pt x="1" y="5104"/>
                      <a:pt x="5138" y="1"/>
                      <a:pt x="11409" y="1"/>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7"/>
              <p:cNvSpPr/>
              <p:nvPr/>
            </p:nvSpPr>
            <p:spPr>
              <a:xfrm>
                <a:off x="2837200" y="1666625"/>
                <a:ext cx="438675" cy="438675"/>
              </a:xfrm>
              <a:custGeom>
                <a:rect b="b" l="l" r="r" t="t"/>
                <a:pathLst>
                  <a:path extrusionOk="0" fill="none" h="17547" w="17547">
                    <a:moveTo>
                      <a:pt x="14411" y="14411"/>
                    </a:moveTo>
                    <a:cubicBezTo>
                      <a:pt x="11308" y="17547"/>
                      <a:pt x="6238" y="17547"/>
                      <a:pt x="3136" y="14411"/>
                    </a:cubicBezTo>
                    <a:cubicBezTo>
                      <a:pt x="0" y="11309"/>
                      <a:pt x="0" y="6239"/>
                      <a:pt x="3136" y="3136"/>
                    </a:cubicBezTo>
                    <a:cubicBezTo>
                      <a:pt x="6238" y="1"/>
                      <a:pt x="11308" y="1"/>
                      <a:pt x="14411" y="3136"/>
                    </a:cubicBezTo>
                    <a:cubicBezTo>
                      <a:pt x="17546" y="6239"/>
                      <a:pt x="17546" y="11309"/>
                      <a:pt x="14411" y="14411"/>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7"/>
              <p:cNvSpPr/>
              <p:nvPr/>
            </p:nvSpPr>
            <p:spPr>
              <a:xfrm>
                <a:off x="2189225" y="2315425"/>
                <a:ext cx="437850" cy="437850"/>
              </a:xfrm>
              <a:custGeom>
                <a:rect b="b" l="l" r="r" t="t"/>
                <a:pathLst>
                  <a:path extrusionOk="0" fill="none" h="17514" w="17514">
                    <a:moveTo>
                      <a:pt x="3103" y="3103"/>
                    </a:moveTo>
                    <a:cubicBezTo>
                      <a:pt x="6239" y="1"/>
                      <a:pt x="11276" y="1"/>
                      <a:pt x="14411" y="3103"/>
                    </a:cubicBezTo>
                    <a:cubicBezTo>
                      <a:pt x="17513" y="6239"/>
                      <a:pt x="17513" y="11276"/>
                      <a:pt x="14411" y="14411"/>
                    </a:cubicBezTo>
                    <a:cubicBezTo>
                      <a:pt x="11276" y="17513"/>
                      <a:pt x="6239" y="17513"/>
                      <a:pt x="3103" y="14411"/>
                    </a:cubicBezTo>
                    <a:cubicBezTo>
                      <a:pt x="1" y="11276"/>
                      <a:pt x="1" y="6239"/>
                      <a:pt x="3103" y="3103"/>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7"/>
              <p:cNvSpPr/>
              <p:nvPr/>
            </p:nvSpPr>
            <p:spPr>
              <a:xfrm>
                <a:off x="2837200" y="2315425"/>
                <a:ext cx="438675" cy="437850"/>
              </a:xfrm>
              <a:custGeom>
                <a:rect b="b" l="l" r="r" t="t"/>
                <a:pathLst>
                  <a:path extrusionOk="0" fill="none" h="17514" w="17547">
                    <a:moveTo>
                      <a:pt x="3136" y="14411"/>
                    </a:moveTo>
                    <a:cubicBezTo>
                      <a:pt x="0" y="11276"/>
                      <a:pt x="0" y="6239"/>
                      <a:pt x="3136" y="3103"/>
                    </a:cubicBezTo>
                    <a:cubicBezTo>
                      <a:pt x="6238" y="1"/>
                      <a:pt x="11308" y="1"/>
                      <a:pt x="14411" y="3103"/>
                    </a:cubicBezTo>
                    <a:cubicBezTo>
                      <a:pt x="17546" y="6239"/>
                      <a:pt x="17546" y="11276"/>
                      <a:pt x="14411" y="14411"/>
                    </a:cubicBezTo>
                    <a:cubicBezTo>
                      <a:pt x="11308" y="17513"/>
                      <a:pt x="6238" y="17513"/>
                      <a:pt x="3136" y="14411"/>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7"/>
              <p:cNvSpPr/>
              <p:nvPr/>
            </p:nvSpPr>
            <p:spPr>
              <a:xfrm>
                <a:off x="2189225" y="1666625"/>
                <a:ext cx="437850" cy="438675"/>
              </a:xfrm>
              <a:custGeom>
                <a:rect b="b" l="l" r="r" t="t"/>
                <a:pathLst>
                  <a:path extrusionOk="0" fill="none" h="17547" w="17514">
                    <a:moveTo>
                      <a:pt x="14411" y="3136"/>
                    </a:moveTo>
                    <a:cubicBezTo>
                      <a:pt x="17513" y="6239"/>
                      <a:pt x="17513" y="11309"/>
                      <a:pt x="14411" y="14411"/>
                    </a:cubicBezTo>
                    <a:cubicBezTo>
                      <a:pt x="11276" y="17547"/>
                      <a:pt x="6239" y="17547"/>
                      <a:pt x="3103" y="14411"/>
                    </a:cubicBezTo>
                    <a:cubicBezTo>
                      <a:pt x="1" y="11309"/>
                      <a:pt x="1" y="6239"/>
                      <a:pt x="3103" y="3136"/>
                    </a:cubicBezTo>
                    <a:cubicBezTo>
                      <a:pt x="6239" y="1"/>
                      <a:pt x="11276" y="1"/>
                      <a:pt x="14411" y="3136"/>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7"/>
              <p:cNvSpPr/>
              <p:nvPr/>
            </p:nvSpPr>
            <p:spPr>
              <a:xfrm>
                <a:off x="2732125" y="1072875"/>
                <a:ext cx="25" cy="2274150"/>
              </a:xfrm>
              <a:custGeom>
                <a:rect b="b" l="l" r="r" t="t"/>
                <a:pathLst>
                  <a:path extrusionOk="0" fill="none" h="90966" w="1">
                    <a:moveTo>
                      <a:pt x="0" y="90966"/>
                    </a:moveTo>
                    <a:lnTo>
                      <a:pt x="0" y="1"/>
                    </a:lnTo>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7"/>
              <p:cNvSpPr/>
              <p:nvPr/>
            </p:nvSpPr>
            <p:spPr>
              <a:xfrm>
                <a:off x="2692925" y="1033675"/>
                <a:ext cx="79250" cy="79250"/>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7"/>
              <p:cNvSpPr/>
              <p:nvPr/>
            </p:nvSpPr>
            <p:spPr>
              <a:xfrm>
                <a:off x="2692925" y="3307800"/>
                <a:ext cx="79250" cy="79250"/>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7"/>
              <p:cNvSpPr/>
              <p:nvPr/>
            </p:nvSpPr>
            <p:spPr>
              <a:xfrm>
                <a:off x="1595475" y="1345575"/>
                <a:ext cx="2274150" cy="1728750"/>
              </a:xfrm>
              <a:custGeom>
                <a:rect b="b" l="l" r="r" t="t"/>
                <a:pathLst>
                  <a:path extrusionOk="0" fill="none" h="69150" w="90966">
                    <a:moveTo>
                      <a:pt x="90966" y="34592"/>
                    </a:moveTo>
                    <a:cubicBezTo>
                      <a:pt x="90966" y="53672"/>
                      <a:pt x="70584" y="69150"/>
                      <a:pt x="45466" y="69150"/>
                    </a:cubicBezTo>
                    <a:cubicBezTo>
                      <a:pt x="20348" y="69150"/>
                      <a:pt x="1" y="53672"/>
                      <a:pt x="1" y="34592"/>
                    </a:cubicBezTo>
                    <a:cubicBezTo>
                      <a:pt x="1" y="15478"/>
                      <a:pt x="20348" y="0"/>
                      <a:pt x="45466" y="0"/>
                    </a:cubicBezTo>
                    <a:cubicBezTo>
                      <a:pt x="70584" y="0"/>
                      <a:pt x="90966" y="15478"/>
                      <a:pt x="90966" y="34592"/>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6" name="Google Shape;316;p37"/>
          <p:cNvGrpSpPr/>
          <p:nvPr/>
        </p:nvGrpSpPr>
        <p:grpSpPr>
          <a:xfrm>
            <a:off x="1717976" y="3616861"/>
            <a:ext cx="1197546" cy="1119546"/>
            <a:chOff x="1717976" y="3449336"/>
            <a:chExt cx="1197546" cy="1119546"/>
          </a:xfrm>
        </p:grpSpPr>
        <p:sp>
          <p:nvSpPr>
            <p:cNvPr id="317" name="Google Shape;317;p37"/>
            <p:cNvSpPr/>
            <p:nvPr/>
          </p:nvSpPr>
          <p:spPr>
            <a:xfrm>
              <a:off x="2056950" y="3976275"/>
              <a:ext cx="519600" cy="519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 name="Google Shape;318;p37"/>
            <p:cNvGrpSpPr/>
            <p:nvPr/>
          </p:nvGrpSpPr>
          <p:grpSpPr>
            <a:xfrm>
              <a:off x="1717976" y="3449336"/>
              <a:ext cx="1197546" cy="1119546"/>
              <a:chOff x="4284075" y="3541300"/>
              <a:chExt cx="1574475" cy="1471925"/>
            </a:xfrm>
          </p:grpSpPr>
          <p:sp>
            <p:nvSpPr>
              <p:cNvPr id="319" name="Google Shape;319;p37"/>
              <p:cNvSpPr/>
              <p:nvPr/>
            </p:nvSpPr>
            <p:spPr>
              <a:xfrm>
                <a:off x="4686850" y="3841525"/>
                <a:ext cx="768900" cy="768900"/>
              </a:xfrm>
              <a:custGeom>
                <a:rect b="b" l="l" r="r" t="t"/>
                <a:pathLst>
                  <a:path extrusionOk="0" fill="none" h="30756" w="30756">
                    <a:moveTo>
                      <a:pt x="30756" y="15378"/>
                    </a:moveTo>
                    <a:cubicBezTo>
                      <a:pt x="30756" y="6872"/>
                      <a:pt x="23884" y="1"/>
                      <a:pt x="15378" y="1"/>
                    </a:cubicBezTo>
                    <a:cubicBezTo>
                      <a:pt x="6905" y="1"/>
                      <a:pt x="1" y="6872"/>
                      <a:pt x="1" y="15378"/>
                    </a:cubicBezTo>
                    <a:cubicBezTo>
                      <a:pt x="1" y="23851"/>
                      <a:pt x="6905" y="30756"/>
                      <a:pt x="15378" y="30756"/>
                    </a:cubicBezTo>
                    <a:cubicBezTo>
                      <a:pt x="23884" y="30756"/>
                      <a:pt x="30756" y="23851"/>
                      <a:pt x="30756" y="15378"/>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7"/>
              <p:cNvSpPr/>
              <p:nvPr/>
            </p:nvSpPr>
            <p:spPr>
              <a:xfrm>
                <a:off x="4729375" y="3541300"/>
                <a:ext cx="683850" cy="684700"/>
              </a:xfrm>
              <a:custGeom>
                <a:rect b="b" l="l" r="r" t="t"/>
                <a:pathLst>
                  <a:path extrusionOk="0" fill="none" h="27388" w="27354">
                    <a:moveTo>
                      <a:pt x="27354" y="13711"/>
                    </a:moveTo>
                    <a:cubicBezTo>
                      <a:pt x="27354" y="21249"/>
                      <a:pt x="21249" y="27387"/>
                      <a:pt x="13677" y="27387"/>
                    </a:cubicBezTo>
                    <a:cubicBezTo>
                      <a:pt x="6138" y="27387"/>
                      <a:pt x="1" y="21249"/>
                      <a:pt x="1" y="13711"/>
                    </a:cubicBezTo>
                    <a:cubicBezTo>
                      <a:pt x="1" y="6139"/>
                      <a:pt x="6138" y="1"/>
                      <a:pt x="13677" y="1"/>
                    </a:cubicBezTo>
                    <a:cubicBezTo>
                      <a:pt x="21249" y="1"/>
                      <a:pt x="27354" y="6139"/>
                      <a:pt x="27354" y="13711"/>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7"/>
              <p:cNvSpPr/>
              <p:nvPr/>
            </p:nvSpPr>
            <p:spPr>
              <a:xfrm>
                <a:off x="4937875" y="3608850"/>
                <a:ext cx="750550" cy="750575"/>
              </a:xfrm>
              <a:custGeom>
                <a:rect b="b" l="l" r="r" t="t"/>
                <a:pathLst>
                  <a:path extrusionOk="0" fill="none" h="30023" w="30022">
                    <a:moveTo>
                      <a:pt x="24684" y="24685"/>
                    </a:moveTo>
                    <a:cubicBezTo>
                      <a:pt x="30021" y="19348"/>
                      <a:pt x="30021" y="10675"/>
                      <a:pt x="24684" y="5338"/>
                    </a:cubicBezTo>
                    <a:cubicBezTo>
                      <a:pt x="19347" y="1"/>
                      <a:pt x="10674" y="1"/>
                      <a:pt x="5337" y="5338"/>
                    </a:cubicBezTo>
                    <a:cubicBezTo>
                      <a:pt x="0" y="10675"/>
                      <a:pt x="0" y="19348"/>
                      <a:pt x="5337" y="24685"/>
                    </a:cubicBezTo>
                    <a:cubicBezTo>
                      <a:pt x="10674" y="30022"/>
                      <a:pt x="19347" y="30022"/>
                      <a:pt x="24684" y="24685"/>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7"/>
              <p:cNvSpPr/>
              <p:nvPr/>
            </p:nvSpPr>
            <p:spPr>
              <a:xfrm>
                <a:off x="5071300" y="3884050"/>
                <a:ext cx="683850" cy="683850"/>
              </a:xfrm>
              <a:custGeom>
                <a:rect b="b" l="l" r="r" t="t"/>
                <a:pathLst>
                  <a:path extrusionOk="0" fill="none" h="27354" w="27354">
                    <a:moveTo>
                      <a:pt x="13677" y="27354"/>
                    </a:moveTo>
                    <a:cubicBezTo>
                      <a:pt x="21249" y="27354"/>
                      <a:pt x="27353" y="21216"/>
                      <a:pt x="27353" y="13677"/>
                    </a:cubicBezTo>
                    <a:cubicBezTo>
                      <a:pt x="27353" y="6105"/>
                      <a:pt x="21249" y="1"/>
                      <a:pt x="13677" y="1"/>
                    </a:cubicBezTo>
                    <a:cubicBezTo>
                      <a:pt x="6138" y="1"/>
                      <a:pt x="0" y="6105"/>
                      <a:pt x="0" y="13677"/>
                    </a:cubicBezTo>
                    <a:cubicBezTo>
                      <a:pt x="0" y="21216"/>
                      <a:pt x="6138" y="27354"/>
                      <a:pt x="13677" y="27354"/>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7"/>
              <p:cNvSpPr/>
              <p:nvPr/>
            </p:nvSpPr>
            <p:spPr>
              <a:xfrm>
                <a:off x="4937875" y="4092550"/>
                <a:ext cx="750550" cy="750550"/>
              </a:xfrm>
              <a:custGeom>
                <a:rect b="b" l="l" r="r" t="t"/>
                <a:pathLst>
                  <a:path extrusionOk="0" fill="none" h="30022" w="30022">
                    <a:moveTo>
                      <a:pt x="5337" y="24684"/>
                    </a:moveTo>
                    <a:cubicBezTo>
                      <a:pt x="10674" y="30022"/>
                      <a:pt x="19347" y="30022"/>
                      <a:pt x="24684" y="24684"/>
                    </a:cubicBezTo>
                    <a:cubicBezTo>
                      <a:pt x="30021" y="19347"/>
                      <a:pt x="30021" y="10674"/>
                      <a:pt x="24684" y="5337"/>
                    </a:cubicBezTo>
                    <a:cubicBezTo>
                      <a:pt x="19347" y="0"/>
                      <a:pt x="10674" y="0"/>
                      <a:pt x="5337" y="5337"/>
                    </a:cubicBezTo>
                    <a:cubicBezTo>
                      <a:pt x="0" y="10674"/>
                      <a:pt x="0" y="19347"/>
                      <a:pt x="5337" y="24684"/>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7"/>
              <p:cNvSpPr/>
              <p:nvPr/>
            </p:nvSpPr>
            <p:spPr>
              <a:xfrm>
                <a:off x="4729375" y="4225975"/>
                <a:ext cx="683850" cy="683850"/>
              </a:xfrm>
              <a:custGeom>
                <a:rect b="b" l="l" r="r" t="t"/>
                <a:pathLst>
                  <a:path extrusionOk="0" fill="none" h="27354" w="27354">
                    <a:moveTo>
                      <a:pt x="1" y="13677"/>
                    </a:moveTo>
                    <a:cubicBezTo>
                      <a:pt x="1" y="21215"/>
                      <a:pt x="6138" y="27353"/>
                      <a:pt x="13677" y="27353"/>
                    </a:cubicBezTo>
                    <a:cubicBezTo>
                      <a:pt x="21249" y="27353"/>
                      <a:pt x="27354" y="21215"/>
                      <a:pt x="27354" y="13677"/>
                    </a:cubicBezTo>
                    <a:cubicBezTo>
                      <a:pt x="27354" y="6105"/>
                      <a:pt x="21249" y="0"/>
                      <a:pt x="13677" y="0"/>
                    </a:cubicBezTo>
                    <a:cubicBezTo>
                      <a:pt x="6138" y="0"/>
                      <a:pt x="1" y="6105"/>
                      <a:pt x="1" y="13677"/>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7"/>
              <p:cNvSpPr/>
              <p:nvPr/>
            </p:nvSpPr>
            <p:spPr>
              <a:xfrm>
                <a:off x="4454175" y="4092550"/>
                <a:ext cx="750575" cy="750550"/>
              </a:xfrm>
              <a:custGeom>
                <a:rect b="b" l="l" r="r" t="t"/>
                <a:pathLst>
                  <a:path extrusionOk="0" fill="none" h="30022" w="30023">
                    <a:moveTo>
                      <a:pt x="5338" y="5337"/>
                    </a:moveTo>
                    <a:cubicBezTo>
                      <a:pt x="1" y="10674"/>
                      <a:pt x="1" y="19347"/>
                      <a:pt x="5338" y="24684"/>
                    </a:cubicBezTo>
                    <a:cubicBezTo>
                      <a:pt x="10675" y="30022"/>
                      <a:pt x="19348" y="30022"/>
                      <a:pt x="24685" y="24684"/>
                    </a:cubicBezTo>
                    <a:cubicBezTo>
                      <a:pt x="30022" y="19347"/>
                      <a:pt x="30022" y="10674"/>
                      <a:pt x="24685" y="5337"/>
                    </a:cubicBezTo>
                    <a:cubicBezTo>
                      <a:pt x="19348" y="0"/>
                      <a:pt x="10675" y="0"/>
                      <a:pt x="5338" y="5337"/>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7"/>
              <p:cNvSpPr/>
              <p:nvPr/>
            </p:nvSpPr>
            <p:spPr>
              <a:xfrm>
                <a:off x="4387475" y="3884050"/>
                <a:ext cx="683850" cy="683850"/>
              </a:xfrm>
              <a:custGeom>
                <a:rect b="b" l="l" r="r" t="t"/>
                <a:pathLst>
                  <a:path extrusionOk="0" fill="none" h="27354" w="27354">
                    <a:moveTo>
                      <a:pt x="13677" y="1"/>
                    </a:moveTo>
                    <a:cubicBezTo>
                      <a:pt x="6105" y="1"/>
                      <a:pt x="0" y="6105"/>
                      <a:pt x="0" y="13677"/>
                    </a:cubicBezTo>
                    <a:cubicBezTo>
                      <a:pt x="0" y="21216"/>
                      <a:pt x="6105" y="27354"/>
                      <a:pt x="13677" y="27354"/>
                    </a:cubicBezTo>
                    <a:cubicBezTo>
                      <a:pt x="21215" y="27354"/>
                      <a:pt x="27353" y="21216"/>
                      <a:pt x="27353" y="13677"/>
                    </a:cubicBezTo>
                    <a:cubicBezTo>
                      <a:pt x="27353" y="6105"/>
                      <a:pt x="21215" y="1"/>
                      <a:pt x="13677" y="1"/>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7"/>
              <p:cNvSpPr/>
              <p:nvPr/>
            </p:nvSpPr>
            <p:spPr>
              <a:xfrm>
                <a:off x="4454175" y="3608850"/>
                <a:ext cx="750575" cy="750575"/>
              </a:xfrm>
              <a:custGeom>
                <a:rect b="b" l="l" r="r" t="t"/>
                <a:pathLst>
                  <a:path extrusionOk="0" fill="none" h="30023" w="30023">
                    <a:moveTo>
                      <a:pt x="24685" y="5338"/>
                    </a:moveTo>
                    <a:cubicBezTo>
                      <a:pt x="19348" y="1"/>
                      <a:pt x="10675" y="1"/>
                      <a:pt x="5338" y="5338"/>
                    </a:cubicBezTo>
                    <a:cubicBezTo>
                      <a:pt x="1" y="10675"/>
                      <a:pt x="1" y="19348"/>
                      <a:pt x="5338" y="24685"/>
                    </a:cubicBezTo>
                    <a:cubicBezTo>
                      <a:pt x="10675" y="30022"/>
                      <a:pt x="19348" y="30022"/>
                      <a:pt x="24685" y="24685"/>
                    </a:cubicBezTo>
                    <a:cubicBezTo>
                      <a:pt x="30022" y="19348"/>
                      <a:pt x="30022" y="10675"/>
                      <a:pt x="24685" y="5338"/>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7"/>
              <p:cNvSpPr/>
              <p:nvPr/>
            </p:nvSpPr>
            <p:spPr>
              <a:xfrm>
                <a:off x="5054625" y="3917425"/>
                <a:ext cx="33375" cy="34200"/>
              </a:xfrm>
              <a:custGeom>
                <a:rect b="b" l="l" r="r" t="t"/>
                <a:pathLst>
                  <a:path extrusionOk="0" h="1368" w="1335">
                    <a:moveTo>
                      <a:pt x="667" y="0"/>
                    </a:moveTo>
                    <a:cubicBezTo>
                      <a:pt x="300" y="0"/>
                      <a:pt x="0" y="300"/>
                      <a:pt x="0" y="701"/>
                    </a:cubicBezTo>
                    <a:cubicBezTo>
                      <a:pt x="0" y="1067"/>
                      <a:pt x="300" y="1368"/>
                      <a:pt x="667" y="1368"/>
                    </a:cubicBezTo>
                    <a:cubicBezTo>
                      <a:pt x="1034" y="1368"/>
                      <a:pt x="1334" y="1067"/>
                      <a:pt x="1334" y="701"/>
                    </a:cubicBezTo>
                    <a:cubicBezTo>
                      <a:pt x="1334"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7"/>
              <p:cNvSpPr/>
              <p:nvPr/>
            </p:nvSpPr>
            <p:spPr>
              <a:xfrm>
                <a:off x="5054625" y="4500325"/>
                <a:ext cx="33375" cy="33375"/>
              </a:xfrm>
              <a:custGeom>
                <a:rect b="b" l="l" r="r" t="t"/>
                <a:pathLst>
                  <a:path extrusionOk="0" h="1335"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7"/>
              <p:cNvSpPr/>
              <p:nvPr/>
            </p:nvSpPr>
            <p:spPr>
              <a:xfrm>
                <a:off x="5345650" y="4209300"/>
                <a:ext cx="33375" cy="33375"/>
              </a:xfrm>
              <a:custGeom>
                <a:rect b="b" l="l" r="r" t="t"/>
                <a:pathLst>
                  <a:path extrusionOk="0" h="1335" w="1335">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7"/>
              <p:cNvSpPr/>
              <p:nvPr/>
            </p:nvSpPr>
            <p:spPr>
              <a:xfrm>
                <a:off x="4763575" y="4209300"/>
                <a:ext cx="33375" cy="33375"/>
              </a:xfrm>
              <a:custGeom>
                <a:rect b="b" l="l" r="r" t="t"/>
                <a:pathLst>
                  <a:path extrusionOk="0" h="1335" w="1335">
                    <a:moveTo>
                      <a:pt x="668" y="0"/>
                    </a:moveTo>
                    <a:cubicBezTo>
                      <a:pt x="301" y="0"/>
                      <a:pt x="0" y="300"/>
                      <a:pt x="0" y="667"/>
                    </a:cubicBezTo>
                    <a:cubicBezTo>
                      <a:pt x="0" y="1034"/>
                      <a:pt x="301" y="1334"/>
                      <a:pt x="668" y="1334"/>
                    </a:cubicBezTo>
                    <a:cubicBezTo>
                      <a:pt x="1034" y="1334"/>
                      <a:pt x="1335" y="1034"/>
                      <a:pt x="1335" y="667"/>
                    </a:cubicBezTo>
                    <a:cubicBezTo>
                      <a:pt x="1335" y="300"/>
                      <a:pt x="1034"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7"/>
              <p:cNvSpPr/>
              <p:nvPr/>
            </p:nvSpPr>
            <p:spPr>
              <a:xfrm>
                <a:off x="5258925" y="4003300"/>
                <a:ext cx="36725" cy="33400"/>
              </a:xfrm>
              <a:custGeom>
                <a:rect b="b" l="l" r="r" t="t"/>
                <a:pathLst>
                  <a:path extrusionOk="0" h="1336" w="1469">
                    <a:moveTo>
                      <a:pt x="734" y="1"/>
                    </a:moveTo>
                    <a:cubicBezTo>
                      <a:pt x="568" y="1"/>
                      <a:pt x="401" y="68"/>
                      <a:pt x="267" y="201"/>
                    </a:cubicBezTo>
                    <a:cubicBezTo>
                      <a:pt x="1" y="434"/>
                      <a:pt x="1" y="868"/>
                      <a:pt x="267" y="1135"/>
                    </a:cubicBezTo>
                    <a:cubicBezTo>
                      <a:pt x="401" y="1268"/>
                      <a:pt x="568" y="1335"/>
                      <a:pt x="734" y="1335"/>
                    </a:cubicBezTo>
                    <a:cubicBezTo>
                      <a:pt x="901" y="1335"/>
                      <a:pt x="1068" y="1268"/>
                      <a:pt x="1201" y="1135"/>
                    </a:cubicBezTo>
                    <a:cubicBezTo>
                      <a:pt x="1468" y="868"/>
                      <a:pt x="1468" y="434"/>
                      <a:pt x="1201" y="201"/>
                    </a:cubicBezTo>
                    <a:cubicBezTo>
                      <a:pt x="1068" y="68"/>
                      <a:pt x="901" y="1"/>
                      <a:pt x="7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7"/>
              <p:cNvSpPr/>
              <p:nvPr/>
            </p:nvSpPr>
            <p:spPr>
              <a:xfrm>
                <a:off x="4846975" y="4414425"/>
                <a:ext cx="36700" cy="34225"/>
              </a:xfrm>
              <a:custGeom>
                <a:rect b="b" l="l" r="r" t="t"/>
                <a:pathLst>
                  <a:path extrusionOk="0" h="1369" w="1468">
                    <a:moveTo>
                      <a:pt x="746" y="1"/>
                    </a:moveTo>
                    <a:cubicBezTo>
                      <a:pt x="576" y="1"/>
                      <a:pt x="400" y="68"/>
                      <a:pt x="267" y="201"/>
                    </a:cubicBezTo>
                    <a:cubicBezTo>
                      <a:pt x="0" y="468"/>
                      <a:pt x="0" y="902"/>
                      <a:pt x="267" y="1168"/>
                    </a:cubicBezTo>
                    <a:cubicBezTo>
                      <a:pt x="400" y="1302"/>
                      <a:pt x="576" y="1369"/>
                      <a:pt x="746" y="1369"/>
                    </a:cubicBezTo>
                    <a:cubicBezTo>
                      <a:pt x="917" y="1369"/>
                      <a:pt x="1084" y="1302"/>
                      <a:pt x="1201" y="1168"/>
                    </a:cubicBezTo>
                    <a:cubicBezTo>
                      <a:pt x="1468" y="902"/>
                      <a:pt x="1468" y="468"/>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7"/>
              <p:cNvSpPr/>
              <p:nvPr/>
            </p:nvSpPr>
            <p:spPr>
              <a:xfrm>
                <a:off x="5260600" y="4414425"/>
                <a:ext cx="33375" cy="34225"/>
              </a:xfrm>
              <a:custGeom>
                <a:rect b="b" l="l" r="r" t="t"/>
                <a:pathLst>
                  <a:path extrusionOk="0" h="1369" w="1335">
                    <a:moveTo>
                      <a:pt x="667" y="1"/>
                    </a:moveTo>
                    <a:cubicBezTo>
                      <a:pt x="300" y="1"/>
                      <a:pt x="0" y="301"/>
                      <a:pt x="0" y="701"/>
                    </a:cubicBezTo>
                    <a:cubicBezTo>
                      <a:pt x="0" y="1068"/>
                      <a:pt x="300" y="1369"/>
                      <a:pt x="667" y="1369"/>
                    </a:cubicBezTo>
                    <a:cubicBezTo>
                      <a:pt x="1034" y="1369"/>
                      <a:pt x="1335" y="1068"/>
                      <a:pt x="1335" y="701"/>
                    </a:cubicBezTo>
                    <a:cubicBezTo>
                      <a:pt x="1335"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7"/>
              <p:cNvSpPr/>
              <p:nvPr/>
            </p:nvSpPr>
            <p:spPr>
              <a:xfrm>
                <a:off x="4846975" y="4003300"/>
                <a:ext cx="36700" cy="33400"/>
              </a:xfrm>
              <a:custGeom>
                <a:rect b="b" l="l" r="r" t="t"/>
                <a:pathLst>
                  <a:path extrusionOk="0" h="1336" w="1468">
                    <a:moveTo>
                      <a:pt x="746" y="1"/>
                    </a:moveTo>
                    <a:cubicBezTo>
                      <a:pt x="576" y="1"/>
                      <a:pt x="400" y="68"/>
                      <a:pt x="267" y="201"/>
                    </a:cubicBezTo>
                    <a:cubicBezTo>
                      <a:pt x="0" y="434"/>
                      <a:pt x="0" y="868"/>
                      <a:pt x="267" y="1135"/>
                    </a:cubicBezTo>
                    <a:cubicBezTo>
                      <a:pt x="400" y="1268"/>
                      <a:pt x="576" y="1335"/>
                      <a:pt x="746" y="1335"/>
                    </a:cubicBezTo>
                    <a:cubicBezTo>
                      <a:pt x="917" y="1335"/>
                      <a:pt x="1084" y="1268"/>
                      <a:pt x="1201" y="1135"/>
                    </a:cubicBezTo>
                    <a:cubicBezTo>
                      <a:pt x="1468" y="868"/>
                      <a:pt x="1468" y="434"/>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7"/>
              <p:cNvSpPr/>
              <p:nvPr/>
            </p:nvSpPr>
            <p:spPr>
              <a:xfrm>
                <a:off x="5581650" y="3661400"/>
                <a:ext cx="56750" cy="51725"/>
              </a:xfrm>
              <a:custGeom>
                <a:rect b="b" l="l" r="r" t="t"/>
                <a:pathLst>
                  <a:path extrusionOk="0" h="2069" w="2270">
                    <a:moveTo>
                      <a:pt x="1135" y="0"/>
                    </a:moveTo>
                    <a:cubicBezTo>
                      <a:pt x="868" y="0"/>
                      <a:pt x="601" y="100"/>
                      <a:pt x="401" y="301"/>
                    </a:cubicBezTo>
                    <a:cubicBezTo>
                      <a:pt x="1" y="701"/>
                      <a:pt x="1" y="1368"/>
                      <a:pt x="401" y="1768"/>
                    </a:cubicBezTo>
                    <a:cubicBezTo>
                      <a:pt x="601" y="1968"/>
                      <a:pt x="868" y="2069"/>
                      <a:pt x="1135" y="2069"/>
                    </a:cubicBezTo>
                    <a:cubicBezTo>
                      <a:pt x="1402" y="2069"/>
                      <a:pt x="1669" y="1968"/>
                      <a:pt x="1869" y="1768"/>
                    </a:cubicBezTo>
                    <a:cubicBezTo>
                      <a:pt x="2269" y="1368"/>
                      <a:pt x="2269" y="701"/>
                      <a:pt x="1869" y="301"/>
                    </a:cubicBezTo>
                    <a:cubicBezTo>
                      <a:pt x="1669" y="100"/>
                      <a:pt x="1402" y="0"/>
                      <a:pt x="1135"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7"/>
              <p:cNvSpPr/>
              <p:nvPr/>
            </p:nvSpPr>
            <p:spPr>
              <a:xfrm>
                <a:off x="5806825" y="4200125"/>
                <a:ext cx="51725" cy="51725"/>
              </a:xfrm>
              <a:custGeom>
                <a:rect b="b" l="l" r="r" t="t"/>
                <a:pathLst>
                  <a:path extrusionOk="0" h="2069" w="2069">
                    <a:moveTo>
                      <a:pt x="1034" y="0"/>
                    </a:moveTo>
                    <a:cubicBezTo>
                      <a:pt x="467" y="0"/>
                      <a:pt x="0" y="467"/>
                      <a:pt x="0" y="1034"/>
                    </a:cubicBezTo>
                    <a:cubicBezTo>
                      <a:pt x="0" y="1601"/>
                      <a:pt x="467" y="2068"/>
                      <a:pt x="1034" y="2068"/>
                    </a:cubicBezTo>
                    <a:cubicBezTo>
                      <a:pt x="1635" y="2068"/>
                      <a:pt x="2068" y="1601"/>
                      <a:pt x="2068" y="1034"/>
                    </a:cubicBezTo>
                    <a:cubicBezTo>
                      <a:pt x="2068" y="467"/>
                      <a:pt x="1635"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7"/>
              <p:cNvSpPr/>
              <p:nvPr/>
            </p:nvSpPr>
            <p:spPr>
              <a:xfrm>
                <a:off x="5581650" y="4738825"/>
                <a:ext cx="56750" cy="51750"/>
              </a:xfrm>
              <a:custGeom>
                <a:rect b="b" l="l" r="r" t="t"/>
                <a:pathLst>
                  <a:path extrusionOk="0" h="2070" w="2270">
                    <a:moveTo>
                      <a:pt x="1135" y="1"/>
                    </a:moveTo>
                    <a:cubicBezTo>
                      <a:pt x="868" y="1"/>
                      <a:pt x="601" y="101"/>
                      <a:pt x="401" y="301"/>
                    </a:cubicBezTo>
                    <a:cubicBezTo>
                      <a:pt x="1" y="701"/>
                      <a:pt x="1" y="1335"/>
                      <a:pt x="401" y="1769"/>
                    </a:cubicBezTo>
                    <a:cubicBezTo>
                      <a:pt x="601" y="1969"/>
                      <a:pt x="868" y="2069"/>
                      <a:pt x="1135" y="2069"/>
                    </a:cubicBezTo>
                    <a:cubicBezTo>
                      <a:pt x="1402" y="2069"/>
                      <a:pt x="1669" y="1969"/>
                      <a:pt x="1869" y="1769"/>
                    </a:cubicBezTo>
                    <a:cubicBezTo>
                      <a:pt x="2269" y="1335"/>
                      <a:pt x="2269" y="701"/>
                      <a:pt x="1869" y="301"/>
                    </a:cubicBezTo>
                    <a:cubicBezTo>
                      <a:pt x="1669" y="101"/>
                      <a:pt x="1402" y="1"/>
                      <a:pt x="1135"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7"/>
              <p:cNvSpPr/>
              <p:nvPr/>
            </p:nvSpPr>
            <p:spPr>
              <a:xfrm>
                <a:off x="5045450" y="4961500"/>
                <a:ext cx="51725" cy="51725"/>
              </a:xfrm>
              <a:custGeom>
                <a:rect b="b" l="l" r="r" t="t"/>
                <a:pathLst>
                  <a:path extrusionOk="0" h="2069" w="2069">
                    <a:moveTo>
                      <a:pt x="1034" y="0"/>
                    </a:moveTo>
                    <a:cubicBezTo>
                      <a:pt x="467" y="0"/>
                      <a:pt x="0" y="467"/>
                      <a:pt x="0" y="1034"/>
                    </a:cubicBezTo>
                    <a:cubicBezTo>
                      <a:pt x="0" y="1601"/>
                      <a:pt x="467" y="2068"/>
                      <a:pt x="1034" y="2068"/>
                    </a:cubicBezTo>
                    <a:cubicBezTo>
                      <a:pt x="1601" y="2068"/>
                      <a:pt x="2068" y="1601"/>
                      <a:pt x="2068" y="1034"/>
                    </a:cubicBezTo>
                    <a:cubicBezTo>
                      <a:pt x="2068" y="467"/>
                      <a:pt x="1601"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7"/>
              <p:cNvSpPr/>
              <p:nvPr/>
            </p:nvSpPr>
            <p:spPr>
              <a:xfrm>
                <a:off x="4504225" y="4738825"/>
                <a:ext cx="56725" cy="51750"/>
              </a:xfrm>
              <a:custGeom>
                <a:rect b="b" l="l" r="r" t="t"/>
                <a:pathLst>
                  <a:path extrusionOk="0" h="2070" w="2269">
                    <a:moveTo>
                      <a:pt x="1134" y="1"/>
                    </a:moveTo>
                    <a:cubicBezTo>
                      <a:pt x="868" y="1"/>
                      <a:pt x="601" y="101"/>
                      <a:pt x="401" y="301"/>
                    </a:cubicBezTo>
                    <a:cubicBezTo>
                      <a:pt x="0" y="701"/>
                      <a:pt x="0" y="1335"/>
                      <a:pt x="401" y="1769"/>
                    </a:cubicBezTo>
                    <a:cubicBezTo>
                      <a:pt x="601" y="1969"/>
                      <a:pt x="868" y="2069"/>
                      <a:pt x="1134" y="2069"/>
                    </a:cubicBezTo>
                    <a:cubicBezTo>
                      <a:pt x="1401" y="2069"/>
                      <a:pt x="1668" y="1969"/>
                      <a:pt x="1868" y="1769"/>
                    </a:cubicBezTo>
                    <a:cubicBezTo>
                      <a:pt x="2269" y="1335"/>
                      <a:pt x="2269" y="701"/>
                      <a:pt x="1868" y="301"/>
                    </a:cubicBezTo>
                    <a:cubicBezTo>
                      <a:pt x="1668" y="101"/>
                      <a:pt x="1401" y="1"/>
                      <a:pt x="11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7"/>
              <p:cNvSpPr/>
              <p:nvPr/>
            </p:nvSpPr>
            <p:spPr>
              <a:xfrm>
                <a:off x="4284075" y="4200125"/>
                <a:ext cx="51725" cy="51725"/>
              </a:xfrm>
              <a:custGeom>
                <a:rect b="b" l="l" r="r" t="t"/>
                <a:pathLst>
                  <a:path extrusionOk="0" h="2069" w="2069">
                    <a:moveTo>
                      <a:pt x="1034" y="0"/>
                    </a:moveTo>
                    <a:cubicBezTo>
                      <a:pt x="434" y="0"/>
                      <a:pt x="0" y="467"/>
                      <a:pt x="0" y="1034"/>
                    </a:cubicBezTo>
                    <a:cubicBezTo>
                      <a:pt x="0" y="1601"/>
                      <a:pt x="434" y="2068"/>
                      <a:pt x="1034" y="2068"/>
                    </a:cubicBezTo>
                    <a:cubicBezTo>
                      <a:pt x="1601" y="2068"/>
                      <a:pt x="2068" y="1601"/>
                      <a:pt x="2068" y="1034"/>
                    </a:cubicBezTo>
                    <a:cubicBezTo>
                      <a:pt x="2068" y="467"/>
                      <a:pt x="1601"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7"/>
              <p:cNvSpPr/>
              <p:nvPr/>
            </p:nvSpPr>
            <p:spPr>
              <a:xfrm>
                <a:off x="4504225" y="3661400"/>
                <a:ext cx="56725" cy="51725"/>
              </a:xfrm>
              <a:custGeom>
                <a:rect b="b" l="l" r="r" t="t"/>
                <a:pathLst>
                  <a:path extrusionOk="0" h="2069" w="2269">
                    <a:moveTo>
                      <a:pt x="1134" y="0"/>
                    </a:moveTo>
                    <a:cubicBezTo>
                      <a:pt x="868" y="0"/>
                      <a:pt x="601" y="100"/>
                      <a:pt x="401" y="301"/>
                    </a:cubicBezTo>
                    <a:cubicBezTo>
                      <a:pt x="0" y="701"/>
                      <a:pt x="0" y="1368"/>
                      <a:pt x="401" y="1768"/>
                    </a:cubicBezTo>
                    <a:cubicBezTo>
                      <a:pt x="601" y="1968"/>
                      <a:pt x="868" y="2069"/>
                      <a:pt x="1134" y="2069"/>
                    </a:cubicBezTo>
                    <a:cubicBezTo>
                      <a:pt x="1401" y="2069"/>
                      <a:pt x="1668" y="1968"/>
                      <a:pt x="1868" y="1768"/>
                    </a:cubicBezTo>
                    <a:cubicBezTo>
                      <a:pt x="2269" y="1368"/>
                      <a:pt x="2269" y="701"/>
                      <a:pt x="1868" y="301"/>
                    </a:cubicBezTo>
                    <a:cubicBezTo>
                      <a:pt x="1668" y="100"/>
                      <a:pt x="1401" y="0"/>
                      <a:pt x="11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7"/>
              <p:cNvSpPr/>
              <p:nvPr/>
            </p:nvSpPr>
            <p:spPr>
              <a:xfrm>
                <a:off x="5054625" y="3716425"/>
                <a:ext cx="33375" cy="33400"/>
              </a:xfrm>
              <a:custGeom>
                <a:rect b="b" l="l" r="r" t="t"/>
                <a:pathLst>
                  <a:path extrusionOk="0" h="1336" w="1335">
                    <a:moveTo>
                      <a:pt x="667" y="1"/>
                    </a:moveTo>
                    <a:cubicBezTo>
                      <a:pt x="300" y="1"/>
                      <a:pt x="0" y="301"/>
                      <a:pt x="0" y="668"/>
                    </a:cubicBezTo>
                    <a:cubicBezTo>
                      <a:pt x="0" y="1068"/>
                      <a:pt x="300" y="1335"/>
                      <a:pt x="667" y="1335"/>
                    </a:cubicBezTo>
                    <a:cubicBezTo>
                      <a:pt x="1034" y="1335"/>
                      <a:pt x="1334" y="1068"/>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7"/>
              <p:cNvSpPr/>
              <p:nvPr/>
            </p:nvSpPr>
            <p:spPr>
              <a:xfrm>
                <a:off x="5400700" y="3860700"/>
                <a:ext cx="36700" cy="33400"/>
              </a:xfrm>
              <a:custGeom>
                <a:rect b="b" l="l" r="r" t="t"/>
                <a:pathLst>
                  <a:path extrusionOk="0" h="1336" w="1468">
                    <a:moveTo>
                      <a:pt x="751" y="1"/>
                    </a:moveTo>
                    <a:cubicBezTo>
                      <a:pt x="576" y="1"/>
                      <a:pt x="401" y="67"/>
                      <a:pt x="267" y="201"/>
                    </a:cubicBezTo>
                    <a:cubicBezTo>
                      <a:pt x="0" y="468"/>
                      <a:pt x="0" y="901"/>
                      <a:pt x="267" y="1135"/>
                    </a:cubicBezTo>
                    <a:cubicBezTo>
                      <a:pt x="401" y="1268"/>
                      <a:pt x="576" y="1335"/>
                      <a:pt x="751" y="1335"/>
                    </a:cubicBezTo>
                    <a:cubicBezTo>
                      <a:pt x="926" y="1335"/>
                      <a:pt x="1101" y="1268"/>
                      <a:pt x="1234" y="1135"/>
                    </a:cubicBezTo>
                    <a:cubicBezTo>
                      <a:pt x="1468" y="901"/>
                      <a:pt x="1468" y="468"/>
                      <a:pt x="1234" y="201"/>
                    </a:cubicBezTo>
                    <a:cubicBezTo>
                      <a:pt x="1101" y="67"/>
                      <a:pt x="926" y="1"/>
                      <a:pt x="751"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7"/>
              <p:cNvSpPr/>
              <p:nvPr/>
            </p:nvSpPr>
            <p:spPr>
              <a:xfrm>
                <a:off x="5546625" y="4209300"/>
                <a:ext cx="33400" cy="33375"/>
              </a:xfrm>
              <a:custGeom>
                <a:rect b="b" l="l" r="r" t="t"/>
                <a:pathLst>
                  <a:path extrusionOk="0" h="1335" w="1336">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7"/>
              <p:cNvSpPr/>
              <p:nvPr/>
            </p:nvSpPr>
            <p:spPr>
              <a:xfrm>
                <a:off x="5400700" y="4557050"/>
                <a:ext cx="36700" cy="33375"/>
              </a:xfrm>
              <a:custGeom>
                <a:rect b="b" l="l" r="r" t="t"/>
                <a:pathLst>
                  <a:path extrusionOk="0" h="1335" w="1468">
                    <a:moveTo>
                      <a:pt x="751" y="0"/>
                    </a:moveTo>
                    <a:cubicBezTo>
                      <a:pt x="576" y="0"/>
                      <a:pt x="401" y="67"/>
                      <a:pt x="267" y="200"/>
                    </a:cubicBezTo>
                    <a:cubicBezTo>
                      <a:pt x="0" y="467"/>
                      <a:pt x="0" y="867"/>
                      <a:pt x="267" y="1134"/>
                    </a:cubicBezTo>
                    <a:cubicBezTo>
                      <a:pt x="401" y="1268"/>
                      <a:pt x="576" y="1334"/>
                      <a:pt x="751" y="1334"/>
                    </a:cubicBezTo>
                    <a:cubicBezTo>
                      <a:pt x="926" y="1334"/>
                      <a:pt x="1101" y="1268"/>
                      <a:pt x="1234" y="1134"/>
                    </a:cubicBezTo>
                    <a:cubicBezTo>
                      <a:pt x="1468" y="867"/>
                      <a:pt x="1468" y="467"/>
                      <a:pt x="1234" y="200"/>
                    </a:cubicBezTo>
                    <a:cubicBezTo>
                      <a:pt x="1101" y="67"/>
                      <a:pt x="926" y="0"/>
                      <a:pt x="751"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7"/>
              <p:cNvSpPr/>
              <p:nvPr/>
            </p:nvSpPr>
            <p:spPr>
              <a:xfrm>
                <a:off x="5054625" y="4701300"/>
                <a:ext cx="33375" cy="33400"/>
              </a:xfrm>
              <a:custGeom>
                <a:rect b="b" l="l" r="r" t="t"/>
                <a:pathLst>
                  <a:path extrusionOk="0" h="1336"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7"/>
              <p:cNvSpPr/>
              <p:nvPr/>
            </p:nvSpPr>
            <p:spPr>
              <a:xfrm>
                <a:off x="4705200" y="4557050"/>
                <a:ext cx="36725" cy="33375"/>
              </a:xfrm>
              <a:custGeom>
                <a:rect b="b" l="l" r="r" t="t"/>
                <a:pathLst>
                  <a:path extrusionOk="0" h="1335" w="1469">
                    <a:moveTo>
                      <a:pt x="718" y="0"/>
                    </a:moveTo>
                    <a:cubicBezTo>
                      <a:pt x="542" y="0"/>
                      <a:pt x="367" y="67"/>
                      <a:pt x="234" y="200"/>
                    </a:cubicBezTo>
                    <a:cubicBezTo>
                      <a:pt x="0" y="467"/>
                      <a:pt x="0" y="867"/>
                      <a:pt x="234" y="1134"/>
                    </a:cubicBezTo>
                    <a:cubicBezTo>
                      <a:pt x="367" y="1268"/>
                      <a:pt x="542" y="1334"/>
                      <a:pt x="718" y="1334"/>
                    </a:cubicBezTo>
                    <a:cubicBezTo>
                      <a:pt x="893" y="1334"/>
                      <a:pt x="1068" y="1268"/>
                      <a:pt x="1201" y="1134"/>
                    </a:cubicBezTo>
                    <a:cubicBezTo>
                      <a:pt x="1468" y="867"/>
                      <a:pt x="1468" y="467"/>
                      <a:pt x="1201" y="200"/>
                    </a:cubicBezTo>
                    <a:cubicBezTo>
                      <a:pt x="1068" y="67"/>
                      <a:pt x="893" y="0"/>
                      <a:pt x="71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7"/>
              <p:cNvSpPr/>
              <p:nvPr/>
            </p:nvSpPr>
            <p:spPr>
              <a:xfrm>
                <a:off x="4562600" y="4209300"/>
                <a:ext cx="33375" cy="33375"/>
              </a:xfrm>
              <a:custGeom>
                <a:rect b="b" l="l" r="r" t="t"/>
                <a:pathLst>
                  <a:path extrusionOk="0" h="1335" w="1335">
                    <a:moveTo>
                      <a:pt x="667" y="0"/>
                    </a:moveTo>
                    <a:cubicBezTo>
                      <a:pt x="301" y="0"/>
                      <a:pt x="0" y="300"/>
                      <a:pt x="0" y="667"/>
                    </a:cubicBezTo>
                    <a:cubicBezTo>
                      <a:pt x="0" y="1034"/>
                      <a:pt x="301" y="1334"/>
                      <a:pt x="667" y="1334"/>
                    </a:cubicBezTo>
                    <a:cubicBezTo>
                      <a:pt x="1034" y="1334"/>
                      <a:pt x="1335" y="1034"/>
                      <a:pt x="1335" y="667"/>
                    </a:cubicBezTo>
                    <a:cubicBezTo>
                      <a:pt x="1335"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7"/>
              <p:cNvSpPr/>
              <p:nvPr/>
            </p:nvSpPr>
            <p:spPr>
              <a:xfrm>
                <a:off x="4705200" y="3860700"/>
                <a:ext cx="36725" cy="33600"/>
              </a:xfrm>
              <a:custGeom>
                <a:rect b="b" l="l" r="r" t="t"/>
                <a:pathLst>
                  <a:path extrusionOk="0" h="1344" w="1469">
                    <a:moveTo>
                      <a:pt x="718" y="1"/>
                    </a:moveTo>
                    <a:cubicBezTo>
                      <a:pt x="542" y="1"/>
                      <a:pt x="367" y="67"/>
                      <a:pt x="234" y="201"/>
                    </a:cubicBezTo>
                    <a:cubicBezTo>
                      <a:pt x="0" y="468"/>
                      <a:pt x="0" y="901"/>
                      <a:pt x="234" y="1168"/>
                    </a:cubicBezTo>
                    <a:cubicBezTo>
                      <a:pt x="367" y="1285"/>
                      <a:pt x="542" y="1343"/>
                      <a:pt x="718" y="1343"/>
                    </a:cubicBezTo>
                    <a:cubicBezTo>
                      <a:pt x="893" y="1343"/>
                      <a:pt x="1068" y="1285"/>
                      <a:pt x="1201" y="1168"/>
                    </a:cubicBezTo>
                    <a:cubicBezTo>
                      <a:pt x="1468" y="901"/>
                      <a:pt x="1468" y="468"/>
                      <a:pt x="1201" y="201"/>
                    </a:cubicBezTo>
                    <a:cubicBezTo>
                      <a:pt x="1068" y="67"/>
                      <a:pt x="893" y="1"/>
                      <a:pt x="71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51" name="Google Shape;351;p37"/>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7"/>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7">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354" name="Google Shape;354;p37">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355" name="Google Shape;355;p37"/>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356" name="Google Shape;356;p37"/>
          <p:cNvSpPr txBox="1"/>
          <p:nvPr>
            <p:ph idx="3" type="subTitle"/>
          </p:nvPr>
        </p:nvSpPr>
        <p:spPr>
          <a:xfrm>
            <a:off x="699475" y="1406625"/>
            <a:ext cx="3225900" cy="319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MERCURY</a:t>
            </a:r>
            <a:endParaRPr/>
          </a:p>
        </p:txBody>
      </p:sp>
      <p:sp>
        <p:nvSpPr>
          <p:cNvPr id="357" name="Google Shape;357;p37"/>
          <p:cNvSpPr txBox="1"/>
          <p:nvPr>
            <p:ph idx="4" type="subTitle"/>
          </p:nvPr>
        </p:nvSpPr>
        <p:spPr>
          <a:xfrm>
            <a:off x="5214300" y="2696250"/>
            <a:ext cx="3225900" cy="319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a:t>
            </a:r>
            <a:endParaRPr/>
          </a:p>
        </p:txBody>
      </p:sp>
      <p:sp>
        <p:nvSpPr>
          <p:cNvPr id="358" name="Google Shape;358;p37"/>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 name="Shape 362"/>
        <p:cNvGrpSpPr/>
        <p:nvPr/>
      </p:nvGrpSpPr>
      <p:grpSpPr>
        <a:xfrm>
          <a:off x="0" y="0"/>
          <a:ext cx="0" cy="0"/>
          <a:chOff x="0" y="0"/>
          <a:chExt cx="0" cy="0"/>
        </a:xfrm>
      </p:grpSpPr>
      <p:sp>
        <p:nvSpPr>
          <p:cNvPr id="363" name="Google Shape;363;p38"/>
          <p:cNvSpPr/>
          <p:nvPr/>
        </p:nvSpPr>
        <p:spPr>
          <a:xfrm rot="10800000">
            <a:off x="3038400" y="3804875"/>
            <a:ext cx="3067200" cy="448500"/>
          </a:xfrm>
          <a:prstGeom prst="roundRect">
            <a:avLst>
              <a:gd fmla="val 50000"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8"/>
          <p:cNvSpPr txBox="1"/>
          <p:nvPr>
            <p:ph type="title"/>
          </p:nvPr>
        </p:nvSpPr>
        <p:spPr>
          <a:xfrm>
            <a:off x="3224250" y="3804875"/>
            <a:ext cx="2695500" cy="764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 </a:t>
            </a:r>
            <a:r>
              <a:rPr lang="en"/>
              <a:t>Someone famous</a:t>
            </a:r>
            <a:endParaRPr/>
          </a:p>
        </p:txBody>
      </p:sp>
      <p:sp>
        <p:nvSpPr>
          <p:cNvPr id="365" name="Google Shape;365;p38"/>
          <p:cNvSpPr txBox="1"/>
          <p:nvPr>
            <p:ph idx="1" type="subTitle"/>
          </p:nvPr>
        </p:nvSpPr>
        <p:spPr>
          <a:xfrm>
            <a:off x="1915500" y="2034300"/>
            <a:ext cx="5313000" cy="10749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This is a quote, words full of wisdom that someone important said and can make the reader get inspired</a:t>
            </a:r>
            <a:endParaRPr/>
          </a:p>
        </p:txBody>
      </p:sp>
      <p:cxnSp>
        <p:nvCxnSpPr>
          <p:cNvPr id="366" name="Google Shape;366;p38"/>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367" name="Google Shape;367;p38"/>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368" name="Google Shape;368;p38"/>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8"/>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8">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371" name="Google Shape;371;p38">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372" name="Google Shape;372;p38"/>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373" name="Google Shape;373;p38"/>
          <p:cNvSpPr txBox="1"/>
          <p:nvPr/>
        </p:nvSpPr>
        <p:spPr>
          <a:xfrm>
            <a:off x="4355100" y="715550"/>
            <a:ext cx="433800" cy="5625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n" sz="9600">
                <a:solidFill>
                  <a:schemeClr val="dk1"/>
                </a:solidFill>
                <a:latin typeface="Tenor Sans"/>
                <a:ea typeface="Tenor Sans"/>
                <a:cs typeface="Tenor Sans"/>
                <a:sym typeface="Tenor Sans"/>
              </a:rPr>
              <a:t>“</a:t>
            </a:r>
            <a:endParaRPr sz="9600">
              <a:solidFill>
                <a:schemeClr val="dk1"/>
              </a:solidFill>
              <a:latin typeface="Tenor Sans"/>
              <a:ea typeface="Tenor Sans"/>
              <a:cs typeface="Tenor Sans"/>
              <a:sym typeface="Tenor Sans"/>
            </a:endParaRPr>
          </a:p>
        </p:txBody>
      </p:sp>
      <p:sp>
        <p:nvSpPr>
          <p:cNvPr id="374" name="Google Shape;374;p38"/>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 name="Shape 378"/>
        <p:cNvGrpSpPr/>
        <p:nvPr/>
      </p:nvGrpSpPr>
      <p:grpSpPr>
        <a:xfrm>
          <a:off x="0" y="0"/>
          <a:ext cx="0" cy="0"/>
          <a:chOff x="0" y="0"/>
          <a:chExt cx="0" cy="0"/>
        </a:xfrm>
      </p:grpSpPr>
      <p:sp>
        <p:nvSpPr>
          <p:cNvPr id="379" name="Google Shape;379;p39"/>
          <p:cNvSpPr txBox="1"/>
          <p:nvPr>
            <p:ph type="title"/>
          </p:nvPr>
        </p:nvSpPr>
        <p:spPr>
          <a:xfrm>
            <a:off x="720000" y="1870575"/>
            <a:ext cx="4095900" cy="138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380" name="Google Shape;380;p39"/>
          <p:cNvSpPr txBox="1"/>
          <p:nvPr>
            <p:ph idx="1" type="subTitle"/>
          </p:nvPr>
        </p:nvSpPr>
        <p:spPr>
          <a:xfrm>
            <a:off x="720000" y="3488225"/>
            <a:ext cx="2969100" cy="1080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Images reveal large amounts of data, so remember: use an image instead of long texts</a:t>
            </a:r>
            <a:endParaRPr/>
          </a:p>
        </p:txBody>
      </p:sp>
      <p:cxnSp>
        <p:nvCxnSpPr>
          <p:cNvPr id="381" name="Google Shape;381;p39"/>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382" name="Google Shape;382;p39"/>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383" name="Google Shape;383;p39"/>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9"/>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9">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386" name="Google Shape;386;p39">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387" name="Google Shape;387;p39"/>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pic>
        <p:nvPicPr>
          <p:cNvPr id="388" name="Google Shape;388;p39"/>
          <p:cNvPicPr preferRelativeResize="0"/>
          <p:nvPr/>
        </p:nvPicPr>
        <p:blipFill rotWithShape="1">
          <a:blip r:embed="rId4">
            <a:alphaModFix/>
          </a:blip>
          <a:srcRect b="10" l="0" r="0" t="0"/>
          <a:stretch/>
        </p:blipFill>
        <p:spPr>
          <a:xfrm flipH="1">
            <a:off x="6053999" y="1056475"/>
            <a:ext cx="2340300" cy="3512400"/>
          </a:xfrm>
          <a:prstGeom prst="roundRect">
            <a:avLst>
              <a:gd fmla="val 47039" name="adj"/>
            </a:avLst>
          </a:prstGeom>
          <a:noFill/>
          <a:ln cap="flat" cmpd="sng" w="9525">
            <a:solidFill>
              <a:schemeClr val="accent2"/>
            </a:solidFill>
            <a:prstDash val="solid"/>
            <a:round/>
            <a:headEnd len="sm" w="sm" type="none"/>
            <a:tailEnd len="sm" w="sm" type="none"/>
          </a:ln>
        </p:spPr>
      </p:pic>
      <p:grpSp>
        <p:nvGrpSpPr>
          <p:cNvPr id="389" name="Google Shape;389;p39"/>
          <p:cNvGrpSpPr/>
          <p:nvPr/>
        </p:nvGrpSpPr>
        <p:grpSpPr>
          <a:xfrm>
            <a:off x="4270576" y="2575066"/>
            <a:ext cx="3988776" cy="1997006"/>
            <a:chOff x="4270576" y="2575066"/>
            <a:chExt cx="3988776" cy="1997006"/>
          </a:xfrm>
        </p:grpSpPr>
        <p:grpSp>
          <p:nvGrpSpPr>
            <p:cNvPr id="390" name="Google Shape;390;p39"/>
            <p:cNvGrpSpPr/>
            <p:nvPr/>
          </p:nvGrpSpPr>
          <p:grpSpPr>
            <a:xfrm flipH="1">
              <a:off x="4270576" y="2575066"/>
              <a:ext cx="3988776" cy="1997006"/>
              <a:chOff x="681425" y="4083738"/>
              <a:chExt cx="3084900" cy="1544475"/>
            </a:xfrm>
          </p:grpSpPr>
          <p:grpSp>
            <p:nvGrpSpPr>
              <p:cNvPr id="391" name="Google Shape;391;p39"/>
              <p:cNvGrpSpPr/>
              <p:nvPr/>
            </p:nvGrpSpPr>
            <p:grpSpPr>
              <a:xfrm>
                <a:off x="2188352" y="4320009"/>
                <a:ext cx="1143387" cy="956302"/>
                <a:chOff x="1155075" y="2486775"/>
                <a:chExt cx="1595350" cy="1334313"/>
              </a:xfrm>
            </p:grpSpPr>
            <p:sp>
              <p:nvSpPr>
                <p:cNvPr id="392" name="Google Shape;392;p39"/>
                <p:cNvSpPr/>
                <p:nvPr/>
              </p:nvSpPr>
              <p:spPr>
                <a:xfrm>
                  <a:off x="2359275" y="2748638"/>
                  <a:ext cx="321925" cy="1015750"/>
                </a:xfrm>
                <a:custGeom>
                  <a:rect b="b" l="l" r="r" t="t"/>
                  <a:pathLst>
                    <a:path extrusionOk="0" fill="none" h="40630" w="12877">
                      <a:moveTo>
                        <a:pt x="7239" y="20949"/>
                      </a:moveTo>
                      <a:cubicBezTo>
                        <a:pt x="6972" y="27220"/>
                        <a:pt x="4204" y="32824"/>
                        <a:pt x="1" y="36860"/>
                      </a:cubicBezTo>
                      <a:lnTo>
                        <a:pt x="3637" y="40630"/>
                      </a:lnTo>
                      <a:cubicBezTo>
                        <a:pt x="8807" y="35693"/>
                        <a:pt x="12143" y="28888"/>
                        <a:pt x="12510" y="21216"/>
                      </a:cubicBezTo>
                      <a:cubicBezTo>
                        <a:pt x="12877" y="13010"/>
                        <a:pt x="9774" y="5471"/>
                        <a:pt x="4537" y="1"/>
                      </a:cubicBezTo>
                      <a:lnTo>
                        <a:pt x="735" y="3603"/>
                      </a:lnTo>
                      <a:cubicBezTo>
                        <a:pt x="5038" y="8106"/>
                        <a:pt x="7573" y="14277"/>
                        <a:pt x="7239" y="20949"/>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9"/>
                <p:cNvSpPr/>
                <p:nvPr/>
              </p:nvSpPr>
              <p:spPr>
                <a:xfrm>
                  <a:off x="1232650" y="2749463"/>
                  <a:ext cx="313575" cy="1016600"/>
                </a:xfrm>
                <a:custGeom>
                  <a:rect b="b" l="l" r="r" t="t"/>
                  <a:pathLst>
                    <a:path extrusionOk="0" fill="none" h="40664" w="12543">
                      <a:moveTo>
                        <a:pt x="5237" y="19815"/>
                      </a:moveTo>
                      <a:cubicBezTo>
                        <a:pt x="5237" y="13544"/>
                        <a:pt x="7706" y="7840"/>
                        <a:pt x="11742" y="3637"/>
                      </a:cubicBezTo>
                      <a:lnTo>
                        <a:pt x="7939" y="1"/>
                      </a:lnTo>
                      <a:cubicBezTo>
                        <a:pt x="3002" y="5171"/>
                        <a:pt x="0" y="12143"/>
                        <a:pt x="0" y="19815"/>
                      </a:cubicBezTo>
                      <a:cubicBezTo>
                        <a:pt x="0" y="28021"/>
                        <a:pt x="3436" y="35393"/>
                        <a:pt x="8940" y="40663"/>
                      </a:cubicBezTo>
                      <a:lnTo>
                        <a:pt x="12542" y="36861"/>
                      </a:lnTo>
                      <a:cubicBezTo>
                        <a:pt x="8073" y="32558"/>
                        <a:pt x="5237" y="26520"/>
                        <a:pt x="5237" y="19815"/>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9"/>
                <p:cNvSpPr/>
                <p:nvPr/>
              </p:nvSpPr>
              <p:spPr>
                <a:xfrm>
                  <a:off x="1155075" y="2693588"/>
                  <a:ext cx="272725" cy="1127500"/>
                </a:xfrm>
                <a:custGeom>
                  <a:rect b="b" l="l" r="r" t="t"/>
                  <a:pathLst>
                    <a:path extrusionOk="0" fill="none" h="45100" w="10909">
                      <a:moveTo>
                        <a:pt x="10008" y="45100"/>
                      </a:moveTo>
                      <a:cubicBezTo>
                        <a:pt x="3537" y="38996"/>
                        <a:pt x="1" y="30756"/>
                        <a:pt x="1" y="21883"/>
                      </a:cubicBezTo>
                      <a:cubicBezTo>
                        <a:pt x="1" y="13711"/>
                        <a:pt x="3070" y="5939"/>
                        <a:pt x="8674" y="1"/>
                      </a:cubicBezTo>
                      <a:lnTo>
                        <a:pt x="9641" y="902"/>
                      </a:lnTo>
                      <a:cubicBezTo>
                        <a:pt x="4271" y="6606"/>
                        <a:pt x="1302" y="14044"/>
                        <a:pt x="1302" y="21883"/>
                      </a:cubicBezTo>
                      <a:cubicBezTo>
                        <a:pt x="1302" y="30389"/>
                        <a:pt x="4704" y="38295"/>
                        <a:pt x="10909" y="44133"/>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9"/>
                <p:cNvSpPr/>
                <p:nvPr/>
              </p:nvSpPr>
              <p:spPr>
                <a:xfrm>
                  <a:off x="2476875" y="2693588"/>
                  <a:ext cx="273550" cy="1127500"/>
                </a:xfrm>
                <a:custGeom>
                  <a:rect b="b" l="l" r="r" t="t"/>
                  <a:pathLst>
                    <a:path extrusionOk="0" fill="none" h="45100" w="10942">
                      <a:moveTo>
                        <a:pt x="901" y="45100"/>
                      </a:moveTo>
                      <a:lnTo>
                        <a:pt x="0" y="44133"/>
                      </a:lnTo>
                      <a:cubicBezTo>
                        <a:pt x="6204" y="38295"/>
                        <a:pt x="9607" y="30389"/>
                        <a:pt x="9607" y="21883"/>
                      </a:cubicBezTo>
                      <a:cubicBezTo>
                        <a:pt x="9607" y="14044"/>
                        <a:pt x="6671" y="6606"/>
                        <a:pt x="1301" y="902"/>
                      </a:cubicBezTo>
                      <a:lnTo>
                        <a:pt x="2235" y="1"/>
                      </a:lnTo>
                      <a:cubicBezTo>
                        <a:pt x="7839" y="5939"/>
                        <a:pt x="10941" y="13711"/>
                        <a:pt x="10941" y="21883"/>
                      </a:cubicBezTo>
                      <a:cubicBezTo>
                        <a:pt x="10941" y="30756"/>
                        <a:pt x="7372" y="38996"/>
                        <a:pt x="901" y="45100"/>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9"/>
                <p:cNvSpPr/>
                <p:nvPr/>
              </p:nvSpPr>
              <p:spPr>
                <a:xfrm>
                  <a:off x="1431125" y="2748638"/>
                  <a:ext cx="521225" cy="507050"/>
                </a:xfrm>
                <a:custGeom>
                  <a:rect b="b" l="l" r="r" t="t"/>
                  <a:pathLst>
                    <a:path extrusionOk="0" fill="none" h="20282" w="20849">
                      <a:moveTo>
                        <a:pt x="20848" y="20282"/>
                      </a:moveTo>
                      <a:lnTo>
                        <a:pt x="0" y="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9"/>
                <p:cNvSpPr/>
                <p:nvPr/>
              </p:nvSpPr>
              <p:spPr>
                <a:xfrm>
                  <a:off x="1388575" y="2796163"/>
                  <a:ext cx="563775" cy="459525"/>
                </a:xfrm>
                <a:custGeom>
                  <a:rect b="b" l="l" r="r" t="t"/>
                  <a:pathLst>
                    <a:path extrusionOk="0" fill="none" h="18381" w="22551">
                      <a:moveTo>
                        <a:pt x="22550" y="18381"/>
                      </a:moveTo>
                      <a:lnTo>
                        <a:pt x="1" y="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9"/>
                <p:cNvSpPr/>
                <p:nvPr/>
              </p:nvSpPr>
              <p:spPr>
                <a:xfrm>
                  <a:off x="1351050" y="2847038"/>
                  <a:ext cx="601300" cy="408650"/>
                </a:xfrm>
                <a:custGeom>
                  <a:rect b="b" l="l" r="r" t="t"/>
                  <a:pathLst>
                    <a:path extrusionOk="0" fill="none" h="16346" w="24052">
                      <a:moveTo>
                        <a:pt x="24051" y="16346"/>
                      </a:moveTo>
                      <a:lnTo>
                        <a:pt x="1" y="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9"/>
                <p:cNvSpPr/>
                <p:nvPr/>
              </p:nvSpPr>
              <p:spPr>
                <a:xfrm>
                  <a:off x="1317700" y="2901238"/>
                  <a:ext cx="634650" cy="354450"/>
                </a:xfrm>
                <a:custGeom>
                  <a:rect b="b" l="l" r="r" t="t"/>
                  <a:pathLst>
                    <a:path extrusionOk="0" fill="none" h="14178" w="25386">
                      <a:moveTo>
                        <a:pt x="25385" y="14178"/>
                      </a:moveTo>
                      <a:lnTo>
                        <a:pt x="1" y="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9"/>
                <p:cNvSpPr/>
                <p:nvPr/>
              </p:nvSpPr>
              <p:spPr>
                <a:xfrm>
                  <a:off x="1289350" y="2957963"/>
                  <a:ext cx="663000" cy="297725"/>
                </a:xfrm>
                <a:custGeom>
                  <a:rect b="b" l="l" r="r" t="t"/>
                  <a:pathLst>
                    <a:path extrusionOk="0" fill="none" h="11909" w="26520">
                      <a:moveTo>
                        <a:pt x="26519" y="11909"/>
                      </a:moveTo>
                      <a:lnTo>
                        <a:pt x="0" y="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9"/>
                <p:cNvSpPr/>
                <p:nvPr/>
              </p:nvSpPr>
              <p:spPr>
                <a:xfrm>
                  <a:off x="1266000" y="3016338"/>
                  <a:ext cx="686350" cy="239350"/>
                </a:xfrm>
                <a:custGeom>
                  <a:rect b="b" l="l" r="r" t="t"/>
                  <a:pathLst>
                    <a:path extrusionOk="0" fill="none" h="9574" w="27454">
                      <a:moveTo>
                        <a:pt x="27453" y="9574"/>
                      </a:moveTo>
                      <a:lnTo>
                        <a:pt x="0" y="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9"/>
                <p:cNvSpPr/>
                <p:nvPr/>
              </p:nvSpPr>
              <p:spPr>
                <a:xfrm>
                  <a:off x="1247650" y="3077213"/>
                  <a:ext cx="704700" cy="178475"/>
                </a:xfrm>
                <a:custGeom>
                  <a:rect b="b" l="l" r="r" t="t"/>
                  <a:pathLst>
                    <a:path extrusionOk="0" fill="none" h="7139" w="28188">
                      <a:moveTo>
                        <a:pt x="28187" y="7139"/>
                      </a:moveTo>
                      <a:lnTo>
                        <a:pt x="1" y="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9"/>
                <p:cNvSpPr/>
                <p:nvPr/>
              </p:nvSpPr>
              <p:spPr>
                <a:xfrm>
                  <a:off x="1234300" y="3139763"/>
                  <a:ext cx="718050" cy="115925"/>
                </a:xfrm>
                <a:custGeom>
                  <a:rect b="b" l="l" r="r" t="t"/>
                  <a:pathLst>
                    <a:path extrusionOk="0" fill="none" h="4637" w="28722">
                      <a:moveTo>
                        <a:pt x="28721" y="4637"/>
                      </a:moveTo>
                      <a:lnTo>
                        <a:pt x="1" y="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9"/>
                <p:cNvSpPr/>
                <p:nvPr/>
              </p:nvSpPr>
              <p:spPr>
                <a:xfrm>
                  <a:off x="1226800" y="3202288"/>
                  <a:ext cx="725550" cy="53400"/>
                </a:xfrm>
                <a:custGeom>
                  <a:rect b="b" l="l" r="r" t="t"/>
                  <a:pathLst>
                    <a:path extrusionOk="0" fill="none" h="2136" w="29022">
                      <a:moveTo>
                        <a:pt x="29021" y="2136"/>
                      </a:moveTo>
                      <a:lnTo>
                        <a:pt x="1" y="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9"/>
                <p:cNvSpPr/>
                <p:nvPr/>
              </p:nvSpPr>
              <p:spPr>
                <a:xfrm>
                  <a:off x="1225125" y="3255663"/>
                  <a:ext cx="727225" cy="10050"/>
                </a:xfrm>
                <a:custGeom>
                  <a:rect b="b" l="l" r="r" t="t"/>
                  <a:pathLst>
                    <a:path extrusionOk="0" fill="none" h="402" w="29089">
                      <a:moveTo>
                        <a:pt x="29088" y="1"/>
                      </a:moveTo>
                      <a:lnTo>
                        <a:pt x="1" y="40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9"/>
                <p:cNvSpPr/>
                <p:nvPr/>
              </p:nvSpPr>
              <p:spPr>
                <a:xfrm>
                  <a:off x="1229300" y="3255663"/>
                  <a:ext cx="723050" cy="73425"/>
                </a:xfrm>
                <a:custGeom>
                  <a:rect b="b" l="l" r="r" t="t"/>
                  <a:pathLst>
                    <a:path extrusionOk="0" fill="none" h="2937" w="28922">
                      <a:moveTo>
                        <a:pt x="28921" y="1"/>
                      </a:moveTo>
                      <a:lnTo>
                        <a:pt x="1" y="2936"/>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9"/>
                <p:cNvSpPr/>
                <p:nvPr/>
              </p:nvSpPr>
              <p:spPr>
                <a:xfrm>
                  <a:off x="1238475" y="3255663"/>
                  <a:ext cx="713875" cy="136800"/>
                </a:xfrm>
                <a:custGeom>
                  <a:rect b="b" l="l" r="r" t="t"/>
                  <a:pathLst>
                    <a:path extrusionOk="0" fill="none" h="5472" w="28555">
                      <a:moveTo>
                        <a:pt x="28554" y="1"/>
                      </a:moveTo>
                      <a:lnTo>
                        <a:pt x="1" y="547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9"/>
                <p:cNvSpPr/>
                <p:nvPr/>
              </p:nvSpPr>
              <p:spPr>
                <a:xfrm>
                  <a:off x="1252650" y="3255663"/>
                  <a:ext cx="699700" cy="198500"/>
                </a:xfrm>
                <a:custGeom>
                  <a:rect b="b" l="l" r="r" t="t"/>
                  <a:pathLst>
                    <a:path extrusionOk="0" fill="none" h="7940" w="27988">
                      <a:moveTo>
                        <a:pt x="27987" y="1"/>
                      </a:moveTo>
                      <a:lnTo>
                        <a:pt x="1" y="794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9"/>
                <p:cNvSpPr/>
                <p:nvPr/>
              </p:nvSpPr>
              <p:spPr>
                <a:xfrm>
                  <a:off x="1272675" y="3255663"/>
                  <a:ext cx="679675" cy="258550"/>
                </a:xfrm>
                <a:custGeom>
                  <a:rect b="b" l="l" r="r" t="t"/>
                  <a:pathLst>
                    <a:path extrusionOk="0" fill="none" h="10342" w="27187">
                      <a:moveTo>
                        <a:pt x="27186" y="1"/>
                      </a:moveTo>
                      <a:lnTo>
                        <a:pt x="0" y="1034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9"/>
                <p:cNvSpPr/>
                <p:nvPr/>
              </p:nvSpPr>
              <p:spPr>
                <a:xfrm>
                  <a:off x="1297700" y="3255663"/>
                  <a:ext cx="654650" cy="316925"/>
                </a:xfrm>
                <a:custGeom>
                  <a:rect b="b" l="l" r="r" t="t"/>
                  <a:pathLst>
                    <a:path extrusionOk="0" fill="none" h="12677" w="26186">
                      <a:moveTo>
                        <a:pt x="26185" y="1"/>
                      </a:moveTo>
                      <a:lnTo>
                        <a:pt x="0" y="12676"/>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9"/>
                <p:cNvSpPr/>
                <p:nvPr/>
              </p:nvSpPr>
              <p:spPr>
                <a:xfrm>
                  <a:off x="1327700" y="3255663"/>
                  <a:ext cx="624650" cy="372800"/>
                </a:xfrm>
                <a:custGeom>
                  <a:rect b="b" l="l" r="r" t="t"/>
                  <a:pathLst>
                    <a:path extrusionOk="0" fill="none" h="14912" w="24986">
                      <a:moveTo>
                        <a:pt x="24985" y="1"/>
                      </a:moveTo>
                      <a:lnTo>
                        <a:pt x="1" y="1491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9"/>
                <p:cNvSpPr/>
                <p:nvPr/>
              </p:nvSpPr>
              <p:spPr>
                <a:xfrm>
                  <a:off x="1362725" y="3255663"/>
                  <a:ext cx="589625" cy="425325"/>
                </a:xfrm>
                <a:custGeom>
                  <a:rect b="b" l="l" r="r" t="t"/>
                  <a:pathLst>
                    <a:path extrusionOk="0" fill="none" h="17013" w="23585">
                      <a:moveTo>
                        <a:pt x="23584" y="1"/>
                      </a:moveTo>
                      <a:lnTo>
                        <a:pt x="1" y="17013"/>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9"/>
                <p:cNvSpPr/>
                <p:nvPr/>
              </p:nvSpPr>
              <p:spPr>
                <a:xfrm>
                  <a:off x="1401925" y="3255663"/>
                  <a:ext cx="550425" cy="475375"/>
                </a:xfrm>
                <a:custGeom>
                  <a:rect b="b" l="l" r="r" t="t"/>
                  <a:pathLst>
                    <a:path extrusionOk="0" fill="none" h="19015" w="22017">
                      <a:moveTo>
                        <a:pt x="22016" y="1"/>
                      </a:moveTo>
                      <a:lnTo>
                        <a:pt x="1" y="19014"/>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9"/>
                <p:cNvSpPr/>
                <p:nvPr/>
              </p:nvSpPr>
              <p:spPr>
                <a:xfrm>
                  <a:off x="1445300" y="3255663"/>
                  <a:ext cx="507050" cy="521225"/>
                </a:xfrm>
                <a:custGeom>
                  <a:rect b="b" l="l" r="r" t="t"/>
                  <a:pathLst>
                    <a:path extrusionOk="0" fill="none" h="20849" w="20282">
                      <a:moveTo>
                        <a:pt x="20281" y="1"/>
                      </a:moveTo>
                      <a:lnTo>
                        <a:pt x="0" y="20849"/>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9"/>
                <p:cNvSpPr/>
                <p:nvPr/>
              </p:nvSpPr>
              <p:spPr>
                <a:xfrm>
                  <a:off x="1952325" y="2748638"/>
                  <a:ext cx="521225" cy="507050"/>
                </a:xfrm>
                <a:custGeom>
                  <a:rect b="b" l="l" r="r" t="t"/>
                  <a:pathLst>
                    <a:path extrusionOk="0" fill="none" h="20282" w="20849">
                      <a:moveTo>
                        <a:pt x="0" y="20282"/>
                      </a:moveTo>
                      <a:lnTo>
                        <a:pt x="20849" y="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9"/>
                <p:cNvSpPr/>
                <p:nvPr/>
              </p:nvSpPr>
              <p:spPr>
                <a:xfrm>
                  <a:off x="1952325" y="2796163"/>
                  <a:ext cx="563750" cy="459525"/>
                </a:xfrm>
                <a:custGeom>
                  <a:rect b="b" l="l" r="r" t="t"/>
                  <a:pathLst>
                    <a:path extrusionOk="0" fill="none" h="18381" w="22550">
                      <a:moveTo>
                        <a:pt x="0" y="18381"/>
                      </a:moveTo>
                      <a:lnTo>
                        <a:pt x="22550" y="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9"/>
                <p:cNvSpPr/>
                <p:nvPr/>
              </p:nvSpPr>
              <p:spPr>
                <a:xfrm>
                  <a:off x="1952325" y="2847038"/>
                  <a:ext cx="601275" cy="408650"/>
                </a:xfrm>
                <a:custGeom>
                  <a:rect b="b" l="l" r="r" t="t"/>
                  <a:pathLst>
                    <a:path extrusionOk="0" fill="none" h="16346" w="24051">
                      <a:moveTo>
                        <a:pt x="0" y="16346"/>
                      </a:moveTo>
                      <a:lnTo>
                        <a:pt x="24051" y="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9"/>
                <p:cNvSpPr/>
                <p:nvPr/>
              </p:nvSpPr>
              <p:spPr>
                <a:xfrm>
                  <a:off x="1952325" y="2901238"/>
                  <a:ext cx="634650" cy="354450"/>
                </a:xfrm>
                <a:custGeom>
                  <a:rect b="b" l="l" r="r" t="t"/>
                  <a:pathLst>
                    <a:path extrusionOk="0" fill="none" h="14178" w="25386">
                      <a:moveTo>
                        <a:pt x="0" y="14178"/>
                      </a:moveTo>
                      <a:lnTo>
                        <a:pt x="25385" y="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9"/>
                <p:cNvSpPr/>
                <p:nvPr/>
              </p:nvSpPr>
              <p:spPr>
                <a:xfrm>
                  <a:off x="1952325" y="2957963"/>
                  <a:ext cx="663825" cy="297725"/>
                </a:xfrm>
                <a:custGeom>
                  <a:rect b="b" l="l" r="r" t="t"/>
                  <a:pathLst>
                    <a:path extrusionOk="0" fill="none" h="11909" w="26553">
                      <a:moveTo>
                        <a:pt x="0" y="11909"/>
                      </a:moveTo>
                      <a:lnTo>
                        <a:pt x="26553" y="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9"/>
                <p:cNvSpPr/>
                <p:nvPr/>
              </p:nvSpPr>
              <p:spPr>
                <a:xfrm>
                  <a:off x="1952325" y="3016338"/>
                  <a:ext cx="687175" cy="239350"/>
                </a:xfrm>
                <a:custGeom>
                  <a:rect b="b" l="l" r="r" t="t"/>
                  <a:pathLst>
                    <a:path extrusionOk="0" fill="none" h="9574" w="27487">
                      <a:moveTo>
                        <a:pt x="0" y="9574"/>
                      </a:moveTo>
                      <a:lnTo>
                        <a:pt x="27487" y="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9"/>
                <p:cNvSpPr/>
                <p:nvPr/>
              </p:nvSpPr>
              <p:spPr>
                <a:xfrm>
                  <a:off x="1952325" y="3077213"/>
                  <a:ext cx="705525" cy="178475"/>
                </a:xfrm>
                <a:custGeom>
                  <a:rect b="b" l="l" r="r" t="t"/>
                  <a:pathLst>
                    <a:path extrusionOk="0" fill="none" h="7139" w="28221">
                      <a:moveTo>
                        <a:pt x="0" y="7139"/>
                      </a:moveTo>
                      <a:lnTo>
                        <a:pt x="28221" y="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9"/>
                <p:cNvSpPr/>
                <p:nvPr/>
              </p:nvSpPr>
              <p:spPr>
                <a:xfrm>
                  <a:off x="1952325" y="3139763"/>
                  <a:ext cx="718025" cy="115925"/>
                </a:xfrm>
                <a:custGeom>
                  <a:rect b="b" l="l" r="r" t="t"/>
                  <a:pathLst>
                    <a:path extrusionOk="0" fill="none" h="4637" w="28721">
                      <a:moveTo>
                        <a:pt x="0" y="4637"/>
                      </a:moveTo>
                      <a:lnTo>
                        <a:pt x="28721" y="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9"/>
                <p:cNvSpPr/>
                <p:nvPr/>
              </p:nvSpPr>
              <p:spPr>
                <a:xfrm>
                  <a:off x="1952325" y="3202288"/>
                  <a:ext cx="725550" cy="53400"/>
                </a:xfrm>
                <a:custGeom>
                  <a:rect b="b" l="l" r="r" t="t"/>
                  <a:pathLst>
                    <a:path extrusionOk="0" fill="none" h="2136" w="29022">
                      <a:moveTo>
                        <a:pt x="0" y="2136"/>
                      </a:moveTo>
                      <a:lnTo>
                        <a:pt x="29021" y="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9"/>
                <p:cNvSpPr/>
                <p:nvPr/>
              </p:nvSpPr>
              <p:spPr>
                <a:xfrm>
                  <a:off x="1952325" y="3255663"/>
                  <a:ext cx="727200" cy="10050"/>
                </a:xfrm>
                <a:custGeom>
                  <a:rect b="b" l="l" r="r" t="t"/>
                  <a:pathLst>
                    <a:path extrusionOk="0" fill="none" h="402" w="29088">
                      <a:moveTo>
                        <a:pt x="0" y="1"/>
                      </a:moveTo>
                      <a:lnTo>
                        <a:pt x="29088" y="40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9"/>
                <p:cNvSpPr/>
                <p:nvPr/>
              </p:nvSpPr>
              <p:spPr>
                <a:xfrm>
                  <a:off x="1952325" y="3255663"/>
                  <a:ext cx="723875" cy="73425"/>
                </a:xfrm>
                <a:custGeom>
                  <a:rect b="b" l="l" r="r" t="t"/>
                  <a:pathLst>
                    <a:path extrusionOk="0" fill="none" h="2937" w="28955">
                      <a:moveTo>
                        <a:pt x="0" y="1"/>
                      </a:moveTo>
                      <a:lnTo>
                        <a:pt x="28954" y="2936"/>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9"/>
                <p:cNvSpPr/>
                <p:nvPr/>
              </p:nvSpPr>
              <p:spPr>
                <a:xfrm>
                  <a:off x="1952325" y="3255663"/>
                  <a:ext cx="714700" cy="136800"/>
                </a:xfrm>
                <a:custGeom>
                  <a:rect b="b" l="l" r="r" t="t"/>
                  <a:pathLst>
                    <a:path extrusionOk="0" fill="none" h="5472" w="28588">
                      <a:moveTo>
                        <a:pt x="0" y="1"/>
                      </a:moveTo>
                      <a:lnTo>
                        <a:pt x="28587" y="547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9"/>
                <p:cNvSpPr/>
                <p:nvPr/>
              </p:nvSpPr>
              <p:spPr>
                <a:xfrm>
                  <a:off x="1952325" y="3255663"/>
                  <a:ext cx="699700" cy="198500"/>
                </a:xfrm>
                <a:custGeom>
                  <a:rect b="b" l="l" r="r" t="t"/>
                  <a:pathLst>
                    <a:path extrusionOk="0" fill="none" h="7940" w="27988">
                      <a:moveTo>
                        <a:pt x="0" y="1"/>
                      </a:moveTo>
                      <a:lnTo>
                        <a:pt x="27987" y="794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9"/>
                <p:cNvSpPr/>
                <p:nvPr/>
              </p:nvSpPr>
              <p:spPr>
                <a:xfrm>
                  <a:off x="1952325" y="3255663"/>
                  <a:ext cx="679675" cy="258550"/>
                </a:xfrm>
                <a:custGeom>
                  <a:rect b="b" l="l" r="r" t="t"/>
                  <a:pathLst>
                    <a:path extrusionOk="0" fill="none" h="10342" w="27187">
                      <a:moveTo>
                        <a:pt x="0" y="1"/>
                      </a:moveTo>
                      <a:lnTo>
                        <a:pt x="27186" y="1034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9"/>
                <p:cNvSpPr/>
                <p:nvPr/>
              </p:nvSpPr>
              <p:spPr>
                <a:xfrm>
                  <a:off x="1952325" y="3255663"/>
                  <a:ext cx="654650" cy="316925"/>
                </a:xfrm>
                <a:custGeom>
                  <a:rect b="b" l="l" r="r" t="t"/>
                  <a:pathLst>
                    <a:path extrusionOk="0" fill="none" h="12677" w="26186">
                      <a:moveTo>
                        <a:pt x="0" y="1"/>
                      </a:moveTo>
                      <a:lnTo>
                        <a:pt x="26186" y="12676"/>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9"/>
                <p:cNvSpPr/>
                <p:nvPr/>
              </p:nvSpPr>
              <p:spPr>
                <a:xfrm>
                  <a:off x="1952325" y="3255663"/>
                  <a:ext cx="624625" cy="372800"/>
                </a:xfrm>
                <a:custGeom>
                  <a:rect b="b" l="l" r="r" t="t"/>
                  <a:pathLst>
                    <a:path extrusionOk="0" fill="none" h="14912" w="24985">
                      <a:moveTo>
                        <a:pt x="0" y="1"/>
                      </a:moveTo>
                      <a:lnTo>
                        <a:pt x="24985" y="1491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9"/>
                <p:cNvSpPr/>
                <p:nvPr/>
              </p:nvSpPr>
              <p:spPr>
                <a:xfrm>
                  <a:off x="1952325" y="3255663"/>
                  <a:ext cx="589600" cy="425325"/>
                </a:xfrm>
                <a:custGeom>
                  <a:rect b="b" l="l" r="r" t="t"/>
                  <a:pathLst>
                    <a:path extrusionOk="0" fill="none" h="17013" w="23584">
                      <a:moveTo>
                        <a:pt x="0" y="1"/>
                      </a:moveTo>
                      <a:lnTo>
                        <a:pt x="23584" y="17013"/>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9"/>
                <p:cNvSpPr/>
                <p:nvPr/>
              </p:nvSpPr>
              <p:spPr>
                <a:xfrm>
                  <a:off x="1952325" y="3255663"/>
                  <a:ext cx="550425" cy="475375"/>
                </a:xfrm>
                <a:custGeom>
                  <a:rect b="b" l="l" r="r" t="t"/>
                  <a:pathLst>
                    <a:path extrusionOk="0" fill="none" h="19015" w="22017">
                      <a:moveTo>
                        <a:pt x="0" y="1"/>
                      </a:moveTo>
                      <a:lnTo>
                        <a:pt x="22016" y="19014"/>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9"/>
                <p:cNvSpPr/>
                <p:nvPr/>
              </p:nvSpPr>
              <p:spPr>
                <a:xfrm>
                  <a:off x="1952325" y="3255663"/>
                  <a:ext cx="507050" cy="521225"/>
                </a:xfrm>
                <a:custGeom>
                  <a:rect b="b" l="l" r="r" t="t"/>
                  <a:pathLst>
                    <a:path extrusionOk="0" fill="none" h="20849" w="20282">
                      <a:moveTo>
                        <a:pt x="0" y="1"/>
                      </a:moveTo>
                      <a:lnTo>
                        <a:pt x="20282" y="20849"/>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9"/>
                <p:cNvSpPr/>
                <p:nvPr/>
              </p:nvSpPr>
              <p:spPr>
                <a:xfrm>
                  <a:off x="1707975" y="3012163"/>
                  <a:ext cx="489550" cy="489550"/>
                </a:xfrm>
                <a:custGeom>
                  <a:rect b="b" l="l" r="r" t="t"/>
                  <a:pathLst>
                    <a:path extrusionOk="0" fill="none" h="19582" w="19582">
                      <a:moveTo>
                        <a:pt x="19581" y="9807"/>
                      </a:moveTo>
                      <a:cubicBezTo>
                        <a:pt x="19581" y="15211"/>
                        <a:pt x="15178" y="19581"/>
                        <a:pt x="9774" y="19581"/>
                      </a:cubicBezTo>
                      <a:cubicBezTo>
                        <a:pt x="4371" y="19581"/>
                        <a:pt x="1" y="15211"/>
                        <a:pt x="1" y="9807"/>
                      </a:cubicBezTo>
                      <a:cubicBezTo>
                        <a:pt x="1" y="4404"/>
                        <a:pt x="4371" y="0"/>
                        <a:pt x="9774" y="0"/>
                      </a:cubicBezTo>
                      <a:cubicBezTo>
                        <a:pt x="15178" y="0"/>
                        <a:pt x="19581" y="4404"/>
                        <a:pt x="19581" y="9807"/>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9"/>
                <p:cNvSpPr/>
                <p:nvPr/>
              </p:nvSpPr>
              <p:spPr>
                <a:xfrm>
                  <a:off x="1405275" y="2693588"/>
                  <a:ext cx="1094125" cy="1094150"/>
                </a:xfrm>
                <a:custGeom>
                  <a:rect b="b" l="l" r="r" t="t"/>
                  <a:pathLst>
                    <a:path extrusionOk="0" fill="none" h="43766" w="43765">
                      <a:moveTo>
                        <a:pt x="43765" y="21883"/>
                      </a:moveTo>
                      <a:cubicBezTo>
                        <a:pt x="43765" y="9808"/>
                        <a:pt x="33958" y="1"/>
                        <a:pt x="21882" y="1"/>
                      </a:cubicBezTo>
                      <a:cubicBezTo>
                        <a:pt x="9807" y="1"/>
                        <a:pt x="0" y="9808"/>
                        <a:pt x="0" y="21883"/>
                      </a:cubicBezTo>
                      <a:cubicBezTo>
                        <a:pt x="0" y="33959"/>
                        <a:pt x="9807" y="43766"/>
                        <a:pt x="21882" y="43766"/>
                      </a:cubicBezTo>
                      <a:cubicBezTo>
                        <a:pt x="33958" y="43766"/>
                        <a:pt x="43765" y="33959"/>
                        <a:pt x="43765" y="21883"/>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9"/>
                <p:cNvSpPr/>
                <p:nvPr/>
              </p:nvSpPr>
              <p:spPr>
                <a:xfrm>
                  <a:off x="1783275" y="3415950"/>
                  <a:ext cx="431175" cy="179325"/>
                </a:xfrm>
                <a:custGeom>
                  <a:rect b="b" l="l" r="r" t="t"/>
                  <a:pathLst>
                    <a:path extrusionOk="0" fill="none" h="7173" w="17247">
                      <a:moveTo>
                        <a:pt x="1" y="3336"/>
                      </a:moveTo>
                      <a:cubicBezTo>
                        <a:pt x="5705" y="7172"/>
                        <a:pt x="13410" y="5671"/>
                        <a:pt x="17246" y="0"/>
                      </a:cubicBezTo>
                    </a:path>
                  </a:pathLst>
                </a:custGeom>
                <a:noFill/>
                <a:ln cap="flat" cmpd="sng" w="417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9"/>
                <p:cNvSpPr/>
                <p:nvPr/>
              </p:nvSpPr>
              <p:spPr>
                <a:xfrm>
                  <a:off x="1703388" y="2912950"/>
                  <a:ext cx="430325" cy="179325"/>
                </a:xfrm>
                <a:custGeom>
                  <a:rect b="b" l="l" r="r" t="t"/>
                  <a:pathLst>
                    <a:path extrusionOk="0" fill="none" h="7173" w="17213">
                      <a:moveTo>
                        <a:pt x="17213" y="3837"/>
                      </a:moveTo>
                      <a:cubicBezTo>
                        <a:pt x="11542" y="0"/>
                        <a:pt x="3837" y="1502"/>
                        <a:pt x="0" y="7172"/>
                      </a:cubicBezTo>
                    </a:path>
                  </a:pathLst>
                </a:custGeom>
                <a:noFill/>
                <a:ln cap="flat" cmpd="sng" w="417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9"/>
                <p:cNvSpPr/>
                <p:nvPr/>
              </p:nvSpPr>
              <p:spPr>
                <a:xfrm>
                  <a:off x="1835088" y="2486775"/>
                  <a:ext cx="427000" cy="426175"/>
                </a:xfrm>
                <a:custGeom>
                  <a:rect b="b" l="l" r="r" t="t"/>
                  <a:pathLst>
                    <a:path extrusionOk="0" fill="none" h="17047" w="17080">
                      <a:moveTo>
                        <a:pt x="14745" y="12710"/>
                      </a:moveTo>
                      <a:cubicBezTo>
                        <a:pt x="17080" y="9274"/>
                        <a:pt x="16179" y="4637"/>
                        <a:pt x="12743" y="2302"/>
                      </a:cubicBezTo>
                      <a:cubicBezTo>
                        <a:pt x="9307" y="1"/>
                        <a:pt x="4637" y="868"/>
                        <a:pt x="2336" y="4304"/>
                      </a:cubicBezTo>
                      <a:cubicBezTo>
                        <a:pt x="1" y="7739"/>
                        <a:pt x="901" y="12409"/>
                        <a:pt x="4337" y="14711"/>
                      </a:cubicBezTo>
                      <a:cubicBezTo>
                        <a:pt x="7773" y="17046"/>
                        <a:pt x="12443" y="16145"/>
                        <a:pt x="14745" y="12710"/>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39"/>
              <p:cNvGrpSpPr/>
              <p:nvPr/>
            </p:nvGrpSpPr>
            <p:grpSpPr>
              <a:xfrm>
                <a:off x="1133283" y="4623905"/>
                <a:ext cx="416522" cy="463308"/>
                <a:chOff x="1653425" y="3880713"/>
                <a:chExt cx="1143350" cy="1271775"/>
              </a:xfrm>
            </p:grpSpPr>
            <p:sp>
              <p:nvSpPr>
                <p:cNvPr id="440" name="Google Shape;440;p39"/>
                <p:cNvSpPr/>
                <p:nvPr/>
              </p:nvSpPr>
              <p:spPr>
                <a:xfrm>
                  <a:off x="1755175" y="3979963"/>
                  <a:ext cx="929850" cy="1074125"/>
                </a:xfrm>
                <a:custGeom>
                  <a:rect b="b" l="l" r="r" t="t"/>
                  <a:pathLst>
                    <a:path extrusionOk="0" fill="none" h="42965" w="37194">
                      <a:moveTo>
                        <a:pt x="0" y="10741"/>
                      </a:moveTo>
                      <a:lnTo>
                        <a:pt x="18613" y="0"/>
                      </a:lnTo>
                      <a:lnTo>
                        <a:pt x="37193" y="10741"/>
                      </a:lnTo>
                      <a:lnTo>
                        <a:pt x="37193" y="32223"/>
                      </a:lnTo>
                      <a:lnTo>
                        <a:pt x="18613" y="42964"/>
                      </a:lnTo>
                      <a:lnTo>
                        <a:pt x="0" y="32223"/>
                      </a:ln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9"/>
                <p:cNvSpPr/>
                <p:nvPr/>
              </p:nvSpPr>
              <p:spPr>
                <a:xfrm>
                  <a:off x="2573250" y="4139238"/>
                  <a:ext cx="223525" cy="223525"/>
                </a:xfrm>
                <a:custGeom>
                  <a:rect b="b" l="l" r="r" t="t"/>
                  <a:pathLst>
                    <a:path extrusionOk="0" fill="none" h="8941" w="8941">
                      <a:moveTo>
                        <a:pt x="7372" y="1601"/>
                      </a:moveTo>
                      <a:cubicBezTo>
                        <a:pt x="8940" y="3169"/>
                        <a:pt x="8940" y="5771"/>
                        <a:pt x="7372" y="7339"/>
                      </a:cubicBezTo>
                      <a:cubicBezTo>
                        <a:pt x="5771" y="8940"/>
                        <a:pt x="3203" y="8940"/>
                        <a:pt x="1602" y="7339"/>
                      </a:cubicBezTo>
                      <a:cubicBezTo>
                        <a:pt x="0" y="5771"/>
                        <a:pt x="0" y="3169"/>
                        <a:pt x="1602" y="1601"/>
                      </a:cubicBezTo>
                      <a:cubicBezTo>
                        <a:pt x="3203" y="0"/>
                        <a:pt x="5771" y="0"/>
                        <a:pt x="7372" y="1601"/>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9"/>
                <p:cNvSpPr/>
                <p:nvPr/>
              </p:nvSpPr>
              <p:spPr>
                <a:xfrm>
                  <a:off x="2185475" y="3948263"/>
                  <a:ext cx="69225" cy="69250"/>
                </a:xfrm>
                <a:custGeom>
                  <a:rect b="b" l="l" r="r" t="t"/>
                  <a:pathLst>
                    <a:path extrusionOk="0" h="2770" w="2769">
                      <a:moveTo>
                        <a:pt x="1401" y="1"/>
                      </a:moveTo>
                      <a:cubicBezTo>
                        <a:pt x="634" y="1"/>
                        <a:pt x="0" y="601"/>
                        <a:pt x="0" y="1368"/>
                      </a:cubicBezTo>
                      <a:cubicBezTo>
                        <a:pt x="0" y="2135"/>
                        <a:pt x="634" y="2769"/>
                        <a:pt x="1401" y="2769"/>
                      </a:cubicBezTo>
                      <a:cubicBezTo>
                        <a:pt x="2169" y="2769"/>
                        <a:pt x="2769" y="2135"/>
                        <a:pt x="2769" y="1368"/>
                      </a:cubicBezTo>
                      <a:cubicBezTo>
                        <a:pt x="2769" y="601"/>
                        <a:pt x="2169" y="1"/>
                        <a:pt x="140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9"/>
                <p:cNvSpPr/>
                <p:nvPr/>
              </p:nvSpPr>
              <p:spPr>
                <a:xfrm>
                  <a:off x="2185475" y="5016538"/>
                  <a:ext cx="69225" cy="69225"/>
                </a:xfrm>
                <a:custGeom>
                  <a:rect b="b" l="l" r="r" t="t"/>
                  <a:pathLst>
                    <a:path extrusionOk="0" h="2769" w="2769">
                      <a:moveTo>
                        <a:pt x="1401" y="0"/>
                      </a:moveTo>
                      <a:cubicBezTo>
                        <a:pt x="634" y="0"/>
                        <a:pt x="0" y="601"/>
                        <a:pt x="0" y="1368"/>
                      </a:cubicBezTo>
                      <a:cubicBezTo>
                        <a:pt x="0" y="2135"/>
                        <a:pt x="634" y="2769"/>
                        <a:pt x="1401" y="2769"/>
                      </a:cubicBezTo>
                      <a:cubicBezTo>
                        <a:pt x="2169" y="2769"/>
                        <a:pt x="2769" y="2135"/>
                        <a:pt x="2769" y="1368"/>
                      </a:cubicBezTo>
                      <a:cubicBezTo>
                        <a:pt x="2769" y="601"/>
                        <a:pt x="2169" y="0"/>
                        <a:pt x="14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9"/>
                <p:cNvSpPr/>
                <p:nvPr/>
              </p:nvSpPr>
              <p:spPr>
                <a:xfrm>
                  <a:off x="2650800" y="4750513"/>
                  <a:ext cx="69250" cy="69225"/>
                </a:xfrm>
                <a:custGeom>
                  <a:rect b="b" l="l" r="r" t="t"/>
                  <a:pathLst>
                    <a:path extrusionOk="0" h="2769" w="2770">
                      <a:moveTo>
                        <a:pt x="1368" y="0"/>
                      </a:moveTo>
                      <a:cubicBezTo>
                        <a:pt x="601" y="0"/>
                        <a:pt x="1" y="634"/>
                        <a:pt x="1" y="1401"/>
                      </a:cubicBezTo>
                      <a:cubicBezTo>
                        <a:pt x="1" y="2168"/>
                        <a:pt x="601" y="2769"/>
                        <a:pt x="1368" y="2769"/>
                      </a:cubicBezTo>
                      <a:cubicBezTo>
                        <a:pt x="2135" y="2769"/>
                        <a:pt x="2769" y="2168"/>
                        <a:pt x="2769" y="1401"/>
                      </a:cubicBezTo>
                      <a:cubicBezTo>
                        <a:pt x="2769" y="634"/>
                        <a:pt x="2135" y="0"/>
                        <a:pt x="13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9"/>
                <p:cNvSpPr/>
                <p:nvPr/>
              </p:nvSpPr>
              <p:spPr>
                <a:xfrm>
                  <a:off x="2650800" y="4213463"/>
                  <a:ext cx="69250" cy="69225"/>
                </a:xfrm>
                <a:custGeom>
                  <a:rect b="b" l="l" r="r" t="t"/>
                  <a:pathLst>
                    <a:path extrusionOk="0" h="2769" w="2770">
                      <a:moveTo>
                        <a:pt x="1368" y="0"/>
                      </a:moveTo>
                      <a:cubicBezTo>
                        <a:pt x="601" y="0"/>
                        <a:pt x="1" y="634"/>
                        <a:pt x="1" y="1401"/>
                      </a:cubicBezTo>
                      <a:cubicBezTo>
                        <a:pt x="1" y="2168"/>
                        <a:pt x="601" y="2769"/>
                        <a:pt x="1368" y="2769"/>
                      </a:cubicBezTo>
                      <a:cubicBezTo>
                        <a:pt x="2135" y="2769"/>
                        <a:pt x="2769" y="2168"/>
                        <a:pt x="2769" y="1401"/>
                      </a:cubicBezTo>
                      <a:cubicBezTo>
                        <a:pt x="2769" y="634"/>
                        <a:pt x="2135" y="0"/>
                        <a:pt x="13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9"/>
                <p:cNvSpPr/>
                <p:nvPr/>
              </p:nvSpPr>
              <p:spPr>
                <a:xfrm>
                  <a:off x="1720975" y="4216788"/>
                  <a:ext cx="68400" cy="69250"/>
                </a:xfrm>
                <a:custGeom>
                  <a:rect b="b" l="l" r="r" t="t"/>
                  <a:pathLst>
                    <a:path extrusionOk="0" h="2770" w="2736">
                      <a:moveTo>
                        <a:pt x="1368" y="1"/>
                      </a:moveTo>
                      <a:cubicBezTo>
                        <a:pt x="601" y="1"/>
                        <a:pt x="0" y="601"/>
                        <a:pt x="0" y="1368"/>
                      </a:cubicBezTo>
                      <a:cubicBezTo>
                        <a:pt x="0" y="2135"/>
                        <a:pt x="601" y="2769"/>
                        <a:pt x="1368" y="2769"/>
                      </a:cubicBezTo>
                      <a:cubicBezTo>
                        <a:pt x="2135" y="2769"/>
                        <a:pt x="2736" y="2135"/>
                        <a:pt x="2736" y="1368"/>
                      </a:cubicBezTo>
                      <a:cubicBezTo>
                        <a:pt x="2736" y="601"/>
                        <a:pt x="2135" y="1"/>
                        <a:pt x="13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9"/>
                <p:cNvSpPr/>
                <p:nvPr/>
              </p:nvSpPr>
              <p:spPr>
                <a:xfrm>
                  <a:off x="1720975" y="4750513"/>
                  <a:ext cx="68400" cy="69225"/>
                </a:xfrm>
                <a:custGeom>
                  <a:rect b="b" l="l" r="r" t="t"/>
                  <a:pathLst>
                    <a:path extrusionOk="0" h="2769" w="2736">
                      <a:moveTo>
                        <a:pt x="1368" y="0"/>
                      </a:moveTo>
                      <a:cubicBezTo>
                        <a:pt x="601" y="0"/>
                        <a:pt x="0" y="634"/>
                        <a:pt x="0" y="1401"/>
                      </a:cubicBezTo>
                      <a:cubicBezTo>
                        <a:pt x="0" y="2168"/>
                        <a:pt x="601" y="2769"/>
                        <a:pt x="1368" y="2769"/>
                      </a:cubicBezTo>
                      <a:cubicBezTo>
                        <a:pt x="2135" y="2769"/>
                        <a:pt x="2736" y="2168"/>
                        <a:pt x="2736" y="1401"/>
                      </a:cubicBezTo>
                      <a:cubicBezTo>
                        <a:pt x="2736" y="634"/>
                        <a:pt x="2135" y="0"/>
                        <a:pt x="13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9"/>
                <p:cNvSpPr/>
                <p:nvPr/>
              </p:nvSpPr>
              <p:spPr>
                <a:xfrm>
                  <a:off x="2583250" y="4687138"/>
                  <a:ext cx="204350" cy="204325"/>
                </a:xfrm>
                <a:custGeom>
                  <a:rect b="b" l="l" r="r" t="t"/>
                  <a:pathLst>
                    <a:path extrusionOk="0" fill="none" h="8173" w="8174">
                      <a:moveTo>
                        <a:pt x="4070" y="8173"/>
                      </a:moveTo>
                      <a:cubicBezTo>
                        <a:pt x="6339" y="8173"/>
                        <a:pt x="8173" y="6338"/>
                        <a:pt x="8173" y="4070"/>
                      </a:cubicBezTo>
                      <a:cubicBezTo>
                        <a:pt x="8173" y="1835"/>
                        <a:pt x="6339" y="0"/>
                        <a:pt x="4070" y="0"/>
                      </a:cubicBezTo>
                      <a:cubicBezTo>
                        <a:pt x="1835" y="0"/>
                        <a:pt x="1" y="1835"/>
                        <a:pt x="1" y="4070"/>
                      </a:cubicBezTo>
                      <a:cubicBezTo>
                        <a:pt x="1" y="6338"/>
                        <a:pt x="1835" y="8173"/>
                        <a:pt x="4070" y="8173"/>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9"/>
                <p:cNvSpPr/>
                <p:nvPr/>
              </p:nvSpPr>
              <p:spPr>
                <a:xfrm>
                  <a:off x="2117925" y="4948988"/>
                  <a:ext cx="204325" cy="203500"/>
                </a:xfrm>
                <a:custGeom>
                  <a:rect b="b" l="l" r="r" t="t"/>
                  <a:pathLst>
                    <a:path extrusionOk="0" fill="none" h="8140" w="8173">
                      <a:moveTo>
                        <a:pt x="4103" y="8139"/>
                      </a:moveTo>
                      <a:cubicBezTo>
                        <a:pt x="6338" y="8139"/>
                        <a:pt x="8173" y="6338"/>
                        <a:pt x="8173" y="4070"/>
                      </a:cubicBezTo>
                      <a:cubicBezTo>
                        <a:pt x="8173" y="1835"/>
                        <a:pt x="6338" y="0"/>
                        <a:pt x="4103" y="0"/>
                      </a:cubicBezTo>
                      <a:cubicBezTo>
                        <a:pt x="1835" y="0"/>
                        <a:pt x="0" y="1835"/>
                        <a:pt x="0" y="4070"/>
                      </a:cubicBezTo>
                      <a:cubicBezTo>
                        <a:pt x="0" y="6338"/>
                        <a:pt x="1835" y="8139"/>
                        <a:pt x="4103" y="8139"/>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9"/>
                <p:cNvSpPr/>
                <p:nvPr/>
              </p:nvSpPr>
              <p:spPr>
                <a:xfrm>
                  <a:off x="2117925" y="3880713"/>
                  <a:ext cx="204325" cy="203500"/>
                </a:xfrm>
                <a:custGeom>
                  <a:rect b="b" l="l" r="r" t="t"/>
                  <a:pathLst>
                    <a:path extrusionOk="0" fill="none" h="8140" w="8173">
                      <a:moveTo>
                        <a:pt x="4103" y="8140"/>
                      </a:moveTo>
                      <a:cubicBezTo>
                        <a:pt x="6338" y="8140"/>
                        <a:pt x="8173" y="6338"/>
                        <a:pt x="8173" y="4070"/>
                      </a:cubicBezTo>
                      <a:cubicBezTo>
                        <a:pt x="8173" y="1835"/>
                        <a:pt x="6338" y="1"/>
                        <a:pt x="4103" y="1"/>
                      </a:cubicBezTo>
                      <a:cubicBezTo>
                        <a:pt x="1835" y="1"/>
                        <a:pt x="34" y="1835"/>
                        <a:pt x="34" y="4070"/>
                      </a:cubicBezTo>
                      <a:cubicBezTo>
                        <a:pt x="0" y="6338"/>
                        <a:pt x="1835" y="8140"/>
                        <a:pt x="4103" y="8140"/>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9"/>
                <p:cNvSpPr/>
                <p:nvPr/>
              </p:nvSpPr>
              <p:spPr>
                <a:xfrm>
                  <a:off x="1653425" y="4149238"/>
                  <a:ext cx="203500" cy="203500"/>
                </a:xfrm>
                <a:custGeom>
                  <a:rect b="b" l="l" r="r" t="t"/>
                  <a:pathLst>
                    <a:path extrusionOk="0" fill="none" h="8140" w="8140">
                      <a:moveTo>
                        <a:pt x="4070" y="8140"/>
                      </a:moveTo>
                      <a:cubicBezTo>
                        <a:pt x="6338" y="8140"/>
                        <a:pt x="8140" y="6338"/>
                        <a:pt x="8140" y="4070"/>
                      </a:cubicBezTo>
                      <a:cubicBezTo>
                        <a:pt x="8140" y="1835"/>
                        <a:pt x="6338" y="1"/>
                        <a:pt x="4070" y="1"/>
                      </a:cubicBezTo>
                      <a:cubicBezTo>
                        <a:pt x="1835" y="1"/>
                        <a:pt x="0" y="1835"/>
                        <a:pt x="0" y="4070"/>
                      </a:cubicBezTo>
                      <a:cubicBezTo>
                        <a:pt x="0" y="6338"/>
                        <a:pt x="1835" y="8140"/>
                        <a:pt x="4070" y="8140"/>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9"/>
                <p:cNvSpPr/>
                <p:nvPr/>
              </p:nvSpPr>
              <p:spPr>
                <a:xfrm>
                  <a:off x="1653425" y="4682113"/>
                  <a:ext cx="203500" cy="204350"/>
                </a:xfrm>
                <a:custGeom>
                  <a:rect b="b" l="l" r="r" t="t"/>
                  <a:pathLst>
                    <a:path extrusionOk="0" fill="none" h="8174" w="8140">
                      <a:moveTo>
                        <a:pt x="4070" y="8173"/>
                      </a:moveTo>
                      <a:cubicBezTo>
                        <a:pt x="6338" y="8173"/>
                        <a:pt x="8140" y="6339"/>
                        <a:pt x="8140" y="4070"/>
                      </a:cubicBezTo>
                      <a:cubicBezTo>
                        <a:pt x="8140" y="1836"/>
                        <a:pt x="6338" y="1"/>
                        <a:pt x="4070" y="1"/>
                      </a:cubicBezTo>
                      <a:cubicBezTo>
                        <a:pt x="1835" y="1"/>
                        <a:pt x="0" y="1836"/>
                        <a:pt x="0" y="4070"/>
                      </a:cubicBezTo>
                      <a:cubicBezTo>
                        <a:pt x="0" y="6339"/>
                        <a:pt x="1835" y="8173"/>
                        <a:pt x="4070" y="8173"/>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9"/>
                <p:cNvSpPr/>
                <p:nvPr/>
              </p:nvSpPr>
              <p:spPr>
                <a:xfrm>
                  <a:off x="1755175" y="4248488"/>
                  <a:ext cx="929850" cy="537075"/>
                </a:xfrm>
                <a:custGeom>
                  <a:rect b="b" l="l" r="r" t="t"/>
                  <a:pathLst>
                    <a:path extrusionOk="0" fill="none" h="21483" w="37194">
                      <a:moveTo>
                        <a:pt x="37193" y="0"/>
                      </a:moveTo>
                      <a:lnTo>
                        <a:pt x="0" y="21482"/>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9"/>
                <p:cNvSpPr/>
                <p:nvPr/>
              </p:nvSpPr>
              <p:spPr>
                <a:xfrm>
                  <a:off x="1755175" y="4248488"/>
                  <a:ext cx="929850" cy="540400"/>
                </a:xfrm>
                <a:custGeom>
                  <a:rect b="b" l="l" r="r" t="t"/>
                  <a:pathLst>
                    <a:path extrusionOk="0" fill="none" h="21616" w="37194">
                      <a:moveTo>
                        <a:pt x="37193" y="21616"/>
                      </a:moveTo>
                      <a:lnTo>
                        <a:pt x="0" y="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9"/>
                <p:cNvSpPr/>
                <p:nvPr/>
              </p:nvSpPr>
              <p:spPr>
                <a:xfrm>
                  <a:off x="2220500" y="3982463"/>
                  <a:ext cx="25" cy="1068275"/>
                </a:xfrm>
                <a:custGeom>
                  <a:rect b="b" l="l" r="r" t="t"/>
                  <a:pathLst>
                    <a:path extrusionOk="0" fill="none" h="42731" w="1">
                      <a:moveTo>
                        <a:pt x="0" y="0"/>
                      </a:moveTo>
                      <a:lnTo>
                        <a:pt x="0" y="4273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9"/>
                <p:cNvSpPr/>
                <p:nvPr/>
              </p:nvSpPr>
              <p:spPr>
                <a:xfrm>
                  <a:off x="2268875" y="4419438"/>
                  <a:ext cx="184300" cy="191825"/>
                </a:xfrm>
                <a:custGeom>
                  <a:rect b="b" l="l" r="r" t="t"/>
                  <a:pathLst>
                    <a:path extrusionOk="0" fill="none" h="7673" w="7372">
                      <a:moveTo>
                        <a:pt x="0" y="3903"/>
                      </a:moveTo>
                      <a:cubicBezTo>
                        <a:pt x="0" y="3903"/>
                        <a:pt x="7372" y="0"/>
                        <a:pt x="7372" y="3836"/>
                      </a:cubicBezTo>
                      <a:cubicBezTo>
                        <a:pt x="7372" y="7673"/>
                        <a:pt x="0" y="3903"/>
                        <a:pt x="0" y="3903"/>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9"/>
                <p:cNvSpPr/>
                <p:nvPr/>
              </p:nvSpPr>
              <p:spPr>
                <a:xfrm>
                  <a:off x="1987825" y="4421938"/>
                  <a:ext cx="183500" cy="192650"/>
                </a:xfrm>
                <a:custGeom>
                  <a:rect b="b" l="l" r="r" t="t"/>
                  <a:pathLst>
                    <a:path extrusionOk="0" fill="none" h="7706" w="7340">
                      <a:moveTo>
                        <a:pt x="7339" y="3803"/>
                      </a:moveTo>
                      <a:cubicBezTo>
                        <a:pt x="7339" y="3803"/>
                        <a:pt x="1" y="7706"/>
                        <a:pt x="1" y="3870"/>
                      </a:cubicBezTo>
                      <a:cubicBezTo>
                        <a:pt x="1" y="0"/>
                        <a:pt x="7339" y="3803"/>
                        <a:pt x="7339" y="3803"/>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9"/>
                <p:cNvSpPr/>
                <p:nvPr/>
              </p:nvSpPr>
              <p:spPr>
                <a:xfrm>
                  <a:off x="2244675" y="4559538"/>
                  <a:ext cx="175150" cy="206000"/>
                </a:xfrm>
                <a:custGeom>
                  <a:rect b="b" l="l" r="r" t="t"/>
                  <a:pathLst>
                    <a:path extrusionOk="0" fill="none" h="8240" w="7006">
                      <a:moveTo>
                        <a:pt x="1" y="0"/>
                      </a:moveTo>
                      <a:cubicBezTo>
                        <a:pt x="1" y="0"/>
                        <a:pt x="7006" y="4437"/>
                        <a:pt x="3670" y="6338"/>
                      </a:cubicBezTo>
                      <a:cubicBezTo>
                        <a:pt x="334" y="8240"/>
                        <a:pt x="1" y="0"/>
                        <a:pt x="1" y="0"/>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9"/>
                <p:cNvSpPr/>
                <p:nvPr/>
              </p:nvSpPr>
              <p:spPr>
                <a:xfrm>
                  <a:off x="2020350" y="4267663"/>
                  <a:ext cx="175975" cy="206825"/>
                </a:xfrm>
                <a:custGeom>
                  <a:rect b="b" l="l" r="r" t="t"/>
                  <a:pathLst>
                    <a:path extrusionOk="0" fill="none" h="8273" w="7039">
                      <a:moveTo>
                        <a:pt x="7039" y="8273"/>
                      </a:moveTo>
                      <a:cubicBezTo>
                        <a:pt x="7039" y="8273"/>
                        <a:pt x="1" y="3803"/>
                        <a:pt x="3336" y="1902"/>
                      </a:cubicBezTo>
                      <a:cubicBezTo>
                        <a:pt x="6672" y="0"/>
                        <a:pt x="7039" y="8273"/>
                        <a:pt x="7039" y="8273"/>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9"/>
                <p:cNvSpPr/>
                <p:nvPr/>
              </p:nvSpPr>
              <p:spPr>
                <a:xfrm>
                  <a:off x="2017025" y="4557863"/>
                  <a:ext cx="177650" cy="207675"/>
                </a:xfrm>
                <a:custGeom>
                  <a:rect b="b" l="l" r="r" t="t"/>
                  <a:pathLst>
                    <a:path extrusionOk="0" fill="none" h="8307" w="7106">
                      <a:moveTo>
                        <a:pt x="7105" y="1"/>
                      </a:moveTo>
                      <a:cubicBezTo>
                        <a:pt x="7105" y="1"/>
                        <a:pt x="6505" y="8307"/>
                        <a:pt x="3236" y="6272"/>
                      </a:cubicBezTo>
                      <a:cubicBezTo>
                        <a:pt x="0" y="4237"/>
                        <a:pt x="7105" y="1"/>
                        <a:pt x="7105" y="1"/>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9"/>
                <p:cNvSpPr/>
                <p:nvPr/>
              </p:nvSpPr>
              <p:spPr>
                <a:xfrm>
                  <a:off x="2246350" y="4267663"/>
                  <a:ext cx="177650" cy="207675"/>
                </a:xfrm>
                <a:custGeom>
                  <a:rect b="b" l="l" r="r" t="t"/>
                  <a:pathLst>
                    <a:path extrusionOk="0" fill="none" h="8307" w="7106">
                      <a:moveTo>
                        <a:pt x="0" y="8306"/>
                      </a:moveTo>
                      <a:cubicBezTo>
                        <a:pt x="0" y="8306"/>
                        <a:pt x="601" y="0"/>
                        <a:pt x="3836" y="2035"/>
                      </a:cubicBezTo>
                      <a:cubicBezTo>
                        <a:pt x="7105" y="4070"/>
                        <a:pt x="0" y="8306"/>
                        <a:pt x="0" y="8306"/>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9"/>
                <p:cNvSpPr/>
                <p:nvPr/>
              </p:nvSpPr>
              <p:spPr>
                <a:xfrm>
                  <a:off x="2481525" y="4503663"/>
                  <a:ext cx="27525" cy="26700"/>
                </a:xfrm>
                <a:custGeom>
                  <a:rect b="b" l="l" r="r" t="t"/>
                  <a:pathLst>
                    <a:path extrusionOk="0" h="1068" w="1101">
                      <a:moveTo>
                        <a:pt x="567" y="0"/>
                      </a:moveTo>
                      <a:cubicBezTo>
                        <a:pt x="267" y="0"/>
                        <a:pt x="0" y="234"/>
                        <a:pt x="0" y="534"/>
                      </a:cubicBezTo>
                      <a:cubicBezTo>
                        <a:pt x="0" y="834"/>
                        <a:pt x="267" y="1068"/>
                        <a:pt x="567" y="1068"/>
                      </a:cubicBezTo>
                      <a:cubicBezTo>
                        <a:pt x="834" y="1068"/>
                        <a:pt x="1101" y="834"/>
                        <a:pt x="1101" y="534"/>
                      </a:cubicBezTo>
                      <a:cubicBezTo>
                        <a:pt x="1101" y="234"/>
                        <a:pt x="834" y="0"/>
                        <a:pt x="567" y="0"/>
                      </a:cubicBezTo>
                      <a:close/>
                    </a:path>
                  </a:pathLst>
                </a:custGeom>
                <a:solidFill>
                  <a:srgbClr val="4B4F5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9"/>
                <p:cNvSpPr/>
                <p:nvPr/>
              </p:nvSpPr>
              <p:spPr>
                <a:xfrm>
                  <a:off x="1931950" y="4503663"/>
                  <a:ext cx="26725" cy="26700"/>
                </a:xfrm>
                <a:custGeom>
                  <a:rect b="b" l="l" r="r" t="t"/>
                  <a:pathLst>
                    <a:path extrusionOk="0" h="1068" w="1069">
                      <a:moveTo>
                        <a:pt x="534" y="0"/>
                      </a:moveTo>
                      <a:cubicBezTo>
                        <a:pt x="234" y="0"/>
                        <a:pt x="1" y="234"/>
                        <a:pt x="1" y="534"/>
                      </a:cubicBezTo>
                      <a:cubicBezTo>
                        <a:pt x="1" y="834"/>
                        <a:pt x="234" y="1068"/>
                        <a:pt x="534" y="1068"/>
                      </a:cubicBezTo>
                      <a:cubicBezTo>
                        <a:pt x="835" y="1068"/>
                        <a:pt x="1068" y="834"/>
                        <a:pt x="1068" y="534"/>
                      </a:cubicBezTo>
                      <a:cubicBezTo>
                        <a:pt x="1068" y="234"/>
                        <a:pt x="835" y="0"/>
                        <a:pt x="534" y="0"/>
                      </a:cubicBezTo>
                      <a:close/>
                    </a:path>
                  </a:pathLst>
                </a:custGeom>
                <a:solidFill>
                  <a:srgbClr val="4B4F5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9"/>
                <p:cNvSpPr/>
                <p:nvPr/>
              </p:nvSpPr>
              <p:spPr>
                <a:xfrm>
                  <a:off x="2337250" y="4744288"/>
                  <a:ext cx="30875" cy="26925"/>
                </a:xfrm>
                <a:custGeom>
                  <a:rect b="b" l="l" r="r" t="t"/>
                  <a:pathLst>
                    <a:path extrusionOk="0" h="1077" w="1235">
                      <a:moveTo>
                        <a:pt x="624" y="1"/>
                      </a:moveTo>
                      <a:cubicBezTo>
                        <a:pt x="534" y="1"/>
                        <a:pt x="445" y="27"/>
                        <a:pt x="367" y="82"/>
                      </a:cubicBezTo>
                      <a:cubicBezTo>
                        <a:pt x="100" y="216"/>
                        <a:pt x="0" y="549"/>
                        <a:pt x="134" y="816"/>
                      </a:cubicBezTo>
                      <a:cubicBezTo>
                        <a:pt x="226" y="978"/>
                        <a:pt x="415" y="1076"/>
                        <a:pt x="612" y="1076"/>
                      </a:cubicBezTo>
                      <a:cubicBezTo>
                        <a:pt x="698" y="1076"/>
                        <a:pt x="786" y="1057"/>
                        <a:pt x="868" y="1016"/>
                      </a:cubicBezTo>
                      <a:cubicBezTo>
                        <a:pt x="1134" y="883"/>
                        <a:pt x="1235" y="549"/>
                        <a:pt x="1101" y="283"/>
                      </a:cubicBezTo>
                      <a:cubicBezTo>
                        <a:pt x="990" y="105"/>
                        <a:pt x="805" y="1"/>
                        <a:pt x="624" y="1"/>
                      </a:cubicBezTo>
                      <a:close/>
                    </a:path>
                  </a:pathLst>
                </a:custGeom>
                <a:solidFill>
                  <a:srgbClr val="4B4F5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9"/>
                <p:cNvSpPr/>
                <p:nvPr/>
              </p:nvSpPr>
              <p:spPr>
                <a:xfrm>
                  <a:off x="2072900" y="4262013"/>
                  <a:ext cx="30875" cy="27150"/>
                </a:xfrm>
                <a:custGeom>
                  <a:rect b="b" l="l" r="r" t="t"/>
                  <a:pathLst>
                    <a:path extrusionOk="0" h="1086" w="1235">
                      <a:moveTo>
                        <a:pt x="583" y="1"/>
                      </a:moveTo>
                      <a:cubicBezTo>
                        <a:pt x="499" y="1"/>
                        <a:pt x="413" y="20"/>
                        <a:pt x="334" y="60"/>
                      </a:cubicBezTo>
                      <a:cubicBezTo>
                        <a:pt x="67" y="226"/>
                        <a:pt x="0" y="560"/>
                        <a:pt x="134" y="793"/>
                      </a:cubicBezTo>
                      <a:cubicBezTo>
                        <a:pt x="227" y="981"/>
                        <a:pt x="419" y="1086"/>
                        <a:pt x="618" y="1086"/>
                      </a:cubicBezTo>
                      <a:cubicBezTo>
                        <a:pt x="702" y="1086"/>
                        <a:pt x="788" y="1067"/>
                        <a:pt x="867" y="1027"/>
                      </a:cubicBezTo>
                      <a:cubicBezTo>
                        <a:pt x="1134" y="860"/>
                        <a:pt x="1234" y="560"/>
                        <a:pt x="1068" y="293"/>
                      </a:cubicBezTo>
                      <a:cubicBezTo>
                        <a:pt x="974" y="106"/>
                        <a:pt x="782" y="1"/>
                        <a:pt x="583" y="1"/>
                      </a:cubicBezTo>
                      <a:close/>
                    </a:path>
                  </a:pathLst>
                </a:custGeom>
                <a:solidFill>
                  <a:srgbClr val="4B4F5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9"/>
                <p:cNvSpPr/>
                <p:nvPr/>
              </p:nvSpPr>
              <p:spPr>
                <a:xfrm>
                  <a:off x="2064550" y="4739663"/>
                  <a:ext cx="30875" cy="27125"/>
                </a:xfrm>
                <a:custGeom>
                  <a:rect b="b" l="l" r="r" t="t"/>
                  <a:pathLst>
                    <a:path extrusionOk="0" h="1085" w="1235">
                      <a:moveTo>
                        <a:pt x="621" y="1"/>
                      </a:moveTo>
                      <a:cubicBezTo>
                        <a:pt x="430" y="1"/>
                        <a:pt x="245" y="89"/>
                        <a:pt x="134" y="267"/>
                      </a:cubicBezTo>
                      <a:cubicBezTo>
                        <a:pt x="1" y="534"/>
                        <a:pt x="67" y="868"/>
                        <a:pt x="334" y="1001"/>
                      </a:cubicBezTo>
                      <a:cubicBezTo>
                        <a:pt x="425" y="1058"/>
                        <a:pt x="524" y="1084"/>
                        <a:pt x="620" y="1084"/>
                      </a:cubicBezTo>
                      <a:cubicBezTo>
                        <a:pt x="806" y="1084"/>
                        <a:pt x="980" y="988"/>
                        <a:pt x="1068" y="834"/>
                      </a:cubicBezTo>
                      <a:cubicBezTo>
                        <a:pt x="1235" y="568"/>
                        <a:pt x="1135" y="234"/>
                        <a:pt x="901" y="67"/>
                      </a:cubicBezTo>
                      <a:cubicBezTo>
                        <a:pt x="812" y="23"/>
                        <a:pt x="716" y="1"/>
                        <a:pt x="621" y="1"/>
                      </a:cubicBezTo>
                      <a:close/>
                    </a:path>
                  </a:pathLst>
                </a:custGeom>
                <a:solidFill>
                  <a:srgbClr val="4B4F5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9"/>
                <p:cNvSpPr/>
                <p:nvPr/>
              </p:nvSpPr>
              <p:spPr>
                <a:xfrm>
                  <a:off x="2345575" y="4266813"/>
                  <a:ext cx="30900" cy="27100"/>
                </a:xfrm>
                <a:custGeom>
                  <a:rect b="b" l="l" r="r" t="t"/>
                  <a:pathLst>
                    <a:path extrusionOk="0" h="1084" w="1236">
                      <a:moveTo>
                        <a:pt x="611" y="1"/>
                      </a:moveTo>
                      <a:cubicBezTo>
                        <a:pt x="431" y="1"/>
                        <a:pt x="245" y="90"/>
                        <a:pt x="134" y="268"/>
                      </a:cubicBezTo>
                      <a:cubicBezTo>
                        <a:pt x="1" y="535"/>
                        <a:pt x="68" y="835"/>
                        <a:pt x="334" y="1002"/>
                      </a:cubicBezTo>
                      <a:cubicBezTo>
                        <a:pt x="423" y="1057"/>
                        <a:pt x="516" y="1083"/>
                        <a:pt x="606" y="1083"/>
                      </a:cubicBezTo>
                      <a:cubicBezTo>
                        <a:pt x="787" y="1083"/>
                        <a:pt x="957" y="979"/>
                        <a:pt x="1068" y="802"/>
                      </a:cubicBezTo>
                      <a:cubicBezTo>
                        <a:pt x="1235" y="568"/>
                        <a:pt x="1135" y="234"/>
                        <a:pt x="868" y="68"/>
                      </a:cubicBezTo>
                      <a:cubicBezTo>
                        <a:pt x="790" y="23"/>
                        <a:pt x="701" y="1"/>
                        <a:pt x="611" y="1"/>
                      </a:cubicBezTo>
                      <a:close/>
                    </a:path>
                  </a:pathLst>
                </a:custGeom>
                <a:solidFill>
                  <a:srgbClr val="4B4F5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9"/>
                <p:cNvSpPr/>
                <p:nvPr/>
              </p:nvSpPr>
              <p:spPr>
                <a:xfrm>
                  <a:off x="2160450" y="4456138"/>
                  <a:ext cx="119275" cy="118425"/>
                </a:xfrm>
                <a:custGeom>
                  <a:rect b="b" l="l" r="r" t="t"/>
                  <a:pathLst>
                    <a:path extrusionOk="0" h="4737" w="4771">
                      <a:moveTo>
                        <a:pt x="2402" y="0"/>
                      </a:moveTo>
                      <a:cubicBezTo>
                        <a:pt x="1068" y="0"/>
                        <a:pt x="1" y="1067"/>
                        <a:pt x="1" y="2368"/>
                      </a:cubicBezTo>
                      <a:cubicBezTo>
                        <a:pt x="1" y="3703"/>
                        <a:pt x="1068" y="4737"/>
                        <a:pt x="2402" y="4737"/>
                      </a:cubicBezTo>
                      <a:cubicBezTo>
                        <a:pt x="3703" y="4737"/>
                        <a:pt x="4771" y="3703"/>
                        <a:pt x="4771" y="2368"/>
                      </a:cubicBezTo>
                      <a:cubicBezTo>
                        <a:pt x="4771" y="1067"/>
                        <a:pt x="3703" y="0"/>
                        <a:pt x="240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9"/>
                <p:cNvSpPr/>
                <p:nvPr/>
              </p:nvSpPr>
              <p:spPr>
                <a:xfrm>
                  <a:off x="2078725" y="4373563"/>
                  <a:ext cx="283575" cy="283575"/>
                </a:xfrm>
                <a:custGeom>
                  <a:rect b="b" l="l" r="r" t="t"/>
                  <a:pathLst>
                    <a:path extrusionOk="0" fill="none" h="11343" w="11343">
                      <a:moveTo>
                        <a:pt x="5671" y="11342"/>
                      </a:moveTo>
                      <a:cubicBezTo>
                        <a:pt x="8807" y="11342"/>
                        <a:pt x="11342" y="8807"/>
                        <a:pt x="11342" y="5671"/>
                      </a:cubicBezTo>
                      <a:cubicBezTo>
                        <a:pt x="11342" y="2536"/>
                        <a:pt x="8807" y="1"/>
                        <a:pt x="5671" y="1"/>
                      </a:cubicBezTo>
                      <a:cubicBezTo>
                        <a:pt x="2536" y="1"/>
                        <a:pt x="1" y="2536"/>
                        <a:pt x="1" y="5671"/>
                      </a:cubicBezTo>
                      <a:cubicBezTo>
                        <a:pt x="1" y="8807"/>
                        <a:pt x="2536" y="11342"/>
                        <a:pt x="5671" y="11342"/>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 name="Google Shape;470;p39"/>
              <p:cNvSpPr/>
              <p:nvPr/>
            </p:nvSpPr>
            <p:spPr>
              <a:xfrm>
                <a:off x="1291888" y="4083738"/>
                <a:ext cx="1543625" cy="1544475"/>
              </a:xfrm>
              <a:custGeom>
                <a:rect b="b" l="l" r="r" t="t"/>
                <a:pathLst>
                  <a:path extrusionOk="0" fill="none" h="61779" w="61745">
                    <a:moveTo>
                      <a:pt x="58275" y="24618"/>
                    </a:moveTo>
                    <a:cubicBezTo>
                      <a:pt x="61745" y="39763"/>
                      <a:pt x="52271" y="54840"/>
                      <a:pt x="37160" y="58309"/>
                    </a:cubicBezTo>
                    <a:cubicBezTo>
                      <a:pt x="22016" y="61778"/>
                      <a:pt x="6939" y="52305"/>
                      <a:pt x="3470" y="37161"/>
                    </a:cubicBezTo>
                    <a:cubicBezTo>
                      <a:pt x="1" y="22050"/>
                      <a:pt x="9441" y="6939"/>
                      <a:pt x="24585" y="3470"/>
                    </a:cubicBezTo>
                    <a:cubicBezTo>
                      <a:pt x="39729" y="1"/>
                      <a:pt x="54806" y="9474"/>
                      <a:pt x="58275" y="24618"/>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9"/>
              <p:cNvSpPr/>
              <p:nvPr/>
            </p:nvSpPr>
            <p:spPr>
              <a:xfrm>
                <a:off x="1805588" y="4375613"/>
                <a:ext cx="960700" cy="960725"/>
              </a:xfrm>
              <a:custGeom>
                <a:rect b="b" l="l" r="r" t="t"/>
                <a:pathLst>
                  <a:path extrusionOk="0" fill="none" h="38429" w="38428">
                    <a:moveTo>
                      <a:pt x="19214" y="38428"/>
                    </a:moveTo>
                    <a:cubicBezTo>
                      <a:pt x="29822" y="38428"/>
                      <a:pt x="38428" y="29822"/>
                      <a:pt x="38428" y="19215"/>
                    </a:cubicBezTo>
                    <a:cubicBezTo>
                      <a:pt x="38428" y="8607"/>
                      <a:pt x="29822" y="1"/>
                      <a:pt x="19214" y="1"/>
                    </a:cubicBezTo>
                    <a:cubicBezTo>
                      <a:pt x="8607" y="1"/>
                      <a:pt x="1" y="8607"/>
                      <a:pt x="1" y="19215"/>
                    </a:cubicBezTo>
                    <a:cubicBezTo>
                      <a:pt x="1" y="29822"/>
                      <a:pt x="8607" y="38428"/>
                      <a:pt x="19214" y="38428"/>
                    </a:cubicBezTo>
                    <a:close/>
                  </a:path>
                </a:pathLst>
              </a:custGeom>
              <a:noFill/>
              <a:ln cap="rnd" cmpd="sng" w="11675">
                <a:solidFill>
                  <a:schemeClr val="accent2"/>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9"/>
              <p:cNvSpPr/>
              <p:nvPr/>
            </p:nvSpPr>
            <p:spPr>
              <a:xfrm>
                <a:off x="1734713" y="4841788"/>
                <a:ext cx="28375" cy="27550"/>
              </a:xfrm>
              <a:custGeom>
                <a:rect b="b" l="l" r="r" t="t"/>
                <a:pathLst>
                  <a:path extrusionOk="0" h="1102" w="1135">
                    <a:moveTo>
                      <a:pt x="567" y="1"/>
                    </a:moveTo>
                    <a:cubicBezTo>
                      <a:pt x="267" y="1"/>
                      <a:pt x="0" y="234"/>
                      <a:pt x="0" y="534"/>
                    </a:cubicBezTo>
                    <a:cubicBezTo>
                      <a:pt x="0" y="868"/>
                      <a:pt x="267" y="1101"/>
                      <a:pt x="567" y="1101"/>
                    </a:cubicBezTo>
                    <a:cubicBezTo>
                      <a:pt x="867" y="1101"/>
                      <a:pt x="1134" y="868"/>
                      <a:pt x="1134" y="534"/>
                    </a:cubicBezTo>
                    <a:cubicBezTo>
                      <a:pt x="1134" y="234"/>
                      <a:pt x="867" y="1"/>
                      <a:pt x="56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9"/>
              <p:cNvSpPr/>
              <p:nvPr/>
            </p:nvSpPr>
            <p:spPr>
              <a:xfrm>
                <a:off x="920788" y="4841788"/>
                <a:ext cx="27550" cy="27550"/>
              </a:xfrm>
              <a:custGeom>
                <a:rect b="b" l="l" r="r" t="t"/>
                <a:pathLst>
                  <a:path extrusionOk="0" h="1102" w="1102">
                    <a:moveTo>
                      <a:pt x="568" y="1"/>
                    </a:moveTo>
                    <a:cubicBezTo>
                      <a:pt x="267" y="1"/>
                      <a:pt x="1" y="234"/>
                      <a:pt x="1" y="568"/>
                    </a:cubicBezTo>
                    <a:cubicBezTo>
                      <a:pt x="1" y="868"/>
                      <a:pt x="267" y="1101"/>
                      <a:pt x="568" y="1101"/>
                    </a:cubicBezTo>
                    <a:cubicBezTo>
                      <a:pt x="868" y="1101"/>
                      <a:pt x="1101" y="868"/>
                      <a:pt x="1101" y="568"/>
                    </a:cubicBezTo>
                    <a:cubicBezTo>
                      <a:pt x="1101" y="234"/>
                      <a:pt x="868" y="1"/>
                      <a:pt x="5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9"/>
              <p:cNvSpPr/>
              <p:nvPr/>
            </p:nvSpPr>
            <p:spPr>
              <a:xfrm>
                <a:off x="1327738" y="5248738"/>
                <a:ext cx="28400" cy="27550"/>
              </a:xfrm>
              <a:custGeom>
                <a:rect b="b" l="l" r="r" t="t"/>
                <a:pathLst>
                  <a:path extrusionOk="0" h="1102" w="1136">
                    <a:moveTo>
                      <a:pt x="568" y="1"/>
                    </a:moveTo>
                    <a:cubicBezTo>
                      <a:pt x="268" y="1"/>
                      <a:pt x="1" y="234"/>
                      <a:pt x="1" y="568"/>
                    </a:cubicBezTo>
                    <a:cubicBezTo>
                      <a:pt x="1" y="868"/>
                      <a:pt x="268" y="1102"/>
                      <a:pt x="568" y="1102"/>
                    </a:cubicBezTo>
                    <a:cubicBezTo>
                      <a:pt x="868" y="1102"/>
                      <a:pt x="1135" y="868"/>
                      <a:pt x="1135" y="568"/>
                    </a:cubicBezTo>
                    <a:cubicBezTo>
                      <a:pt x="1135" y="234"/>
                      <a:pt x="868" y="1"/>
                      <a:pt x="5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9"/>
              <p:cNvSpPr/>
              <p:nvPr/>
            </p:nvSpPr>
            <p:spPr>
              <a:xfrm>
                <a:off x="1327738" y="4434838"/>
                <a:ext cx="28400" cy="27525"/>
              </a:xfrm>
              <a:custGeom>
                <a:rect b="b" l="l" r="r" t="t"/>
                <a:pathLst>
                  <a:path extrusionOk="0" h="1101" w="1136">
                    <a:moveTo>
                      <a:pt x="568" y="0"/>
                    </a:moveTo>
                    <a:cubicBezTo>
                      <a:pt x="268" y="0"/>
                      <a:pt x="1" y="234"/>
                      <a:pt x="1" y="534"/>
                    </a:cubicBezTo>
                    <a:cubicBezTo>
                      <a:pt x="1" y="867"/>
                      <a:pt x="268" y="1101"/>
                      <a:pt x="568" y="1101"/>
                    </a:cubicBezTo>
                    <a:cubicBezTo>
                      <a:pt x="868" y="1101"/>
                      <a:pt x="1135" y="867"/>
                      <a:pt x="1135" y="534"/>
                    </a:cubicBezTo>
                    <a:cubicBezTo>
                      <a:pt x="1135" y="234"/>
                      <a:pt x="868" y="0"/>
                      <a:pt x="5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9"/>
              <p:cNvSpPr/>
              <p:nvPr/>
            </p:nvSpPr>
            <p:spPr>
              <a:xfrm>
                <a:off x="3379213" y="4834288"/>
                <a:ext cx="43400" cy="43375"/>
              </a:xfrm>
              <a:custGeom>
                <a:rect b="b" l="l" r="r" t="t"/>
                <a:pathLst>
                  <a:path extrusionOk="0" h="1735" w="1736">
                    <a:moveTo>
                      <a:pt x="868" y="0"/>
                    </a:moveTo>
                    <a:cubicBezTo>
                      <a:pt x="367" y="0"/>
                      <a:pt x="1" y="401"/>
                      <a:pt x="1" y="868"/>
                    </a:cubicBezTo>
                    <a:cubicBezTo>
                      <a:pt x="1" y="1335"/>
                      <a:pt x="367" y="1735"/>
                      <a:pt x="868" y="1735"/>
                    </a:cubicBezTo>
                    <a:cubicBezTo>
                      <a:pt x="1335" y="1735"/>
                      <a:pt x="1735" y="1335"/>
                      <a:pt x="1735" y="868"/>
                    </a:cubicBezTo>
                    <a:cubicBezTo>
                      <a:pt x="1735" y="401"/>
                      <a:pt x="1335" y="0"/>
                      <a:pt x="8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9"/>
              <p:cNvSpPr/>
              <p:nvPr/>
            </p:nvSpPr>
            <p:spPr>
              <a:xfrm>
                <a:off x="2097463" y="4834288"/>
                <a:ext cx="43400" cy="43375"/>
              </a:xfrm>
              <a:custGeom>
                <a:rect b="b" l="l" r="r" t="t"/>
                <a:pathLst>
                  <a:path extrusionOk="0" h="1735" w="1736">
                    <a:moveTo>
                      <a:pt x="868" y="0"/>
                    </a:moveTo>
                    <a:cubicBezTo>
                      <a:pt x="401" y="0"/>
                      <a:pt x="1" y="401"/>
                      <a:pt x="1" y="868"/>
                    </a:cubicBezTo>
                    <a:cubicBezTo>
                      <a:pt x="1" y="1335"/>
                      <a:pt x="401" y="1735"/>
                      <a:pt x="868" y="1735"/>
                    </a:cubicBezTo>
                    <a:cubicBezTo>
                      <a:pt x="1335" y="1735"/>
                      <a:pt x="1735" y="1335"/>
                      <a:pt x="1735" y="868"/>
                    </a:cubicBezTo>
                    <a:cubicBezTo>
                      <a:pt x="1735" y="401"/>
                      <a:pt x="1335" y="0"/>
                      <a:pt x="8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9"/>
              <p:cNvSpPr/>
              <p:nvPr/>
            </p:nvSpPr>
            <p:spPr>
              <a:xfrm>
                <a:off x="2737913" y="5474738"/>
                <a:ext cx="44225" cy="44225"/>
              </a:xfrm>
              <a:custGeom>
                <a:rect b="b" l="l" r="r" t="t"/>
                <a:pathLst>
                  <a:path extrusionOk="0" h="1769" w="1769">
                    <a:moveTo>
                      <a:pt x="868" y="1"/>
                    </a:moveTo>
                    <a:cubicBezTo>
                      <a:pt x="401" y="1"/>
                      <a:pt x="1" y="401"/>
                      <a:pt x="1" y="868"/>
                    </a:cubicBezTo>
                    <a:cubicBezTo>
                      <a:pt x="1" y="1368"/>
                      <a:pt x="401" y="1769"/>
                      <a:pt x="868" y="1769"/>
                    </a:cubicBezTo>
                    <a:cubicBezTo>
                      <a:pt x="1368" y="1769"/>
                      <a:pt x="1769" y="1368"/>
                      <a:pt x="1769" y="868"/>
                    </a:cubicBezTo>
                    <a:cubicBezTo>
                      <a:pt x="1769" y="401"/>
                      <a:pt x="136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9"/>
              <p:cNvSpPr/>
              <p:nvPr/>
            </p:nvSpPr>
            <p:spPr>
              <a:xfrm>
                <a:off x="2737913" y="4192988"/>
                <a:ext cx="44225" cy="44225"/>
              </a:xfrm>
              <a:custGeom>
                <a:rect b="b" l="l" r="r" t="t"/>
                <a:pathLst>
                  <a:path extrusionOk="0" h="1769" w="1769">
                    <a:moveTo>
                      <a:pt x="868" y="1"/>
                    </a:moveTo>
                    <a:cubicBezTo>
                      <a:pt x="401" y="1"/>
                      <a:pt x="1" y="401"/>
                      <a:pt x="1" y="901"/>
                    </a:cubicBezTo>
                    <a:cubicBezTo>
                      <a:pt x="1" y="1368"/>
                      <a:pt x="401" y="1769"/>
                      <a:pt x="868" y="1769"/>
                    </a:cubicBezTo>
                    <a:cubicBezTo>
                      <a:pt x="1368" y="1769"/>
                      <a:pt x="1769" y="1368"/>
                      <a:pt x="1769" y="901"/>
                    </a:cubicBezTo>
                    <a:cubicBezTo>
                      <a:pt x="1769" y="401"/>
                      <a:pt x="1368"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0" name="Google Shape;480;p39"/>
              <p:cNvCxnSpPr/>
              <p:nvPr/>
            </p:nvCxnSpPr>
            <p:spPr>
              <a:xfrm>
                <a:off x="681425" y="4855575"/>
                <a:ext cx="3084900" cy="0"/>
              </a:xfrm>
              <a:prstGeom prst="straightConnector1">
                <a:avLst/>
              </a:prstGeom>
              <a:noFill/>
              <a:ln cap="flat" cmpd="sng" w="9525">
                <a:solidFill>
                  <a:schemeClr val="accent2"/>
                </a:solidFill>
                <a:prstDash val="solid"/>
                <a:round/>
                <a:headEnd len="med" w="med" type="oval"/>
                <a:tailEnd len="med" w="med" type="oval"/>
              </a:ln>
            </p:spPr>
          </p:cxnSp>
        </p:grpSp>
        <p:sp>
          <p:nvSpPr>
            <p:cNvPr id="481" name="Google Shape;481;p39"/>
            <p:cNvSpPr/>
            <p:nvPr/>
          </p:nvSpPr>
          <p:spPr>
            <a:xfrm flipH="1">
              <a:off x="7154324" y="3321431"/>
              <a:ext cx="503100" cy="503100"/>
            </a:xfrm>
            <a:prstGeom prst="ellipse">
              <a:avLst/>
            </a:prstGeom>
            <a:noFill/>
            <a:ln cap="flat" cmpd="sng" w="7500">
              <a:solidFill>
                <a:schemeClr val="accen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 name="Google Shape;482;p39"/>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HOME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6">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8">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6" name="Shape 486"/>
        <p:cNvGrpSpPr/>
        <p:nvPr/>
      </p:nvGrpSpPr>
      <p:grpSpPr>
        <a:xfrm>
          <a:off x="0" y="0"/>
          <a:ext cx="0" cy="0"/>
          <a:chOff x="0" y="0"/>
          <a:chExt cx="0" cy="0"/>
        </a:xfrm>
      </p:grpSpPr>
      <p:cxnSp>
        <p:nvCxnSpPr>
          <p:cNvPr id="487" name="Google Shape;487;p40"/>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488" name="Google Shape;488;p40"/>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489" name="Google Shape;489;p40"/>
          <p:cNvSpPr txBox="1"/>
          <p:nvPr>
            <p:ph type="title"/>
          </p:nvPr>
        </p:nvSpPr>
        <p:spPr>
          <a:xfrm>
            <a:off x="720000" y="540000"/>
            <a:ext cx="6706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VALUES</a:t>
            </a:r>
            <a:endParaRPr/>
          </a:p>
        </p:txBody>
      </p:sp>
      <p:sp>
        <p:nvSpPr>
          <p:cNvPr id="490" name="Google Shape;490;p40"/>
          <p:cNvSpPr txBox="1"/>
          <p:nvPr>
            <p:ph idx="1" type="subTitle"/>
          </p:nvPr>
        </p:nvSpPr>
        <p:spPr>
          <a:xfrm>
            <a:off x="724925" y="2677775"/>
            <a:ext cx="2281200" cy="358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CREATIVITY</a:t>
            </a:r>
            <a:endParaRPr/>
          </a:p>
        </p:txBody>
      </p:sp>
      <p:sp>
        <p:nvSpPr>
          <p:cNvPr id="491" name="Google Shape;491;p40"/>
          <p:cNvSpPr txBox="1"/>
          <p:nvPr>
            <p:ph idx="2" type="subTitle"/>
          </p:nvPr>
        </p:nvSpPr>
        <p:spPr>
          <a:xfrm>
            <a:off x="3433849" y="2677775"/>
            <a:ext cx="2281200" cy="358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PERSONALITY</a:t>
            </a:r>
            <a:endParaRPr/>
          </a:p>
        </p:txBody>
      </p:sp>
      <p:sp>
        <p:nvSpPr>
          <p:cNvPr id="492" name="Google Shape;492;p40"/>
          <p:cNvSpPr txBox="1"/>
          <p:nvPr>
            <p:ph idx="3" type="subTitle"/>
          </p:nvPr>
        </p:nvSpPr>
        <p:spPr>
          <a:xfrm>
            <a:off x="6142801" y="2677775"/>
            <a:ext cx="2281200" cy="358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CONSTANCE</a:t>
            </a:r>
            <a:endParaRPr/>
          </a:p>
        </p:txBody>
      </p:sp>
      <p:sp>
        <p:nvSpPr>
          <p:cNvPr id="493" name="Google Shape;493;p40"/>
          <p:cNvSpPr txBox="1"/>
          <p:nvPr>
            <p:ph idx="4" type="subTitle"/>
          </p:nvPr>
        </p:nvSpPr>
        <p:spPr>
          <a:xfrm>
            <a:off x="724925" y="3036575"/>
            <a:ext cx="2281200" cy="15432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Mercury is </a:t>
            </a:r>
            <a:r>
              <a:rPr lang="en"/>
              <a:t>the closest planet to the Sun and </a:t>
            </a:r>
            <a:r>
              <a:rPr lang="en"/>
              <a:t>the smallest one in the Solar System—it’s only a bit larger than the Moon</a:t>
            </a:r>
            <a:endParaRPr/>
          </a:p>
        </p:txBody>
      </p:sp>
      <p:sp>
        <p:nvSpPr>
          <p:cNvPr id="494" name="Google Shape;494;p40"/>
          <p:cNvSpPr txBox="1"/>
          <p:nvPr>
            <p:ph idx="5" type="subTitle"/>
          </p:nvPr>
        </p:nvSpPr>
        <p:spPr>
          <a:xfrm>
            <a:off x="3433859" y="3036575"/>
            <a:ext cx="2281200" cy="15432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Venus has a beautiful name and is the second planet from the Sun. It’s a hot planet and its atmosphere is poisonous</a:t>
            </a:r>
            <a:endParaRPr/>
          </a:p>
        </p:txBody>
      </p:sp>
      <p:sp>
        <p:nvSpPr>
          <p:cNvPr id="495" name="Google Shape;495;p40"/>
          <p:cNvSpPr txBox="1"/>
          <p:nvPr>
            <p:ph idx="6" type="subTitle"/>
          </p:nvPr>
        </p:nvSpPr>
        <p:spPr>
          <a:xfrm>
            <a:off x="6142793" y="3036575"/>
            <a:ext cx="2281200" cy="15432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Jupiter is a gas giant and the biggest planet in the Solar System. Also, it’s the fourth-brightest object in the sky </a:t>
            </a:r>
            <a:r>
              <a:rPr lang="en"/>
              <a:t>  </a:t>
            </a:r>
            <a:endParaRPr/>
          </a:p>
        </p:txBody>
      </p:sp>
      <p:grpSp>
        <p:nvGrpSpPr>
          <p:cNvPr id="496" name="Google Shape;496;p40"/>
          <p:cNvGrpSpPr/>
          <p:nvPr/>
        </p:nvGrpSpPr>
        <p:grpSpPr>
          <a:xfrm>
            <a:off x="825079" y="2498529"/>
            <a:ext cx="2068581" cy="179162"/>
            <a:chOff x="825050" y="2254625"/>
            <a:chExt cx="1269925" cy="423150"/>
          </a:xfrm>
        </p:grpSpPr>
        <p:sp>
          <p:nvSpPr>
            <p:cNvPr id="497" name="Google Shape;497;p40"/>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0"/>
            <p:cNvSpPr/>
            <p:nvPr/>
          </p:nvSpPr>
          <p:spPr>
            <a:xfrm>
              <a:off x="825050" y="2318975"/>
              <a:ext cx="1199700" cy="358800"/>
            </a:xfrm>
            <a:prstGeom prst="roundRect">
              <a:avLst>
                <a:gd fmla="val 50000" name="adj"/>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40"/>
          <p:cNvGrpSpPr/>
          <p:nvPr/>
        </p:nvGrpSpPr>
        <p:grpSpPr>
          <a:xfrm>
            <a:off x="3540166" y="2482167"/>
            <a:ext cx="2068581" cy="179162"/>
            <a:chOff x="825050" y="2254625"/>
            <a:chExt cx="1269925" cy="423150"/>
          </a:xfrm>
        </p:grpSpPr>
        <p:sp>
          <p:nvSpPr>
            <p:cNvPr id="500" name="Google Shape;500;p40"/>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0"/>
            <p:cNvSpPr/>
            <p:nvPr/>
          </p:nvSpPr>
          <p:spPr>
            <a:xfrm>
              <a:off x="825050" y="2318975"/>
              <a:ext cx="1199700" cy="358800"/>
            </a:xfrm>
            <a:prstGeom prst="roundRect">
              <a:avLst>
                <a:gd fmla="val 50000" name="adj"/>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40"/>
          <p:cNvGrpSpPr/>
          <p:nvPr/>
        </p:nvGrpSpPr>
        <p:grpSpPr>
          <a:xfrm>
            <a:off x="6249116" y="2482167"/>
            <a:ext cx="2068581" cy="179162"/>
            <a:chOff x="825050" y="2254625"/>
            <a:chExt cx="1269925" cy="423150"/>
          </a:xfrm>
        </p:grpSpPr>
        <p:sp>
          <p:nvSpPr>
            <p:cNvPr id="503" name="Google Shape;503;p40"/>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0"/>
            <p:cNvSpPr/>
            <p:nvPr/>
          </p:nvSpPr>
          <p:spPr>
            <a:xfrm>
              <a:off x="825050" y="2318975"/>
              <a:ext cx="1199700" cy="358800"/>
            </a:xfrm>
            <a:prstGeom prst="roundRect">
              <a:avLst>
                <a:gd fmla="val 50000" name="adj"/>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 name="Google Shape;505;p40"/>
          <p:cNvGrpSpPr/>
          <p:nvPr/>
        </p:nvGrpSpPr>
        <p:grpSpPr>
          <a:xfrm rot="5400000">
            <a:off x="4078405" y="1095257"/>
            <a:ext cx="923229" cy="1404375"/>
            <a:chOff x="1495800" y="951113"/>
            <a:chExt cx="1595350" cy="2426775"/>
          </a:xfrm>
        </p:grpSpPr>
        <p:sp>
          <p:nvSpPr>
            <p:cNvPr id="506" name="Google Shape;506;p40"/>
            <p:cNvSpPr/>
            <p:nvPr/>
          </p:nvSpPr>
          <p:spPr>
            <a:xfrm>
              <a:off x="2048700" y="1012838"/>
              <a:ext cx="489550" cy="1051600"/>
            </a:xfrm>
            <a:custGeom>
              <a:rect b="b" l="l" r="r" t="t"/>
              <a:pathLst>
                <a:path extrusionOk="0" fill="none" h="42064" w="19582">
                  <a:moveTo>
                    <a:pt x="9774" y="0"/>
                  </a:moveTo>
                  <a:lnTo>
                    <a:pt x="1" y="28020"/>
                  </a:lnTo>
                  <a:lnTo>
                    <a:pt x="9774" y="42064"/>
                  </a:lnTo>
                  <a:lnTo>
                    <a:pt x="19581" y="28020"/>
                  </a:lnTo>
                  <a:close/>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0"/>
            <p:cNvSpPr/>
            <p:nvPr/>
          </p:nvSpPr>
          <p:spPr>
            <a:xfrm>
              <a:off x="2048700" y="1188788"/>
              <a:ext cx="489550" cy="942375"/>
            </a:xfrm>
            <a:custGeom>
              <a:rect b="b" l="l" r="r" t="t"/>
              <a:pathLst>
                <a:path extrusionOk="0" fill="none" h="37695" w="19582">
                  <a:moveTo>
                    <a:pt x="9774" y="1"/>
                  </a:moveTo>
                  <a:lnTo>
                    <a:pt x="1" y="28021"/>
                  </a:lnTo>
                  <a:lnTo>
                    <a:pt x="9774" y="37694"/>
                  </a:lnTo>
                  <a:lnTo>
                    <a:pt x="19581" y="28021"/>
                  </a:lnTo>
                  <a:close/>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0"/>
            <p:cNvSpPr/>
            <p:nvPr/>
          </p:nvSpPr>
          <p:spPr>
            <a:xfrm>
              <a:off x="2048700" y="2264563"/>
              <a:ext cx="489550" cy="1050775"/>
            </a:xfrm>
            <a:custGeom>
              <a:rect b="b" l="l" r="r" t="t"/>
              <a:pathLst>
                <a:path extrusionOk="0" fill="none" h="42031" w="19582">
                  <a:moveTo>
                    <a:pt x="9774" y="42030"/>
                  </a:moveTo>
                  <a:lnTo>
                    <a:pt x="1" y="14010"/>
                  </a:lnTo>
                  <a:lnTo>
                    <a:pt x="9774" y="0"/>
                  </a:lnTo>
                  <a:lnTo>
                    <a:pt x="19581" y="14010"/>
                  </a:lnTo>
                  <a:close/>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0"/>
            <p:cNvSpPr/>
            <p:nvPr/>
          </p:nvSpPr>
          <p:spPr>
            <a:xfrm>
              <a:off x="2048700" y="2197013"/>
              <a:ext cx="489550" cy="942375"/>
            </a:xfrm>
            <a:custGeom>
              <a:rect b="b" l="l" r="r" t="t"/>
              <a:pathLst>
                <a:path extrusionOk="0" fill="none" h="37695" w="19582">
                  <a:moveTo>
                    <a:pt x="9774" y="37694"/>
                  </a:moveTo>
                  <a:lnTo>
                    <a:pt x="1" y="9674"/>
                  </a:lnTo>
                  <a:lnTo>
                    <a:pt x="9774" y="0"/>
                  </a:lnTo>
                  <a:lnTo>
                    <a:pt x="19581" y="9674"/>
                  </a:lnTo>
                  <a:close/>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0"/>
            <p:cNvSpPr/>
            <p:nvPr/>
          </p:nvSpPr>
          <p:spPr>
            <a:xfrm>
              <a:off x="2700000" y="1655788"/>
              <a:ext cx="321925" cy="1015750"/>
            </a:xfrm>
            <a:custGeom>
              <a:rect b="b" l="l" r="r" t="t"/>
              <a:pathLst>
                <a:path extrusionOk="0" fill="none" h="40630" w="12877">
                  <a:moveTo>
                    <a:pt x="7239" y="20949"/>
                  </a:moveTo>
                  <a:cubicBezTo>
                    <a:pt x="6972" y="27220"/>
                    <a:pt x="4204" y="32824"/>
                    <a:pt x="1" y="36860"/>
                  </a:cubicBezTo>
                  <a:lnTo>
                    <a:pt x="3637" y="40630"/>
                  </a:lnTo>
                  <a:cubicBezTo>
                    <a:pt x="8807" y="35693"/>
                    <a:pt x="12143" y="28888"/>
                    <a:pt x="12510" y="21216"/>
                  </a:cubicBezTo>
                  <a:cubicBezTo>
                    <a:pt x="12877" y="13010"/>
                    <a:pt x="9774" y="5471"/>
                    <a:pt x="4537" y="1"/>
                  </a:cubicBezTo>
                  <a:lnTo>
                    <a:pt x="735" y="3603"/>
                  </a:lnTo>
                  <a:cubicBezTo>
                    <a:pt x="5038" y="8106"/>
                    <a:pt x="7573" y="14277"/>
                    <a:pt x="7239" y="20949"/>
                  </a:cubicBezTo>
                  <a:close/>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0"/>
            <p:cNvSpPr/>
            <p:nvPr/>
          </p:nvSpPr>
          <p:spPr>
            <a:xfrm>
              <a:off x="1573375" y="1656613"/>
              <a:ext cx="313575" cy="1016600"/>
            </a:xfrm>
            <a:custGeom>
              <a:rect b="b" l="l" r="r" t="t"/>
              <a:pathLst>
                <a:path extrusionOk="0" fill="none" h="40664" w="12543">
                  <a:moveTo>
                    <a:pt x="5237" y="19815"/>
                  </a:moveTo>
                  <a:cubicBezTo>
                    <a:pt x="5237" y="13544"/>
                    <a:pt x="7706" y="7840"/>
                    <a:pt x="11742" y="3637"/>
                  </a:cubicBezTo>
                  <a:lnTo>
                    <a:pt x="7939" y="1"/>
                  </a:lnTo>
                  <a:cubicBezTo>
                    <a:pt x="3002" y="5171"/>
                    <a:pt x="0" y="12143"/>
                    <a:pt x="0" y="19815"/>
                  </a:cubicBezTo>
                  <a:cubicBezTo>
                    <a:pt x="0" y="28021"/>
                    <a:pt x="3436" y="35393"/>
                    <a:pt x="8940" y="40663"/>
                  </a:cubicBezTo>
                  <a:lnTo>
                    <a:pt x="12542" y="36861"/>
                  </a:lnTo>
                  <a:cubicBezTo>
                    <a:pt x="8073" y="32558"/>
                    <a:pt x="5237" y="26520"/>
                    <a:pt x="5237" y="19815"/>
                  </a:cubicBezTo>
                  <a:close/>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0"/>
            <p:cNvSpPr/>
            <p:nvPr/>
          </p:nvSpPr>
          <p:spPr>
            <a:xfrm>
              <a:off x="1495800" y="1600738"/>
              <a:ext cx="272725" cy="1127500"/>
            </a:xfrm>
            <a:custGeom>
              <a:rect b="b" l="l" r="r" t="t"/>
              <a:pathLst>
                <a:path extrusionOk="0" fill="none" h="45100" w="10909">
                  <a:moveTo>
                    <a:pt x="10008" y="45100"/>
                  </a:moveTo>
                  <a:cubicBezTo>
                    <a:pt x="3537" y="38996"/>
                    <a:pt x="1" y="30756"/>
                    <a:pt x="1" y="21883"/>
                  </a:cubicBezTo>
                  <a:cubicBezTo>
                    <a:pt x="1" y="13711"/>
                    <a:pt x="3070" y="5939"/>
                    <a:pt x="8674" y="1"/>
                  </a:cubicBezTo>
                  <a:lnTo>
                    <a:pt x="9641" y="902"/>
                  </a:lnTo>
                  <a:cubicBezTo>
                    <a:pt x="4271" y="6606"/>
                    <a:pt x="1302" y="14044"/>
                    <a:pt x="1302" y="21883"/>
                  </a:cubicBezTo>
                  <a:cubicBezTo>
                    <a:pt x="1302" y="30389"/>
                    <a:pt x="4704" y="38295"/>
                    <a:pt x="10909" y="44133"/>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0"/>
            <p:cNvSpPr/>
            <p:nvPr/>
          </p:nvSpPr>
          <p:spPr>
            <a:xfrm>
              <a:off x="2817600" y="1600738"/>
              <a:ext cx="273550" cy="1127500"/>
            </a:xfrm>
            <a:custGeom>
              <a:rect b="b" l="l" r="r" t="t"/>
              <a:pathLst>
                <a:path extrusionOk="0" fill="none" h="45100" w="10942">
                  <a:moveTo>
                    <a:pt x="901" y="45100"/>
                  </a:moveTo>
                  <a:lnTo>
                    <a:pt x="0" y="44133"/>
                  </a:lnTo>
                  <a:cubicBezTo>
                    <a:pt x="6204" y="38295"/>
                    <a:pt x="9607" y="30389"/>
                    <a:pt x="9607" y="21883"/>
                  </a:cubicBezTo>
                  <a:cubicBezTo>
                    <a:pt x="9607" y="14044"/>
                    <a:pt x="6671" y="6606"/>
                    <a:pt x="1301" y="902"/>
                  </a:cubicBezTo>
                  <a:lnTo>
                    <a:pt x="2235" y="1"/>
                  </a:lnTo>
                  <a:cubicBezTo>
                    <a:pt x="7839" y="5939"/>
                    <a:pt x="10941" y="13711"/>
                    <a:pt x="10941" y="21883"/>
                  </a:cubicBezTo>
                  <a:cubicBezTo>
                    <a:pt x="10941" y="30756"/>
                    <a:pt x="7372" y="38996"/>
                    <a:pt x="901" y="45100"/>
                  </a:cubicBezTo>
                  <a:close/>
                </a:path>
              </a:pathLst>
            </a:custGeom>
            <a:solidFill>
              <a:schemeClr val="accent2"/>
            </a:solid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0"/>
            <p:cNvSpPr/>
            <p:nvPr/>
          </p:nvSpPr>
          <p:spPr>
            <a:xfrm>
              <a:off x="1875250" y="2035238"/>
              <a:ext cx="418650" cy="129275"/>
            </a:xfrm>
            <a:custGeom>
              <a:rect b="b" l="l" r="r" t="t"/>
              <a:pathLst>
                <a:path extrusionOk="0" h="5171" w="16746">
                  <a:moveTo>
                    <a:pt x="0" y="0"/>
                  </a:moveTo>
                  <a:lnTo>
                    <a:pt x="12142" y="5004"/>
                  </a:lnTo>
                  <a:lnTo>
                    <a:pt x="16746" y="5170"/>
                  </a:lnTo>
                  <a:lnTo>
                    <a:pt x="12843" y="2702"/>
                  </a:lnTo>
                  <a:lnTo>
                    <a:pt x="0" y="0"/>
                  </a:ln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0"/>
            <p:cNvSpPr/>
            <p:nvPr/>
          </p:nvSpPr>
          <p:spPr>
            <a:xfrm>
              <a:off x="2293875" y="1904288"/>
              <a:ext cx="646325" cy="260225"/>
            </a:xfrm>
            <a:custGeom>
              <a:rect b="b" l="l" r="r" t="t"/>
              <a:pathLst>
                <a:path extrusionOk="0" h="10409" w="25853">
                  <a:moveTo>
                    <a:pt x="25853" y="1"/>
                  </a:moveTo>
                  <a:lnTo>
                    <a:pt x="5872" y="5972"/>
                  </a:lnTo>
                  <a:lnTo>
                    <a:pt x="1" y="10408"/>
                  </a:lnTo>
                  <a:lnTo>
                    <a:pt x="7306" y="9541"/>
                  </a:lnTo>
                  <a:lnTo>
                    <a:pt x="25853" y="1"/>
                  </a:ln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0"/>
            <p:cNvSpPr/>
            <p:nvPr/>
          </p:nvSpPr>
          <p:spPr>
            <a:xfrm>
              <a:off x="1771850" y="1655788"/>
              <a:ext cx="521225" cy="507050"/>
            </a:xfrm>
            <a:custGeom>
              <a:rect b="b" l="l" r="r" t="t"/>
              <a:pathLst>
                <a:path extrusionOk="0" fill="none" h="20282" w="20849">
                  <a:moveTo>
                    <a:pt x="20848" y="20282"/>
                  </a:moveTo>
                  <a:lnTo>
                    <a:pt x="0" y="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0"/>
            <p:cNvSpPr/>
            <p:nvPr/>
          </p:nvSpPr>
          <p:spPr>
            <a:xfrm>
              <a:off x="1729300" y="1703313"/>
              <a:ext cx="563775" cy="459525"/>
            </a:xfrm>
            <a:custGeom>
              <a:rect b="b" l="l" r="r" t="t"/>
              <a:pathLst>
                <a:path extrusionOk="0" fill="none" h="18381" w="22551">
                  <a:moveTo>
                    <a:pt x="22550" y="18381"/>
                  </a:moveTo>
                  <a:lnTo>
                    <a:pt x="1" y="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0"/>
            <p:cNvSpPr/>
            <p:nvPr/>
          </p:nvSpPr>
          <p:spPr>
            <a:xfrm>
              <a:off x="1691775" y="1754188"/>
              <a:ext cx="601300" cy="408650"/>
            </a:xfrm>
            <a:custGeom>
              <a:rect b="b" l="l" r="r" t="t"/>
              <a:pathLst>
                <a:path extrusionOk="0" fill="none" h="16346" w="24052">
                  <a:moveTo>
                    <a:pt x="24051" y="16346"/>
                  </a:moveTo>
                  <a:lnTo>
                    <a:pt x="1" y="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0"/>
            <p:cNvSpPr/>
            <p:nvPr/>
          </p:nvSpPr>
          <p:spPr>
            <a:xfrm>
              <a:off x="1658425" y="1808388"/>
              <a:ext cx="634650" cy="354450"/>
            </a:xfrm>
            <a:custGeom>
              <a:rect b="b" l="l" r="r" t="t"/>
              <a:pathLst>
                <a:path extrusionOk="0" fill="none" h="14178" w="25386">
                  <a:moveTo>
                    <a:pt x="25385" y="14178"/>
                  </a:moveTo>
                  <a:lnTo>
                    <a:pt x="1" y="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0"/>
            <p:cNvSpPr/>
            <p:nvPr/>
          </p:nvSpPr>
          <p:spPr>
            <a:xfrm>
              <a:off x="1630075" y="1865113"/>
              <a:ext cx="663000" cy="297725"/>
            </a:xfrm>
            <a:custGeom>
              <a:rect b="b" l="l" r="r" t="t"/>
              <a:pathLst>
                <a:path extrusionOk="0" fill="none" h="11909" w="26520">
                  <a:moveTo>
                    <a:pt x="26519" y="11909"/>
                  </a:moveTo>
                  <a:lnTo>
                    <a:pt x="0" y="0"/>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0"/>
            <p:cNvSpPr/>
            <p:nvPr/>
          </p:nvSpPr>
          <p:spPr>
            <a:xfrm>
              <a:off x="1606725" y="1923488"/>
              <a:ext cx="686350" cy="239350"/>
            </a:xfrm>
            <a:custGeom>
              <a:rect b="b" l="l" r="r" t="t"/>
              <a:pathLst>
                <a:path extrusionOk="0" fill="none" h="9574" w="27454">
                  <a:moveTo>
                    <a:pt x="27453" y="9574"/>
                  </a:moveTo>
                  <a:lnTo>
                    <a:pt x="0" y="0"/>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0"/>
            <p:cNvSpPr/>
            <p:nvPr/>
          </p:nvSpPr>
          <p:spPr>
            <a:xfrm>
              <a:off x="1588375" y="1984363"/>
              <a:ext cx="704700" cy="178475"/>
            </a:xfrm>
            <a:custGeom>
              <a:rect b="b" l="l" r="r" t="t"/>
              <a:pathLst>
                <a:path extrusionOk="0" fill="none" h="7139" w="28188">
                  <a:moveTo>
                    <a:pt x="28187" y="7139"/>
                  </a:moveTo>
                  <a:lnTo>
                    <a:pt x="1" y="0"/>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0"/>
            <p:cNvSpPr/>
            <p:nvPr/>
          </p:nvSpPr>
          <p:spPr>
            <a:xfrm>
              <a:off x="1575025" y="2046913"/>
              <a:ext cx="718050" cy="115925"/>
            </a:xfrm>
            <a:custGeom>
              <a:rect b="b" l="l" r="r" t="t"/>
              <a:pathLst>
                <a:path extrusionOk="0" fill="none" h="4637" w="28722">
                  <a:moveTo>
                    <a:pt x="28721" y="4637"/>
                  </a:moveTo>
                  <a:lnTo>
                    <a:pt x="1" y="0"/>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0"/>
            <p:cNvSpPr/>
            <p:nvPr/>
          </p:nvSpPr>
          <p:spPr>
            <a:xfrm>
              <a:off x="1567525" y="2109438"/>
              <a:ext cx="725550" cy="53400"/>
            </a:xfrm>
            <a:custGeom>
              <a:rect b="b" l="l" r="r" t="t"/>
              <a:pathLst>
                <a:path extrusionOk="0" fill="none" h="2136" w="29022">
                  <a:moveTo>
                    <a:pt x="29021" y="2136"/>
                  </a:moveTo>
                  <a:lnTo>
                    <a:pt x="1" y="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0"/>
            <p:cNvSpPr/>
            <p:nvPr/>
          </p:nvSpPr>
          <p:spPr>
            <a:xfrm>
              <a:off x="1565850" y="2162813"/>
              <a:ext cx="727225" cy="10050"/>
            </a:xfrm>
            <a:custGeom>
              <a:rect b="b" l="l" r="r" t="t"/>
              <a:pathLst>
                <a:path extrusionOk="0" fill="none" h="402" w="29089">
                  <a:moveTo>
                    <a:pt x="29088" y="1"/>
                  </a:moveTo>
                  <a:lnTo>
                    <a:pt x="1" y="40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0"/>
            <p:cNvSpPr/>
            <p:nvPr/>
          </p:nvSpPr>
          <p:spPr>
            <a:xfrm>
              <a:off x="1570025" y="2162813"/>
              <a:ext cx="723050" cy="73425"/>
            </a:xfrm>
            <a:custGeom>
              <a:rect b="b" l="l" r="r" t="t"/>
              <a:pathLst>
                <a:path extrusionOk="0" fill="none" h="2937" w="28922">
                  <a:moveTo>
                    <a:pt x="28921" y="1"/>
                  </a:moveTo>
                  <a:lnTo>
                    <a:pt x="1" y="2936"/>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0"/>
            <p:cNvSpPr/>
            <p:nvPr/>
          </p:nvSpPr>
          <p:spPr>
            <a:xfrm>
              <a:off x="1579200" y="2162813"/>
              <a:ext cx="713875" cy="136800"/>
            </a:xfrm>
            <a:custGeom>
              <a:rect b="b" l="l" r="r" t="t"/>
              <a:pathLst>
                <a:path extrusionOk="0" fill="none" h="5472" w="28555">
                  <a:moveTo>
                    <a:pt x="28554" y="1"/>
                  </a:moveTo>
                  <a:lnTo>
                    <a:pt x="1" y="547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0"/>
            <p:cNvSpPr/>
            <p:nvPr/>
          </p:nvSpPr>
          <p:spPr>
            <a:xfrm>
              <a:off x="1593375" y="2162813"/>
              <a:ext cx="699700" cy="198500"/>
            </a:xfrm>
            <a:custGeom>
              <a:rect b="b" l="l" r="r" t="t"/>
              <a:pathLst>
                <a:path extrusionOk="0" fill="none" h="7940" w="27988">
                  <a:moveTo>
                    <a:pt x="27987" y="1"/>
                  </a:moveTo>
                  <a:lnTo>
                    <a:pt x="1" y="7940"/>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0"/>
            <p:cNvSpPr/>
            <p:nvPr/>
          </p:nvSpPr>
          <p:spPr>
            <a:xfrm>
              <a:off x="1613400" y="2162813"/>
              <a:ext cx="679675" cy="258550"/>
            </a:xfrm>
            <a:custGeom>
              <a:rect b="b" l="l" r="r" t="t"/>
              <a:pathLst>
                <a:path extrusionOk="0" fill="none" h="10342" w="27187">
                  <a:moveTo>
                    <a:pt x="27186" y="1"/>
                  </a:moveTo>
                  <a:lnTo>
                    <a:pt x="0" y="1034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0"/>
            <p:cNvSpPr/>
            <p:nvPr/>
          </p:nvSpPr>
          <p:spPr>
            <a:xfrm>
              <a:off x="1638425" y="2162813"/>
              <a:ext cx="654650" cy="316925"/>
            </a:xfrm>
            <a:custGeom>
              <a:rect b="b" l="l" r="r" t="t"/>
              <a:pathLst>
                <a:path extrusionOk="0" fill="none" h="12677" w="26186">
                  <a:moveTo>
                    <a:pt x="26185" y="1"/>
                  </a:moveTo>
                  <a:lnTo>
                    <a:pt x="0" y="12676"/>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0"/>
            <p:cNvSpPr/>
            <p:nvPr/>
          </p:nvSpPr>
          <p:spPr>
            <a:xfrm>
              <a:off x="1668425" y="2162813"/>
              <a:ext cx="624650" cy="372800"/>
            </a:xfrm>
            <a:custGeom>
              <a:rect b="b" l="l" r="r" t="t"/>
              <a:pathLst>
                <a:path extrusionOk="0" fill="none" h="14912" w="24986">
                  <a:moveTo>
                    <a:pt x="24985" y="1"/>
                  </a:moveTo>
                  <a:lnTo>
                    <a:pt x="1" y="1491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0"/>
            <p:cNvSpPr/>
            <p:nvPr/>
          </p:nvSpPr>
          <p:spPr>
            <a:xfrm>
              <a:off x="1703450" y="2162813"/>
              <a:ext cx="589625" cy="425325"/>
            </a:xfrm>
            <a:custGeom>
              <a:rect b="b" l="l" r="r" t="t"/>
              <a:pathLst>
                <a:path extrusionOk="0" fill="none" h="17013" w="23585">
                  <a:moveTo>
                    <a:pt x="23584" y="1"/>
                  </a:moveTo>
                  <a:lnTo>
                    <a:pt x="1" y="17013"/>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0"/>
            <p:cNvSpPr/>
            <p:nvPr/>
          </p:nvSpPr>
          <p:spPr>
            <a:xfrm>
              <a:off x="1742650" y="2162813"/>
              <a:ext cx="550425" cy="475375"/>
            </a:xfrm>
            <a:custGeom>
              <a:rect b="b" l="l" r="r" t="t"/>
              <a:pathLst>
                <a:path extrusionOk="0" fill="none" h="19015" w="22017">
                  <a:moveTo>
                    <a:pt x="22016" y="1"/>
                  </a:moveTo>
                  <a:lnTo>
                    <a:pt x="1" y="19014"/>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0"/>
            <p:cNvSpPr/>
            <p:nvPr/>
          </p:nvSpPr>
          <p:spPr>
            <a:xfrm>
              <a:off x="1786025" y="2162813"/>
              <a:ext cx="507050" cy="521225"/>
            </a:xfrm>
            <a:custGeom>
              <a:rect b="b" l="l" r="r" t="t"/>
              <a:pathLst>
                <a:path extrusionOk="0" fill="none" h="20849" w="20282">
                  <a:moveTo>
                    <a:pt x="20281" y="1"/>
                  </a:moveTo>
                  <a:lnTo>
                    <a:pt x="0" y="20849"/>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0"/>
            <p:cNvSpPr/>
            <p:nvPr/>
          </p:nvSpPr>
          <p:spPr>
            <a:xfrm>
              <a:off x="2293050" y="1655788"/>
              <a:ext cx="521225" cy="507050"/>
            </a:xfrm>
            <a:custGeom>
              <a:rect b="b" l="l" r="r" t="t"/>
              <a:pathLst>
                <a:path extrusionOk="0" fill="none" h="20282" w="20849">
                  <a:moveTo>
                    <a:pt x="0" y="20282"/>
                  </a:moveTo>
                  <a:lnTo>
                    <a:pt x="20849" y="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0"/>
            <p:cNvSpPr/>
            <p:nvPr/>
          </p:nvSpPr>
          <p:spPr>
            <a:xfrm>
              <a:off x="2293050" y="1703313"/>
              <a:ext cx="563750" cy="459525"/>
            </a:xfrm>
            <a:custGeom>
              <a:rect b="b" l="l" r="r" t="t"/>
              <a:pathLst>
                <a:path extrusionOk="0" fill="none" h="18381" w="22550">
                  <a:moveTo>
                    <a:pt x="0" y="18381"/>
                  </a:moveTo>
                  <a:lnTo>
                    <a:pt x="22550" y="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0"/>
            <p:cNvSpPr/>
            <p:nvPr/>
          </p:nvSpPr>
          <p:spPr>
            <a:xfrm>
              <a:off x="2293050" y="1754188"/>
              <a:ext cx="601275" cy="408650"/>
            </a:xfrm>
            <a:custGeom>
              <a:rect b="b" l="l" r="r" t="t"/>
              <a:pathLst>
                <a:path extrusionOk="0" fill="none" h="16346" w="24051">
                  <a:moveTo>
                    <a:pt x="0" y="16346"/>
                  </a:moveTo>
                  <a:lnTo>
                    <a:pt x="24051" y="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0"/>
            <p:cNvSpPr/>
            <p:nvPr/>
          </p:nvSpPr>
          <p:spPr>
            <a:xfrm>
              <a:off x="2293050" y="1808388"/>
              <a:ext cx="634650" cy="354450"/>
            </a:xfrm>
            <a:custGeom>
              <a:rect b="b" l="l" r="r" t="t"/>
              <a:pathLst>
                <a:path extrusionOk="0" fill="none" h="14178" w="25386">
                  <a:moveTo>
                    <a:pt x="0" y="14178"/>
                  </a:moveTo>
                  <a:lnTo>
                    <a:pt x="25385" y="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0"/>
            <p:cNvSpPr/>
            <p:nvPr/>
          </p:nvSpPr>
          <p:spPr>
            <a:xfrm>
              <a:off x="2293050" y="1865113"/>
              <a:ext cx="663825" cy="297725"/>
            </a:xfrm>
            <a:custGeom>
              <a:rect b="b" l="l" r="r" t="t"/>
              <a:pathLst>
                <a:path extrusionOk="0" fill="none" h="11909" w="26553">
                  <a:moveTo>
                    <a:pt x="0" y="11909"/>
                  </a:moveTo>
                  <a:lnTo>
                    <a:pt x="26553" y="0"/>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0"/>
            <p:cNvSpPr/>
            <p:nvPr/>
          </p:nvSpPr>
          <p:spPr>
            <a:xfrm>
              <a:off x="2293050" y="1923488"/>
              <a:ext cx="687175" cy="239350"/>
            </a:xfrm>
            <a:custGeom>
              <a:rect b="b" l="l" r="r" t="t"/>
              <a:pathLst>
                <a:path extrusionOk="0" fill="none" h="9574" w="27487">
                  <a:moveTo>
                    <a:pt x="0" y="9574"/>
                  </a:moveTo>
                  <a:lnTo>
                    <a:pt x="27487" y="0"/>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0"/>
            <p:cNvSpPr/>
            <p:nvPr/>
          </p:nvSpPr>
          <p:spPr>
            <a:xfrm>
              <a:off x="2293050" y="1984363"/>
              <a:ext cx="705525" cy="178475"/>
            </a:xfrm>
            <a:custGeom>
              <a:rect b="b" l="l" r="r" t="t"/>
              <a:pathLst>
                <a:path extrusionOk="0" fill="none" h="7139" w="28221">
                  <a:moveTo>
                    <a:pt x="0" y="7139"/>
                  </a:moveTo>
                  <a:lnTo>
                    <a:pt x="28221" y="0"/>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0"/>
            <p:cNvSpPr/>
            <p:nvPr/>
          </p:nvSpPr>
          <p:spPr>
            <a:xfrm>
              <a:off x="2293050" y="2046913"/>
              <a:ext cx="718025" cy="115925"/>
            </a:xfrm>
            <a:custGeom>
              <a:rect b="b" l="l" r="r" t="t"/>
              <a:pathLst>
                <a:path extrusionOk="0" fill="none" h="4637" w="28721">
                  <a:moveTo>
                    <a:pt x="0" y="4637"/>
                  </a:moveTo>
                  <a:lnTo>
                    <a:pt x="28721" y="0"/>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0"/>
            <p:cNvSpPr/>
            <p:nvPr/>
          </p:nvSpPr>
          <p:spPr>
            <a:xfrm>
              <a:off x="2293050" y="2109438"/>
              <a:ext cx="725550" cy="53400"/>
            </a:xfrm>
            <a:custGeom>
              <a:rect b="b" l="l" r="r" t="t"/>
              <a:pathLst>
                <a:path extrusionOk="0" fill="none" h="2136" w="29022">
                  <a:moveTo>
                    <a:pt x="0" y="2136"/>
                  </a:moveTo>
                  <a:lnTo>
                    <a:pt x="29021" y="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0"/>
            <p:cNvSpPr/>
            <p:nvPr/>
          </p:nvSpPr>
          <p:spPr>
            <a:xfrm>
              <a:off x="2293050" y="2162813"/>
              <a:ext cx="727200" cy="10050"/>
            </a:xfrm>
            <a:custGeom>
              <a:rect b="b" l="l" r="r" t="t"/>
              <a:pathLst>
                <a:path extrusionOk="0" fill="none" h="402" w="29088">
                  <a:moveTo>
                    <a:pt x="0" y="1"/>
                  </a:moveTo>
                  <a:lnTo>
                    <a:pt x="29088" y="40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0"/>
            <p:cNvSpPr/>
            <p:nvPr/>
          </p:nvSpPr>
          <p:spPr>
            <a:xfrm>
              <a:off x="2293050" y="2162813"/>
              <a:ext cx="723875" cy="73425"/>
            </a:xfrm>
            <a:custGeom>
              <a:rect b="b" l="l" r="r" t="t"/>
              <a:pathLst>
                <a:path extrusionOk="0" fill="none" h="2937" w="28955">
                  <a:moveTo>
                    <a:pt x="0" y="1"/>
                  </a:moveTo>
                  <a:lnTo>
                    <a:pt x="28954" y="2936"/>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0"/>
            <p:cNvSpPr/>
            <p:nvPr/>
          </p:nvSpPr>
          <p:spPr>
            <a:xfrm>
              <a:off x="2293050" y="2162813"/>
              <a:ext cx="714700" cy="136800"/>
            </a:xfrm>
            <a:custGeom>
              <a:rect b="b" l="l" r="r" t="t"/>
              <a:pathLst>
                <a:path extrusionOk="0" fill="none" h="5472" w="28588">
                  <a:moveTo>
                    <a:pt x="0" y="1"/>
                  </a:moveTo>
                  <a:lnTo>
                    <a:pt x="28587" y="547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0"/>
            <p:cNvSpPr/>
            <p:nvPr/>
          </p:nvSpPr>
          <p:spPr>
            <a:xfrm>
              <a:off x="2293050" y="2162813"/>
              <a:ext cx="699700" cy="198500"/>
            </a:xfrm>
            <a:custGeom>
              <a:rect b="b" l="l" r="r" t="t"/>
              <a:pathLst>
                <a:path extrusionOk="0" fill="none" h="7940" w="27988">
                  <a:moveTo>
                    <a:pt x="0" y="1"/>
                  </a:moveTo>
                  <a:lnTo>
                    <a:pt x="27987" y="7940"/>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0"/>
            <p:cNvSpPr/>
            <p:nvPr/>
          </p:nvSpPr>
          <p:spPr>
            <a:xfrm>
              <a:off x="2293050" y="2162813"/>
              <a:ext cx="679675" cy="258550"/>
            </a:xfrm>
            <a:custGeom>
              <a:rect b="b" l="l" r="r" t="t"/>
              <a:pathLst>
                <a:path extrusionOk="0" fill="none" h="10342" w="27187">
                  <a:moveTo>
                    <a:pt x="0" y="1"/>
                  </a:moveTo>
                  <a:lnTo>
                    <a:pt x="27186" y="1034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0"/>
            <p:cNvSpPr/>
            <p:nvPr/>
          </p:nvSpPr>
          <p:spPr>
            <a:xfrm>
              <a:off x="2293050" y="2162813"/>
              <a:ext cx="654650" cy="316925"/>
            </a:xfrm>
            <a:custGeom>
              <a:rect b="b" l="l" r="r" t="t"/>
              <a:pathLst>
                <a:path extrusionOk="0" fill="none" h="12677" w="26186">
                  <a:moveTo>
                    <a:pt x="0" y="1"/>
                  </a:moveTo>
                  <a:lnTo>
                    <a:pt x="26186" y="12676"/>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0"/>
            <p:cNvSpPr/>
            <p:nvPr/>
          </p:nvSpPr>
          <p:spPr>
            <a:xfrm>
              <a:off x="2293050" y="2162813"/>
              <a:ext cx="624625" cy="372800"/>
            </a:xfrm>
            <a:custGeom>
              <a:rect b="b" l="l" r="r" t="t"/>
              <a:pathLst>
                <a:path extrusionOk="0" fill="none" h="14912" w="24985">
                  <a:moveTo>
                    <a:pt x="0" y="1"/>
                  </a:moveTo>
                  <a:lnTo>
                    <a:pt x="24985" y="14911"/>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0"/>
            <p:cNvSpPr/>
            <p:nvPr/>
          </p:nvSpPr>
          <p:spPr>
            <a:xfrm>
              <a:off x="2293050" y="2162813"/>
              <a:ext cx="589600" cy="425325"/>
            </a:xfrm>
            <a:custGeom>
              <a:rect b="b" l="l" r="r" t="t"/>
              <a:pathLst>
                <a:path extrusionOk="0" fill="none" h="17013" w="23584">
                  <a:moveTo>
                    <a:pt x="0" y="1"/>
                  </a:moveTo>
                  <a:lnTo>
                    <a:pt x="23584" y="17013"/>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0"/>
            <p:cNvSpPr/>
            <p:nvPr/>
          </p:nvSpPr>
          <p:spPr>
            <a:xfrm>
              <a:off x="2293050" y="2162813"/>
              <a:ext cx="550425" cy="475375"/>
            </a:xfrm>
            <a:custGeom>
              <a:rect b="b" l="l" r="r" t="t"/>
              <a:pathLst>
                <a:path extrusionOk="0" fill="none" h="19015" w="22017">
                  <a:moveTo>
                    <a:pt x="0" y="1"/>
                  </a:moveTo>
                  <a:lnTo>
                    <a:pt x="22016" y="19014"/>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0"/>
            <p:cNvSpPr/>
            <p:nvPr/>
          </p:nvSpPr>
          <p:spPr>
            <a:xfrm>
              <a:off x="2293050" y="2162813"/>
              <a:ext cx="507050" cy="521225"/>
            </a:xfrm>
            <a:custGeom>
              <a:rect b="b" l="l" r="r" t="t"/>
              <a:pathLst>
                <a:path extrusionOk="0" fill="none" h="20849" w="20282">
                  <a:moveTo>
                    <a:pt x="0" y="1"/>
                  </a:moveTo>
                  <a:lnTo>
                    <a:pt x="20282" y="20849"/>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0"/>
            <p:cNvSpPr/>
            <p:nvPr/>
          </p:nvSpPr>
          <p:spPr>
            <a:xfrm>
              <a:off x="2048700" y="1919313"/>
              <a:ext cx="489550" cy="489550"/>
            </a:xfrm>
            <a:custGeom>
              <a:rect b="b" l="l" r="r" t="t"/>
              <a:pathLst>
                <a:path extrusionOk="0" fill="none" h="19582" w="19582">
                  <a:moveTo>
                    <a:pt x="19581" y="9807"/>
                  </a:moveTo>
                  <a:cubicBezTo>
                    <a:pt x="19581" y="15211"/>
                    <a:pt x="15178" y="19581"/>
                    <a:pt x="9774" y="19581"/>
                  </a:cubicBezTo>
                  <a:cubicBezTo>
                    <a:pt x="4371" y="19581"/>
                    <a:pt x="1" y="15211"/>
                    <a:pt x="1" y="9807"/>
                  </a:cubicBezTo>
                  <a:cubicBezTo>
                    <a:pt x="1" y="4404"/>
                    <a:pt x="4371" y="0"/>
                    <a:pt x="9774" y="0"/>
                  </a:cubicBezTo>
                  <a:cubicBezTo>
                    <a:pt x="15178" y="0"/>
                    <a:pt x="19581" y="4404"/>
                    <a:pt x="19581" y="9807"/>
                  </a:cubicBezTo>
                  <a:close/>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0"/>
            <p:cNvSpPr/>
            <p:nvPr/>
          </p:nvSpPr>
          <p:spPr>
            <a:xfrm>
              <a:off x="1746000" y="1600738"/>
              <a:ext cx="1094125" cy="1094150"/>
            </a:xfrm>
            <a:custGeom>
              <a:rect b="b" l="l" r="r" t="t"/>
              <a:pathLst>
                <a:path extrusionOk="0" fill="none" h="43766" w="43765">
                  <a:moveTo>
                    <a:pt x="43765" y="21883"/>
                  </a:moveTo>
                  <a:cubicBezTo>
                    <a:pt x="43765" y="9808"/>
                    <a:pt x="33958" y="1"/>
                    <a:pt x="21882" y="1"/>
                  </a:cubicBezTo>
                  <a:cubicBezTo>
                    <a:pt x="9807" y="1"/>
                    <a:pt x="0" y="9808"/>
                    <a:pt x="0" y="21883"/>
                  </a:cubicBezTo>
                  <a:cubicBezTo>
                    <a:pt x="0" y="33959"/>
                    <a:pt x="9807" y="43766"/>
                    <a:pt x="21882" y="43766"/>
                  </a:cubicBezTo>
                  <a:cubicBezTo>
                    <a:pt x="33958" y="43766"/>
                    <a:pt x="43765" y="33959"/>
                    <a:pt x="43765" y="21883"/>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0"/>
            <p:cNvSpPr/>
            <p:nvPr/>
          </p:nvSpPr>
          <p:spPr>
            <a:xfrm>
              <a:off x="2252175" y="951113"/>
              <a:ext cx="81750" cy="155975"/>
            </a:xfrm>
            <a:custGeom>
              <a:rect b="b" l="l" r="r" t="t"/>
              <a:pathLst>
                <a:path extrusionOk="0" h="6239" w="3270">
                  <a:moveTo>
                    <a:pt x="1635" y="1"/>
                  </a:moveTo>
                  <a:lnTo>
                    <a:pt x="1" y="4637"/>
                  </a:lnTo>
                  <a:lnTo>
                    <a:pt x="1635" y="6239"/>
                  </a:lnTo>
                  <a:lnTo>
                    <a:pt x="3270" y="4637"/>
                  </a:lnTo>
                  <a:lnTo>
                    <a:pt x="1635" y="1"/>
                  </a:ln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0"/>
            <p:cNvSpPr/>
            <p:nvPr/>
          </p:nvSpPr>
          <p:spPr>
            <a:xfrm>
              <a:off x="2252175" y="3221088"/>
              <a:ext cx="81750" cy="156800"/>
            </a:xfrm>
            <a:custGeom>
              <a:rect b="b" l="l" r="r" t="t"/>
              <a:pathLst>
                <a:path extrusionOk="0" h="6272" w="3270">
                  <a:moveTo>
                    <a:pt x="1635" y="0"/>
                  </a:moveTo>
                  <a:lnTo>
                    <a:pt x="1" y="1601"/>
                  </a:lnTo>
                  <a:lnTo>
                    <a:pt x="1635" y="6271"/>
                  </a:lnTo>
                  <a:lnTo>
                    <a:pt x="3270" y="1601"/>
                  </a:lnTo>
                  <a:lnTo>
                    <a:pt x="1635" y="0"/>
                  </a:ln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 name="Google Shape;558;p40"/>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0"/>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0">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561" name="Google Shape;561;p40">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562" name="Google Shape;562;p40"/>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563" name="Google Shape;563;p40"/>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 name="Shape 567"/>
        <p:cNvGrpSpPr/>
        <p:nvPr/>
      </p:nvGrpSpPr>
      <p:grpSpPr>
        <a:xfrm>
          <a:off x="0" y="0"/>
          <a:ext cx="0" cy="0"/>
          <a:chOff x="0" y="0"/>
          <a:chExt cx="0" cy="0"/>
        </a:xfrm>
      </p:grpSpPr>
      <p:cxnSp>
        <p:nvCxnSpPr>
          <p:cNvPr id="568" name="Google Shape;568;p41"/>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569" name="Google Shape;569;p41"/>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570" name="Google Shape;570;p41"/>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EDUCATION</a:t>
            </a:r>
            <a:endParaRPr/>
          </a:p>
        </p:txBody>
      </p:sp>
      <p:sp>
        <p:nvSpPr>
          <p:cNvPr id="571" name="Google Shape;571;p41"/>
          <p:cNvSpPr txBox="1"/>
          <p:nvPr>
            <p:ph idx="4294967295" type="body"/>
          </p:nvPr>
        </p:nvSpPr>
        <p:spPr>
          <a:xfrm>
            <a:off x="6461400" y="2057500"/>
            <a:ext cx="1962600" cy="353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None/>
            </a:pPr>
            <a:r>
              <a:rPr lang="en" sz="1400"/>
              <a:t>List your studies here</a:t>
            </a:r>
            <a:endParaRPr sz="1400"/>
          </a:p>
        </p:txBody>
      </p:sp>
      <p:sp>
        <p:nvSpPr>
          <p:cNvPr id="572" name="Google Shape;572;p41"/>
          <p:cNvSpPr txBox="1"/>
          <p:nvPr>
            <p:ph idx="4294967295" type="body"/>
          </p:nvPr>
        </p:nvSpPr>
        <p:spPr>
          <a:xfrm>
            <a:off x="4536000" y="1830850"/>
            <a:ext cx="1468200" cy="429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200"/>
              </a:spcAft>
              <a:buNone/>
            </a:pPr>
            <a:r>
              <a:rPr b="1" lang="en" sz="1600">
                <a:solidFill>
                  <a:srgbClr val="000000"/>
                </a:solidFill>
                <a:latin typeface="Tenor Sans"/>
                <a:ea typeface="Tenor Sans"/>
                <a:cs typeface="Tenor Sans"/>
                <a:sym typeface="Tenor Sans"/>
              </a:rPr>
              <a:t>2018 | 2020</a:t>
            </a:r>
            <a:endParaRPr b="1" sz="1600">
              <a:solidFill>
                <a:srgbClr val="000000"/>
              </a:solidFill>
              <a:latin typeface="Tenor Sans"/>
              <a:ea typeface="Tenor Sans"/>
              <a:cs typeface="Tenor Sans"/>
              <a:sym typeface="Tenor Sans"/>
            </a:endParaRPr>
          </a:p>
        </p:txBody>
      </p:sp>
      <p:sp>
        <p:nvSpPr>
          <p:cNvPr id="573" name="Google Shape;573;p41"/>
          <p:cNvSpPr txBox="1"/>
          <p:nvPr>
            <p:ph idx="4294967295" type="body"/>
          </p:nvPr>
        </p:nvSpPr>
        <p:spPr>
          <a:xfrm>
            <a:off x="6461400" y="1703800"/>
            <a:ext cx="1962600" cy="353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solidFill>
                  <a:srgbClr val="000000"/>
                </a:solidFill>
                <a:latin typeface="Tenor Sans"/>
                <a:ea typeface="Tenor Sans"/>
                <a:cs typeface="Tenor Sans"/>
                <a:sym typeface="Tenor Sans"/>
              </a:rPr>
              <a:t>INSTITUTION NAME</a:t>
            </a:r>
            <a:endParaRPr b="1" sz="1800">
              <a:solidFill>
                <a:srgbClr val="000000"/>
              </a:solidFill>
              <a:latin typeface="Tenor Sans"/>
              <a:ea typeface="Tenor Sans"/>
              <a:cs typeface="Tenor Sans"/>
              <a:sym typeface="Tenor Sans"/>
            </a:endParaRPr>
          </a:p>
        </p:txBody>
      </p:sp>
      <p:sp>
        <p:nvSpPr>
          <p:cNvPr id="574" name="Google Shape;574;p41"/>
          <p:cNvSpPr txBox="1"/>
          <p:nvPr>
            <p:ph idx="4294967295" type="body"/>
          </p:nvPr>
        </p:nvSpPr>
        <p:spPr>
          <a:xfrm>
            <a:off x="6461400" y="3123450"/>
            <a:ext cx="1962600" cy="353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None/>
            </a:pPr>
            <a:r>
              <a:rPr lang="en" sz="1400"/>
              <a:t>List your studies here</a:t>
            </a:r>
            <a:endParaRPr sz="1400"/>
          </a:p>
        </p:txBody>
      </p:sp>
      <p:sp>
        <p:nvSpPr>
          <p:cNvPr id="575" name="Google Shape;575;p41"/>
          <p:cNvSpPr txBox="1"/>
          <p:nvPr>
            <p:ph idx="4294967295" type="body"/>
          </p:nvPr>
        </p:nvSpPr>
        <p:spPr>
          <a:xfrm>
            <a:off x="4536000" y="2896800"/>
            <a:ext cx="1468200" cy="429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200"/>
              </a:spcAft>
              <a:buNone/>
            </a:pPr>
            <a:r>
              <a:rPr b="1" lang="en" sz="1600">
                <a:solidFill>
                  <a:srgbClr val="000000"/>
                </a:solidFill>
                <a:latin typeface="Tenor Sans"/>
                <a:ea typeface="Tenor Sans"/>
                <a:cs typeface="Tenor Sans"/>
                <a:sym typeface="Tenor Sans"/>
              </a:rPr>
              <a:t>2016 | 2017</a:t>
            </a:r>
            <a:endParaRPr b="1" sz="1600">
              <a:solidFill>
                <a:srgbClr val="000000"/>
              </a:solidFill>
              <a:latin typeface="Tenor Sans"/>
              <a:ea typeface="Tenor Sans"/>
              <a:cs typeface="Tenor Sans"/>
              <a:sym typeface="Tenor Sans"/>
            </a:endParaRPr>
          </a:p>
        </p:txBody>
      </p:sp>
      <p:sp>
        <p:nvSpPr>
          <p:cNvPr id="576" name="Google Shape;576;p41"/>
          <p:cNvSpPr txBox="1"/>
          <p:nvPr>
            <p:ph idx="4294967295" type="body"/>
          </p:nvPr>
        </p:nvSpPr>
        <p:spPr>
          <a:xfrm>
            <a:off x="6461400" y="2769750"/>
            <a:ext cx="1962600" cy="353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solidFill>
                  <a:srgbClr val="000000"/>
                </a:solidFill>
                <a:latin typeface="Tenor Sans"/>
                <a:ea typeface="Tenor Sans"/>
                <a:cs typeface="Tenor Sans"/>
                <a:sym typeface="Tenor Sans"/>
              </a:rPr>
              <a:t>INSTITUTION NAME</a:t>
            </a:r>
            <a:endParaRPr b="1" sz="1800">
              <a:solidFill>
                <a:srgbClr val="000000"/>
              </a:solidFill>
              <a:latin typeface="Tenor Sans"/>
              <a:ea typeface="Tenor Sans"/>
              <a:cs typeface="Tenor Sans"/>
              <a:sym typeface="Tenor Sans"/>
            </a:endParaRPr>
          </a:p>
        </p:txBody>
      </p:sp>
      <p:sp>
        <p:nvSpPr>
          <p:cNvPr id="577" name="Google Shape;577;p41"/>
          <p:cNvSpPr txBox="1"/>
          <p:nvPr>
            <p:ph idx="4294967295" type="body"/>
          </p:nvPr>
        </p:nvSpPr>
        <p:spPr>
          <a:xfrm>
            <a:off x="6461400" y="4189400"/>
            <a:ext cx="1962600" cy="353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None/>
            </a:pPr>
            <a:r>
              <a:rPr lang="en" sz="1400"/>
              <a:t>List your studies here</a:t>
            </a:r>
            <a:endParaRPr sz="1400"/>
          </a:p>
        </p:txBody>
      </p:sp>
      <p:sp>
        <p:nvSpPr>
          <p:cNvPr id="578" name="Google Shape;578;p41"/>
          <p:cNvSpPr txBox="1"/>
          <p:nvPr>
            <p:ph idx="4294967295" type="body"/>
          </p:nvPr>
        </p:nvSpPr>
        <p:spPr>
          <a:xfrm>
            <a:off x="4536000" y="3962750"/>
            <a:ext cx="1468200" cy="429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200"/>
              </a:spcAft>
              <a:buNone/>
            </a:pPr>
            <a:r>
              <a:rPr b="1" lang="en" sz="1600">
                <a:solidFill>
                  <a:srgbClr val="000000"/>
                </a:solidFill>
                <a:latin typeface="Tenor Sans"/>
                <a:ea typeface="Tenor Sans"/>
                <a:cs typeface="Tenor Sans"/>
                <a:sym typeface="Tenor Sans"/>
              </a:rPr>
              <a:t>2014 | 2015</a:t>
            </a:r>
            <a:endParaRPr b="1" sz="1600">
              <a:solidFill>
                <a:srgbClr val="000000"/>
              </a:solidFill>
              <a:latin typeface="Tenor Sans"/>
              <a:ea typeface="Tenor Sans"/>
              <a:cs typeface="Tenor Sans"/>
              <a:sym typeface="Tenor Sans"/>
            </a:endParaRPr>
          </a:p>
        </p:txBody>
      </p:sp>
      <p:sp>
        <p:nvSpPr>
          <p:cNvPr id="579" name="Google Shape;579;p41"/>
          <p:cNvSpPr txBox="1"/>
          <p:nvPr>
            <p:ph idx="4294967295" type="body"/>
          </p:nvPr>
        </p:nvSpPr>
        <p:spPr>
          <a:xfrm>
            <a:off x="6461400" y="3835700"/>
            <a:ext cx="1962600" cy="353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solidFill>
                  <a:srgbClr val="000000"/>
                </a:solidFill>
                <a:latin typeface="Tenor Sans"/>
                <a:ea typeface="Tenor Sans"/>
                <a:cs typeface="Tenor Sans"/>
                <a:sym typeface="Tenor Sans"/>
              </a:rPr>
              <a:t>INSTITUTION NAME</a:t>
            </a:r>
            <a:endParaRPr b="1" sz="1800">
              <a:solidFill>
                <a:srgbClr val="000000"/>
              </a:solidFill>
              <a:latin typeface="Tenor Sans"/>
              <a:ea typeface="Tenor Sans"/>
              <a:cs typeface="Tenor Sans"/>
              <a:sym typeface="Tenor Sans"/>
            </a:endParaRPr>
          </a:p>
        </p:txBody>
      </p:sp>
      <p:grpSp>
        <p:nvGrpSpPr>
          <p:cNvPr id="580" name="Google Shape;580;p41"/>
          <p:cNvGrpSpPr/>
          <p:nvPr/>
        </p:nvGrpSpPr>
        <p:grpSpPr>
          <a:xfrm>
            <a:off x="6028950" y="1572900"/>
            <a:ext cx="412625" cy="3570600"/>
            <a:chOff x="6028950" y="1598675"/>
            <a:chExt cx="412625" cy="3570600"/>
          </a:xfrm>
        </p:grpSpPr>
        <p:cxnSp>
          <p:nvCxnSpPr>
            <p:cNvPr id="581" name="Google Shape;581;p41"/>
            <p:cNvCxnSpPr/>
            <p:nvPr/>
          </p:nvCxnSpPr>
          <p:spPr>
            <a:xfrm>
              <a:off x="6237725" y="1598675"/>
              <a:ext cx="0" cy="3570600"/>
            </a:xfrm>
            <a:prstGeom prst="straightConnector1">
              <a:avLst/>
            </a:prstGeom>
            <a:noFill/>
            <a:ln cap="flat" cmpd="sng" w="19050">
              <a:solidFill>
                <a:schemeClr val="dk2"/>
              </a:solidFill>
              <a:prstDash val="solid"/>
              <a:round/>
              <a:headEnd len="med" w="med" type="none"/>
              <a:tailEnd len="med" w="med" type="none"/>
            </a:ln>
          </p:spPr>
        </p:cxnSp>
        <p:grpSp>
          <p:nvGrpSpPr>
            <p:cNvPr id="582" name="Google Shape;582;p41"/>
            <p:cNvGrpSpPr/>
            <p:nvPr/>
          </p:nvGrpSpPr>
          <p:grpSpPr>
            <a:xfrm>
              <a:off x="6033875" y="1981275"/>
              <a:ext cx="407700" cy="179700"/>
              <a:chOff x="2775650" y="2210575"/>
              <a:chExt cx="407700" cy="179700"/>
            </a:xfrm>
          </p:grpSpPr>
          <p:sp>
            <p:nvSpPr>
              <p:cNvPr id="583" name="Google Shape;583;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41"/>
            <p:cNvGrpSpPr/>
            <p:nvPr/>
          </p:nvGrpSpPr>
          <p:grpSpPr>
            <a:xfrm>
              <a:off x="6028950" y="3047225"/>
              <a:ext cx="407700" cy="179700"/>
              <a:chOff x="2775650" y="2210575"/>
              <a:chExt cx="407700" cy="179700"/>
            </a:xfrm>
          </p:grpSpPr>
          <p:sp>
            <p:nvSpPr>
              <p:cNvPr id="586" name="Google Shape;586;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41"/>
            <p:cNvGrpSpPr/>
            <p:nvPr/>
          </p:nvGrpSpPr>
          <p:grpSpPr>
            <a:xfrm>
              <a:off x="6028950" y="4113175"/>
              <a:ext cx="407700" cy="179700"/>
              <a:chOff x="2775650" y="2210575"/>
              <a:chExt cx="407700" cy="179700"/>
            </a:xfrm>
          </p:grpSpPr>
          <p:sp>
            <p:nvSpPr>
              <p:cNvPr id="589" name="Google Shape;589;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91" name="Google Shape;591;p41"/>
          <p:cNvSpPr txBox="1"/>
          <p:nvPr>
            <p:ph idx="4294967295" type="body"/>
          </p:nvPr>
        </p:nvSpPr>
        <p:spPr>
          <a:xfrm>
            <a:off x="720000" y="2587275"/>
            <a:ext cx="1962600" cy="353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solidFill>
                  <a:srgbClr val="000000"/>
                </a:solidFill>
                <a:latin typeface="Tenor Sans"/>
                <a:ea typeface="Tenor Sans"/>
                <a:cs typeface="Tenor Sans"/>
                <a:sym typeface="Tenor Sans"/>
              </a:rPr>
              <a:t>SKILLS</a:t>
            </a:r>
            <a:endParaRPr b="1" sz="1800">
              <a:solidFill>
                <a:srgbClr val="000000"/>
              </a:solidFill>
              <a:latin typeface="Tenor Sans"/>
              <a:ea typeface="Tenor Sans"/>
              <a:cs typeface="Tenor Sans"/>
              <a:sym typeface="Tenor Sans"/>
            </a:endParaRPr>
          </a:p>
        </p:txBody>
      </p:sp>
      <p:grpSp>
        <p:nvGrpSpPr>
          <p:cNvPr id="592" name="Google Shape;592;p41"/>
          <p:cNvGrpSpPr/>
          <p:nvPr/>
        </p:nvGrpSpPr>
        <p:grpSpPr>
          <a:xfrm>
            <a:off x="805268" y="3047931"/>
            <a:ext cx="1327760" cy="126737"/>
            <a:chOff x="805268" y="3047931"/>
            <a:chExt cx="1327760" cy="126737"/>
          </a:xfrm>
        </p:grpSpPr>
        <p:grpSp>
          <p:nvGrpSpPr>
            <p:cNvPr id="593" name="Google Shape;593;p41"/>
            <p:cNvGrpSpPr/>
            <p:nvPr/>
          </p:nvGrpSpPr>
          <p:grpSpPr>
            <a:xfrm>
              <a:off x="805268" y="3047931"/>
              <a:ext cx="287510" cy="126724"/>
              <a:chOff x="2775650" y="2210575"/>
              <a:chExt cx="407700" cy="179700"/>
            </a:xfrm>
          </p:grpSpPr>
          <p:sp>
            <p:nvSpPr>
              <p:cNvPr id="594" name="Google Shape;594;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 name="Google Shape;596;p41"/>
            <p:cNvGrpSpPr/>
            <p:nvPr/>
          </p:nvGrpSpPr>
          <p:grpSpPr>
            <a:xfrm>
              <a:off x="1152018" y="3047943"/>
              <a:ext cx="287510" cy="126724"/>
              <a:chOff x="2775650" y="2210575"/>
              <a:chExt cx="407700" cy="179700"/>
            </a:xfrm>
          </p:grpSpPr>
          <p:sp>
            <p:nvSpPr>
              <p:cNvPr id="597" name="Google Shape;597;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 name="Google Shape;599;p41"/>
            <p:cNvGrpSpPr/>
            <p:nvPr/>
          </p:nvGrpSpPr>
          <p:grpSpPr>
            <a:xfrm>
              <a:off x="1498768" y="3047943"/>
              <a:ext cx="287510" cy="126724"/>
              <a:chOff x="2775650" y="2210575"/>
              <a:chExt cx="407700" cy="179700"/>
            </a:xfrm>
          </p:grpSpPr>
          <p:sp>
            <p:nvSpPr>
              <p:cNvPr id="600" name="Google Shape;600;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 name="Google Shape;602;p41"/>
            <p:cNvGrpSpPr/>
            <p:nvPr/>
          </p:nvGrpSpPr>
          <p:grpSpPr>
            <a:xfrm>
              <a:off x="1845518" y="3047943"/>
              <a:ext cx="287510" cy="126724"/>
              <a:chOff x="2775650" y="2210575"/>
              <a:chExt cx="407700" cy="179700"/>
            </a:xfrm>
          </p:grpSpPr>
          <p:sp>
            <p:nvSpPr>
              <p:cNvPr id="603" name="Google Shape;603;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1"/>
              <p:cNvSpPr/>
              <p:nvPr/>
            </p:nvSpPr>
            <p:spPr>
              <a:xfrm rot="10800000">
                <a:off x="2830250" y="2234575"/>
                <a:ext cx="298500" cy="131700"/>
              </a:xfrm>
              <a:prstGeom prst="roundRect">
                <a:avLst>
                  <a:gd fmla="val 50000" name="adj"/>
                </a:avLst>
              </a:prstGeom>
              <a:solidFill>
                <a:srgbClr val="CC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5" name="Google Shape;605;p41"/>
          <p:cNvGrpSpPr/>
          <p:nvPr/>
        </p:nvGrpSpPr>
        <p:grpSpPr>
          <a:xfrm>
            <a:off x="805268" y="3422951"/>
            <a:ext cx="1327760" cy="126737"/>
            <a:chOff x="805268" y="3281631"/>
            <a:chExt cx="1327760" cy="126737"/>
          </a:xfrm>
        </p:grpSpPr>
        <p:grpSp>
          <p:nvGrpSpPr>
            <p:cNvPr id="606" name="Google Shape;606;p41"/>
            <p:cNvGrpSpPr/>
            <p:nvPr/>
          </p:nvGrpSpPr>
          <p:grpSpPr>
            <a:xfrm>
              <a:off x="805268" y="3281631"/>
              <a:ext cx="287510" cy="126724"/>
              <a:chOff x="2775650" y="2210575"/>
              <a:chExt cx="407700" cy="179700"/>
            </a:xfrm>
          </p:grpSpPr>
          <p:sp>
            <p:nvSpPr>
              <p:cNvPr id="607" name="Google Shape;607;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 name="Google Shape;609;p41"/>
            <p:cNvGrpSpPr/>
            <p:nvPr/>
          </p:nvGrpSpPr>
          <p:grpSpPr>
            <a:xfrm>
              <a:off x="1152018" y="3281643"/>
              <a:ext cx="287510" cy="126724"/>
              <a:chOff x="2775650" y="2210575"/>
              <a:chExt cx="407700" cy="179700"/>
            </a:xfrm>
          </p:grpSpPr>
          <p:sp>
            <p:nvSpPr>
              <p:cNvPr id="610" name="Google Shape;610;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 name="Google Shape;612;p41"/>
            <p:cNvGrpSpPr/>
            <p:nvPr/>
          </p:nvGrpSpPr>
          <p:grpSpPr>
            <a:xfrm>
              <a:off x="1498768" y="3281643"/>
              <a:ext cx="287510" cy="126724"/>
              <a:chOff x="2775650" y="2210575"/>
              <a:chExt cx="407700" cy="179700"/>
            </a:xfrm>
          </p:grpSpPr>
          <p:sp>
            <p:nvSpPr>
              <p:cNvPr id="613" name="Google Shape;613;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1"/>
              <p:cNvSpPr/>
              <p:nvPr/>
            </p:nvSpPr>
            <p:spPr>
              <a:xfrm rot="10800000">
                <a:off x="2830250" y="2234575"/>
                <a:ext cx="298500" cy="131700"/>
              </a:xfrm>
              <a:prstGeom prst="roundRect">
                <a:avLst>
                  <a:gd fmla="val 50000" name="adj"/>
                </a:avLst>
              </a:prstGeom>
              <a:solidFill>
                <a:srgbClr val="CC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 name="Google Shape;615;p41"/>
            <p:cNvGrpSpPr/>
            <p:nvPr/>
          </p:nvGrpSpPr>
          <p:grpSpPr>
            <a:xfrm>
              <a:off x="1845518" y="3281643"/>
              <a:ext cx="287510" cy="126724"/>
              <a:chOff x="2775650" y="2210575"/>
              <a:chExt cx="407700" cy="179700"/>
            </a:xfrm>
          </p:grpSpPr>
          <p:sp>
            <p:nvSpPr>
              <p:cNvPr id="616" name="Google Shape;616;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rot="10800000">
                <a:off x="2830250" y="2234575"/>
                <a:ext cx="298500" cy="131700"/>
              </a:xfrm>
              <a:prstGeom prst="roundRect">
                <a:avLst>
                  <a:gd fmla="val 50000" name="adj"/>
                </a:avLst>
              </a:prstGeom>
              <a:solidFill>
                <a:srgbClr val="CC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 name="Google Shape;618;p41"/>
          <p:cNvGrpSpPr/>
          <p:nvPr/>
        </p:nvGrpSpPr>
        <p:grpSpPr>
          <a:xfrm>
            <a:off x="805268" y="3797972"/>
            <a:ext cx="1327760" cy="126737"/>
            <a:chOff x="805268" y="3515331"/>
            <a:chExt cx="1327760" cy="126737"/>
          </a:xfrm>
        </p:grpSpPr>
        <p:grpSp>
          <p:nvGrpSpPr>
            <p:cNvPr id="619" name="Google Shape;619;p41"/>
            <p:cNvGrpSpPr/>
            <p:nvPr/>
          </p:nvGrpSpPr>
          <p:grpSpPr>
            <a:xfrm>
              <a:off x="805268" y="3515331"/>
              <a:ext cx="287510" cy="126724"/>
              <a:chOff x="2775650" y="2210575"/>
              <a:chExt cx="407700" cy="179700"/>
            </a:xfrm>
          </p:grpSpPr>
          <p:sp>
            <p:nvSpPr>
              <p:cNvPr id="620" name="Google Shape;620;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41"/>
            <p:cNvGrpSpPr/>
            <p:nvPr/>
          </p:nvGrpSpPr>
          <p:grpSpPr>
            <a:xfrm>
              <a:off x="1152018" y="3515343"/>
              <a:ext cx="287510" cy="126724"/>
              <a:chOff x="2775650" y="2210575"/>
              <a:chExt cx="407700" cy="179700"/>
            </a:xfrm>
          </p:grpSpPr>
          <p:sp>
            <p:nvSpPr>
              <p:cNvPr id="623" name="Google Shape;623;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41"/>
            <p:cNvGrpSpPr/>
            <p:nvPr/>
          </p:nvGrpSpPr>
          <p:grpSpPr>
            <a:xfrm>
              <a:off x="1498768" y="3515343"/>
              <a:ext cx="287510" cy="126724"/>
              <a:chOff x="2775650" y="2210575"/>
              <a:chExt cx="407700" cy="179700"/>
            </a:xfrm>
          </p:grpSpPr>
          <p:sp>
            <p:nvSpPr>
              <p:cNvPr id="626" name="Google Shape;626;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 name="Google Shape;628;p41"/>
            <p:cNvGrpSpPr/>
            <p:nvPr/>
          </p:nvGrpSpPr>
          <p:grpSpPr>
            <a:xfrm>
              <a:off x="1845518" y="3515343"/>
              <a:ext cx="287510" cy="126724"/>
              <a:chOff x="2775650" y="2210575"/>
              <a:chExt cx="407700" cy="179700"/>
            </a:xfrm>
          </p:grpSpPr>
          <p:sp>
            <p:nvSpPr>
              <p:cNvPr id="629" name="Google Shape;629;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 name="Google Shape;631;p41"/>
          <p:cNvGrpSpPr/>
          <p:nvPr/>
        </p:nvGrpSpPr>
        <p:grpSpPr>
          <a:xfrm>
            <a:off x="805268" y="4172993"/>
            <a:ext cx="1327760" cy="126737"/>
            <a:chOff x="805268" y="3749031"/>
            <a:chExt cx="1327760" cy="126737"/>
          </a:xfrm>
        </p:grpSpPr>
        <p:grpSp>
          <p:nvGrpSpPr>
            <p:cNvPr id="632" name="Google Shape;632;p41"/>
            <p:cNvGrpSpPr/>
            <p:nvPr/>
          </p:nvGrpSpPr>
          <p:grpSpPr>
            <a:xfrm>
              <a:off x="805268" y="3749031"/>
              <a:ext cx="287510" cy="126724"/>
              <a:chOff x="2775650" y="2210575"/>
              <a:chExt cx="407700" cy="179700"/>
            </a:xfrm>
          </p:grpSpPr>
          <p:sp>
            <p:nvSpPr>
              <p:cNvPr id="633" name="Google Shape;633;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 name="Google Shape;635;p41"/>
            <p:cNvGrpSpPr/>
            <p:nvPr/>
          </p:nvGrpSpPr>
          <p:grpSpPr>
            <a:xfrm>
              <a:off x="1152018" y="3749043"/>
              <a:ext cx="287510" cy="126724"/>
              <a:chOff x="2775650" y="2210575"/>
              <a:chExt cx="407700" cy="179700"/>
            </a:xfrm>
          </p:grpSpPr>
          <p:sp>
            <p:nvSpPr>
              <p:cNvPr id="636" name="Google Shape;636;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 name="Google Shape;638;p41"/>
            <p:cNvGrpSpPr/>
            <p:nvPr/>
          </p:nvGrpSpPr>
          <p:grpSpPr>
            <a:xfrm>
              <a:off x="1498768" y="3749043"/>
              <a:ext cx="287510" cy="126724"/>
              <a:chOff x="2775650" y="2210575"/>
              <a:chExt cx="407700" cy="179700"/>
            </a:xfrm>
          </p:grpSpPr>
          <p:sp>
            <p:nvSpPr>
              <p:cNvPr id="639" name="Google Shape;639;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 name="Google Shape;641;p41"/>
            <p:cNvGrpSpPr/>
            <p:nvPr/>
          </p:nvGrpSpPr>
          <p:grpSpPr>
            <a:xfrm>
              <a:off x="1845518" y="3749043"/>
              <a:ext cx="287510" cy="126724"/>
              <a:chOff x="2775650" y="2210575"/>
              <a:chExt cx="407700" cy="179700"/>
            </a:xfrm>
          </p:grpSpPr>
          <p:sp>
            <p:nvSpPr>
              <p:cNvPr id="642" name="Google Shape;642;p41"/>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4" name="Google Shape;644;p41"/>
          <p:cNvGrpSpPr/>
          <p:nvPr/>
        </p:nvGrpSpPr>
        <p:grpSpPr>
          <a:xfrm>
            <a:off x="2424497" y="2996497"/>
            <a:ext cx="337725" cy="229595"/>
            <a:chOff x="5283337" y="2478774"/>
            <a:chExt cx="358633" cy="243913"/>
          </a:xfrm>
        </p:grpSpPr>
        <p:sp>
          <p:nvSpPr>
            <p:cNvPr id="645" name="Google Shape;645;p4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46" name="Google Shape;646;p4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47" name="Google Shape;647;p4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48" name="Google Shape;648;p4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49" name="Google Shape;649;p4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50" name="Google Shape;650;p4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51" name="Google Shape;651;p4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52" name="Google Shape;652;p4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53" name="Google Shape;653;p4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54" name="Google Shape;654;p4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55" name="Google Shape;655;p4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56" name="Google Shape;656;p4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57" name="Google Shape;657;p4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58" name="Google Shape;658;p4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59" name="Google Shape;659;p4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60" name="Google Shape;660;p4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61" name="Google Shape;661;p4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662" name="Google Shape;662;p41"/>
          <p:cNvGrpSpPr/>
          <p:nvPr/>
        </p:nvGrpSpPr>
        <p:grpSpPr>
          <a:xfrm>
            <a:off x="2445353" y="3325792"/>
            <a:ext cx="296013" cy="297259"/>
            <a:chOff x="3972749" y="2894211"/>
            <a:chExt cx="355230" cy="356725"/>
          </a:xfrm>
        </p:grpSpPr>
        <p:sp>
          <p:nvSpPr>
            <p:cNvPr id="663" name="Google Shape;663;p4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64" name="Google Shape;664;p4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65" name="Google Shape;665;p4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66" name="Google Shape;666;p4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67" name="Google Shape;667;p4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668" name="Google Shape;668;p41"/>
          <p:cNvGrpSpPr/>
          <p:nvPr/>
        </p:nvGrpSpPr>
        <p:grpSpPr>
          <a:xfrm>
            <a:off x="2433519" y="4121175"/>
            <a:ext cx="319680" cy="230365"/>
            <a:chOff x="3933342" y="4315767"/>
            <a:chExt cx="383632" cy="276449"/>
          </a:xfrm>
        </p:grpSpPr>
        <p:sp>
          <p:nvSpPr>
            <p:cNvPr id="669" name="Google Shape;669;p4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70" name="Google Shape;670;p4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71" name="Google Shape;671;p4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72" name="Google Shape;672;p4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73" name="Google Shape;673;p4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74" name="Google Shape;674;p4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sp>
        <p:nvSpPr>
          <p:cNvPr id="675" name="Google Shape;675;p41"/>
          <p:cNvSpPr/>
          <p:nvPr/>
        </p:nvSpPr>
        <p:spPr>
          <a:xfrm>
            <a:off x="2443765" y="3722757"/>
            <a:ext cx="299188" cy="298711"/>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76" name="Google Shape;676;p41"/>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1"/>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1">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679" name="Google Shape;679;p41">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680" name="Google Shape;680;p41"/>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681" name="Google Shape;681;p41"/>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 name="Shape 685"/>
        <p:cNvGrpSpPr/>
        <p:nvPr/>
      </p:nvGrpSpPr>
      <p:grpSpPr>
        <a:xfrm>
          <a:off x="0" y="0"/>
          <a:ext cx="0" cy="0"/>
          <a:chOff x="0" y="0"/>
          <a:chExt cx="0" cy="0"/>
        </a:xfrm>
      </p:grpSpPr>
      <p:cxnSp>
        <p:nvCxnSpPr>
          <p:cNvPr id="686" name="Google Shape;686;p42"/>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687" name="Google Shape;687;p42"/>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EXPERIENCE</a:t>
            </a:r>
            <a:endParaRPr/>
          </a:p>
        </p:txBody>
      </p:sp>
      <p:sp>
        <p:nvSpPr>
          <p:cNvPr id="688" name="Google Shape;688;p42"/>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2"/>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2">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691" name="Google Shape;691;p42">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692" name="Google Shape;692;p42"/>
          <p:cNvSpPr txBox="1"/>
          <p:nvPr>
            <p:ph idx="4294967295" type="body"/>
          </p:nvPr>
        </p:nvSpPr>
        <p:spPr>
          <a:xfrm>
            <a:off x="2645400" y="2057500"/>
            <a:ext cx="2094300" cy="353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None/>
            </a:pPr>
            <a:r>
              <a:rPr lang="en" sz="1400"/>
              <a:t>Describe your job</a:t>
            </a:r>
            <a:r>
              <a:rPr lang="en" sz="1400"/>
              <a:t> here</a:t>
            </a:r>
            <a:endParaRPr sz="1400"/>
          </a:p>
        </p:txBody>
      </p:sp>
      <p:sp>
        <p:nvSpPr>
          <p:cNvPr id="693" name="Google Shape;693;p42"/>
          <p:cNvSpPr txBox="1"/>
          <p:nvPr>
            <p:ph idx="4294967295" type="body"/>
          </p:nvPr>
        </p:nvSpPr>
        <p:spPr>
          <a:xfrm>
            <a:off x="720000" y="1830850"/>
            <a:ext cx="1468200" cy="429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200"/>
              </a:spcAft>
              <a:buNone/>
            </a:pPr>
            <a:r>
              <a:rPr b="1" lang="en" sz="1600">
                <a:solidFill>
                  <a:srgbClr val="000000"/>
                </a:solidFill>
                <a:latin typeface="Tenor Sans"/>
                <a:ea typeface="Tenor Sans"/>
                <a:cs typeface="Tenor Sans"/>
                <a:sym typeface="Tenor Sans"/>
              </a:rPr>
              <a:t>2018 | 2020</a:t>
            </a:r>
            <a:endParaRPr b="1" sz="1600">
              <a:solidFill>
                <a:srgbClr val="000000"/>
              </a:solidFill>
              <a:latin typeface="Tenor Sans"/>
              <a:ea typeface="Tenor Sans"/>
              <a:cs typeface="Tenor Sans"/>
              <a:sym typeface="Tenor Sans"/>
            </a:endParaRPr>
          </a:p>
        </p:txBody>
      </p:sp>
      <p:sp>
        <p:nvSpPr>
          <p:cNvPr id="694" name="Google Shape;694;p42"/>
          <p:cNvSpPr txBox="1"/>
          <p:nvPr>
            <p:ph idx="4294967295" type="body"/>
          </p:nvPr>
        </p:nvSpPr>
        <p:spPr>
          <a:xfrm>
            <a:off x="2645400" y="1703800"/>
            <a:ext cx="2094300" cy="353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solidFill>
                  <a:srgbClr val="000000"/>
                </a:solidFill>
                <a:latin typeface="Tenor Sans"/>
                <a:ea typeface="Tenor Sans"/>
                <a:cs typeface="Tenor Sans"/>
                <a:sym typeface="Tenor Sans"/>
              </a:rPr>
              <a:t>COMPANY</a:t>
            </a:r>
            <a:r>
              <a:rPr b="1" lang="en">
                <a:solidFill>
                  <a:srgbClr val="000000"/>
                </a:solidFill>
                <a:latin typeface="Tenor Sans"/>
                <a:ea typeface="Tenor Sans"/>
                <a:cs typeface="Tenor Sans"/>
                <a:sym typeface="Tenor Sans"/>
              </a:rPr>
              <a:t> NAME</a:t>
            </a:r>
            <a:endParaRPr b="1" sz="1800">
              <a:solidFill>
                <a:srgbClr val="000000"/>
              </a:solidFill>
              <a:latin typeface="Tenor Sans"/>
              <a:ea typeface="Tenor Sans"/>
              <a:cs typeface="Tenor Sans"/>
              <a:sym typeface="Tenor Sans"/>
            </a:endParaRPr>
          </a:p>
        </p:txBody>
      </p:sp>
      <p:sp>
        <p:nvSpPr>
          <p:cNvPr id="695" name="Google Shape;695;p42"/>
          <p:cNvSpPr txBox="1"/>
          <p:nvPr>
            <p:ph idx="4294967295" type="body"/>
          </p:nvPr>
        </p:nvSpPr>
        <p:spPr>
          <a:xfrm>
            <a:off x="2645400" y="3123450"/>
            <a:ext cx="2094300" cy="353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None/>
            </a:pPr>
            <a:r>
              <a:rPr lang="en" sz="1400"/>
              <a:t>Describe your job</a:t>
            </a:r>
            <a:r>
              <a:rPr lang="en" sz="1400"/>
              <a:t> here</a:t>
            </a:r>
            <a:endParaRPr sz="1400"/>
          </a:p>
        </p:txBody>
      </p:sp>
      <p:sp>
        <p:nvSpPr>
          <p:cNvPr id="696" name="Google Shape;696;p42"/>
          <p:cNvSpPr txBox="1"/>
          <p:nvPr>
            <p:ph idx="4294967295" type="body"/>
          </p:nvPr>
        </p:nvSpPr>
        <p:spPr>
          <a:xfrm>
            <a:off x="720000" y="2896800"/>
            <a:ext cx="1468200" cy="429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200"/>
              </a:spcAft>
              <a:buNone/>
            </a:pPr>
            <a:r>
              <a:rPr b="1" lang="en" sz="1600">
                <a:solidFill>
                  <a:srgbClr val="000000"/>
                </a:solidFill>
                <a:latin typeface="Tenor Sans"/>
                <a:ea typeface="Tenor Sans"/>
                <a:cs typeface="Tenor Sans"/>
                <a:sym typeface="Tenor Sans"/>
              </a:rPr>
              <a:t>2015 | 2017</a:t>
            </a:r>
            <a:endParaRPr b="1" sz="1600">
              <a:solidFill>
                <a:srgbClr val="000000"/>
              </a:solidFill>
              <a:latin typeface="Tenor Sans"/>
              <a:ea typeface="Tenor Sans"/>
              <a:cs typeface="Tenor Sans"/>
              <a:sym typeface="Tenor Sans"/>
            </a:endParaRPr>
          </a:p>
        </p:txBody>
      </p:sp>
      <p:sp>
        <p:nvSpPr>
          <p:cNvPr id="697" name="Google Shape;697;p42"/>
          <p:cNvSpPr txBox="1"/>
          <p:nvPr>
            <p:ph idx="4294967295" type="body"/>
          </p:nvPr>
        </p:nvSpPr>
        <p:spPr>
          <a:xfrm>
            <a:off x="2645400" y="2769750"/>
            <a:ext cx="2094300" cy="353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solidFill>
                  <a:srgbClr val="000000"/>
                </a:solidFill>
                <a:latin typeface="Tenor Sans"/>
                <a:ea typeface="Tenor Sans"/>
                <a:cs typeface="Tenor Sans"/>
                <a:sym typeface="Tenor Sans"/>
              </a:rPr>
              <a:t>COMPANY</a:t>
            </a:r>
            <a:r>
              <a:rPr b="1" lang="en">
                <a:solidFill>
                  <a:srgbClr val="000000"/>
                </a:solidFill>
                <a:latin typeface="Tenor Sans"/>
                <a:ea typeface="Tenor Sans"/>
                <a:cs typeface="Tenor Sans"/>
                <a:sym typeface="Tenor Sans"/>
              </a:rPr>
              <a:t> NAME</a:t>
            </a:r>
            <a:endParaRPr b="1" sz="1800">
              <a:solidFill>
                <a:srgbClr val="000000"/>
              </a:solidFill>
              <a:latin typeface="Tenor Sans"/>
              <a:ea typeface="Tenor Sans"/>
              <a:cs typeface="Tenor Sans"/>
              <a:sym typeface="Tenor Sans"/>
            </a:endParaRPr>
          </a:p>
        </p:txBody>
      </p:sp>
      <p:sp>
        <p:nvSpPr>
          <p:cNvPr id="698" name="Google Shape;698;p42"/>
          <p:cNvSpPr txBox="1"/>
          <p:nvPr>
            <p:ph idx="4294967295" type="body"/>
          </p:nvPr>
        </p:nvSpPr>
        <p:spPr>
          <a:xfrm>
            <a:off x="2645400" y="4189400"/>
            <a:ext cx="2094300" cy="353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None/>
            </a:pPr>
            <a:r>
              <a:rPr lang="en" sz="1400"/>
              <a:t>Describe your job</a:t>
            </a:r>
            <a:r>
              <a:rPr lang="en" sz="1400"/>
              <a:t> here</a:t>
            </a:r>
            <a:endParaRPr sz="1400"/>
          </a:p>
        </p:txBody>
      </p:sp>
      <p:sp>
        <p:nvSpPr>
          <p:cNvPr id="699" name="Google Shape;699;p42"/>
          <p:cNvSpPr txBox="1"/>
          <p:nvPr>
            <p:ph idx="4294967295" type="body"/>
          </p:nvPr>
        </p:nvSpPr>
        <p:spPr>
          <a:xfrm>
            <a:off x="720000" y="3962750"/>
            <a:ext cx="1468200" cy="429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200"/>
              </a:spcAft>
              <a:buNone/>
            </a:pPr>
            <a:r>
              <a:rPr b="1" lang="en" sz="1600">
                <a:solidFill>
                  <a:srgbClr val="000000"/>
                </a:solidFill>
                <a:latin typeface="Tenor Sans"/>
                <a:ea typeface="Tenor Sans"/>
                <a:cs typeface="Tenor Sans"/>
                <a:sym typeface="Tenor Sans"/>
              </a:rPr>
              <a:t>2014 | 2016</a:t>
            </a:r>
            <a:endParaRPr b="1" sz="1600">
              <a:solidFill>
                <a:srgbClr val="000000"/>
              </a:solidFill>
              <a:latin typeface="Tenor Sans"/>
              <a:ea typeface="Tenor Sans"/>
              <a:cs typeface="Tenor Sans"/>
              <a:sym typeface="Tenor Sans"/>
            </a:endParaRPr>
          </a:p>
        </p:txBody>
      </p:sp>
      <p:sp>
        <p:nvSpPr>
          <p:cNvPr id="700" name="Google Shape;700;p42"/>
          <p:cNvSpPr txBox="1"/>
          <p:nvPr>
            <p:ph idx="4294967295" type="body"/>
          </p:nvPr>
        </p:nvSpPr>
        <p:spPr>
          <a:xfrm>
            <a:off x="2645400" y="3835700"/>
            <a:ext cx="2094300" cy="353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solidFill>
                  <a:srgbClr val="000000"/>
                </a:solidFill>
                <a:latin typeface="Tenor Sans"/>
                <a:ea typeface="Tenor Sans"/>
                <a:cs typeface="Tenor Sans"/>
                <a:sym typeface="Tenor Sans"/>
              </a:rPr>
              <a:t>COMPANY</a:t>
            </a:r>
            <a:r>
              <a:rPr b="1" lang="en">
                <a:solidFill>
                  <a:srgbClr val="000000"/>
                </a:solidFill>
                <a:latin typeface="Tenor Sans"/>
                <a:ea typeface="Tenor Sans"/>
                <a:cs typeface="Tenor Sans"/>
                <a:sym typeface="Tenor Sans"/>
              </a:rPr>
              <a:t> NAME</a:t>
            </a:r>
            <a:endParaRPr b="1" sz="1800">
              <a:solidFill>
                <a:srgbClr val="000000"/>
              </a:solidFill>
              <a:latin typeface="Tenor Sans"/>
              <a:ea typeface="Tenor Sans"/>
              <a:cs typeface="Tenor Sans"/>
              <a:sym typeface="Tenor Sans"/>
            </a:endParaRPr>
          </a:p>
        </p:txBody>
      </p:sp>
      <p:grpSp>
        <p:nvGrpSpPr>
          <p:cNvPr id="701" name="Google Shape;701;p42"/>
          <p:cNvGrpSpPr/>
          <p:nvPr/>
        </p:nvGrpSpPr>
        <p:grpSpPr>
          <a:xfrm>
            <a:off x="2212950" y="1572900"/>
            <a:ext cx="412625" cy="3570600"/>
            <a:chOff x="6028950" y="1598675"/>
            <a:chExt cx="412625" cy="3570600"/>
          </a:xfrm>
        </p:grpSpPr>
        <p:cxnSp>
          <p:nvCxnSpPr>
            <p:cNvPr id="702" name="Google Shape;702;p42"/>
            <p:cNvCxnSpPr/>
            <p:nvPr/>
          </p:nvCxnSpPr>
          <p:spPr>
            <a:xfrm>
              <a:off x="6237725" y="1598675"/>
              <a:ext cx="0" cy="3570600"/>
            </a:xfrm>
            <a:prstGeom prst="straightConnector1">
              <a:avLst/>
            </a:prstGeom>
            <a:noFill/>
            <a:ln cap="flat" cmpd="sng" w="19050">
              <a:solidFill>
                <a:schemeClr val="dk2"/>
              </a:solidFill>
              <a:prstDash val="solid"/>
              <a:round/>
              <a:headEnd len="med" w="med" type="none"/>
              <a:tailEnd len="med" w="med" type="none"/>
            </a:ln>
          </p:spPr>
        </p:cxnSp>
        <p:grpSp>
          <p:nvGrpSpPr>
            <p:cNvPr id="703" name="Google Shape;703;p42"/>
            <p:cNvGrpSpPr/>
            <p:nvPr/>
          </p:nvGrpSpPr>
          <p:grpSpPr>
            <a:xfrm>
              <a:off x="6033875" y="1981275"/>
              <a:ext cx="407700" cy="179700"/>
              <a:chOff x="2775650" y="2210575"/>
              <a:chExt cx="407700" cy="179700"/>
            </a:xfrm>
          </p:grpSpPr>
          <p:sp>
            <p:nvSpPr>
              <p:cNvPr id="704" name="Google Shape;704;p42"/>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2"/>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 name="Google Shape;706;p42"/>
            <p:cNvGrpSpPr/>
            <p:nvPr/>
          </p:nvGrpSpPr>
          <p:grpSpPr>
            <a:xfrm>
              <a:off x="6028950" y="3047225"/>
              <a:ext cx="407700" cy="179700"/>
              <a:chOff x="2775650" y="2210575"/>
              <a:chExt cx="407700" cy="179700"/>
            </a:xfrm>
          </p:grpSpPr>
          <p:sp>
            <p:nvSpPr>
              <p:cNvPr id="707" name="Google Shape;707;p42"/>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2"/>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 name="Google Shape;709;p42"/>
            <p:cNvGrpSpPr/>
            <p:nvPr/>
          </p:nvGrpSpPr>
          <p:grpSpPr>
            <a:xfrm>
              <a:off x="6028950" y="4113175"/>
              <a:ext cx="407700" cy="179700"/>
              <a:chOff x="2775650" y="2210575"/>
              <a:chExt cx="407700" cy="179700"/>
            </a:xfrm>
          </p:grpSpPr>
          <p:sp>
            <p:nvSpPr>
              <p:cNvPr id="710" name="Google Shape;710;p42"/>
              <p:cNvSpPr/>
              <p:nvPr/>
            </p:nvSpPr>
            <p:spPr>
              <a:xfrm>
                <a:off x="2775650" y="2210575"/>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2"/>
              <p:cNvSpPr/>
              <p:nvPr/>
            </p:nvSpPr>
            <p:spPr>
              <a:xfrm rot="10800000">
                <a:off x="2830250" y="2234575"/>
                <a:ext cx="298500" cy="1317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12" name="Google Shape;712;p42"/>
          <p:cNvCxnSpPr/>
          <p:nvPr/>
        </p:nvCxnSpPr>
        <p:spPr>
          <a:xfrm>
            <a:off x="8551050" y="2264575"/>
            <a:ext cx="0" cy="2628900"/>
          </a:xfrm>
          <a:prstGeom prst="straightConnector1">
            <a:avLst/>
          </a:prstGeom>
          <a:noFill/>
          <a:ln cap="flat" cmpd="sng" w="19050">
            <a:solidFill>
              <a:schemeClr val="dk2"/>
            </a:solidFill>
            <a:prstDash val="solid"/>
            <a:round/>
            <a:headEnd len="med" w="med" type="none"/>
            <a:tailEnd len="med" w="med" type="none"/>
          </a:ln>
        </p:spPr>
      </p:cxnSp>
      <p:sp>
        <p:nvSpPr>
          <p:cNvPr id="713" name="Google Shape;713;p42"/>
          <p:cNvSpPr txBox="1"/>
          <p:nvPr>
            <p:ph idx="4294967295" type="body"/>
          </p:nvPr>
        </p:nvSpPr>
        <p:spPr>
          <a:xfrm>
            <a:off x="6467475" y="2587275"/>
            <a:ext cx="1962600" cy="3537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b="1" lang="en">
                <a:solidFill>
                  <a:srgbClr val="000000"/>
                </a:solidFill>
                <a:latin typeface="Tenor Sans"/>
                <a:ea typeface="Tenor Sans"/>
                <a:cs typeface="Tenor Sans"/>
                <a:sym typeface="Tenor Sans"/>
              </a:rPr>
              <a:t>AWARDS</a:t>
            </a:r>
            <a:endParaRPr b="1" sz="1800">
              <a:solidFill>
                <a:srgbClr val="000000"/>
              </a:solidFill>
              <a:latin typeface="Tenor Sans"/>
              <a:ea typeface="Tenor Sans"/>
              <a:cs typeface="Tenor Sans"/>
              <a:sym typeface="Tenor Sans"/>
            </a:endParaRPr>
          </a:p>
        </p:txBody>
      </p:sp>
      <p:sp>
        <p:nvSpPr>
          <p:cNvPr id="714" name="Google Shape;714;p42"/>
          <p:cNvSpPr txBox="1"/>
          <p:nvPr>
            <p:ph idx="4294967295" type="body"/>
          </p:nvPr>
        </p:nvSpPr>
        <p:spPr>
          <a:xfrm>
            <a:off x="5928075" y="3041550"/>
            <a:ext cx="2094300" cy="353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200"/>
              </a:spcAft>
              <a:buNone/>
            </a:pPr>
            <a:r>
              <a:rPr lang="en" sz="1600">
                <a:latin typeface="Tenor Sans"/>
                <a:ea typeface="Tenor Sans"/>
                <a:cs typeface="Tenor Sans"/>
                <a:sym typeface="Tenor Sans"/>
              </a:rPr>
              <a:t>MERCURY</a:t>
            </a:r>
            <a:endParaRPr sz="1600">
              <a:latin typeface="Tenor Sans"/>
              <a:ea typeface="Tenor Sans"/>
              <a:cs typeface="Tenor Sans"/>
              <a:sym typeface="Tenor Sans"/>
            </a:endParaRPr>
          </a:p>
        </p:txBody>
      </p:sp>
      <p:sp>
        <p:nvSpPr>
          <p:cNvPr id="715" name="Google Shape;715;p42"/>
          <p:cNvSpPr txBox="1"/>
          <p:nvPr>
            <p:ph idx="4294967295" type="body"/>
          </p:nvPr>
        </p:nvSpPr>
        <p:spPr>
          <a:xfrm>
            <a:off x="5928075" y="3402175"/>
            <a:ext cx="2094300" cy="353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200"/>
              </a:spcAft>
              <a:buNone/>
            </a:pPr>
            <a:r>
              <a:rPr lang="en" sz="1400"/>
              <a:t>Describe your awards</a:t>
            </a:r>
            <a:endParaRPr sz="1400"/>
          </a:p>
        </p:txBody>
      </p:sp>
      <p:sp>
        <p:nvSpPr>
          <p:cNvPr id="716" name="Google Shape;716;p42"/>
          <p:cNvSpPr txBox="1"/>
          <p:nvPr>
            <p:ph idx="4294967295" type="body"/>
          </p:nvPr>
        </p:nvSpPr>
        <p:spPr>
          <a:xfrm>
            <a:off x="5928075" y="3861475"/>
            <a:ext cx="2094300" cy="353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200"/>
              </a:spcAft>
              <a:buNone/>
            </a:pPr>
            <a:r>
              <a:rPr lang="en" sz="1600">
                <a:latin typeface="Tenor Sans"/>
                <a:ea typeface="Tenor Sans"/>
                <a:cs typeface="Tenor Sans"/>
                <a:sym typeface="Tenor Sans"/>
              </a:rPr>
              <a:t>JUPITER</a:t>
            </a:r>
            <a:endParaRPr sz="1600">
              <a:latin typeface="Tenor Sans"/>
              <a:ea typeface="Tenor Sans"/>
              <a:cs typeface="Tenor Sans"/>
              <a:sym typeface="Tenor Sans"/>
            </a:endParaRPr>
          </a:p>
        </p:txBody>
      </p:sp>
      <p:sp>
        <p:nvSpPr>
          <p:cNvPr id="717" name="Google Shape;717;p42"/>
          <p:cNvSpPr txBox="1"/>
          <p:nvPr>
            <p:ph idx="4294967295" type="body"/>
          </p:nvPr>
        </p:nvSpPr>
        <p:spPr>
          <a:xfrm>
            <a:off x="5928075" y="4215175"/>
            <a:ext cx="2094300" cy="353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200"/>
              </a:spcAft>
              <a:buNone/>
            </a:pPr>
            <a:r>
              <a:rPr lang="en" sz="1400"/>
              <a:t>Describe your awards</a:t>
            </a:r>
            <a:endParaRPr sz="1400"/>
          </a:p>
        </p:txBody>
      </p:sp>
      <p:grpSp>
        <p:nvGrpSpPr>
          <p:cNvPr id="718" name="Google Shape;718;p42"/>
          <p:cNvGrpSpPr/>
          <p:nvPr/>
        </p:nvGrpSpPr>
        <p:grpSpPr>
          <a:xfrm>
            <a:off x="8115265" y="3230231"/>
            <a:ext cx="221902" cy="380795"/>
            <a:chOff x="916127" y="3807056"/>
            <a:chExt cx="221902" cy="380795"/>
          </a:xfrm>
        </p:grpSpPr>
        <p:sp>
          <p:nvSpPr>
            <p:cNvPr id="719" name="Google Shape;719;p4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 name="Google Shape;723;p42"/>
          <p:cNvGrpSpPr/>
          <p:nvPr/>
        </p:nvGrpSpPr>
        <p:grpSpPr>
          <a:xfrm>
            <a:off x="8115265" y="4036806"/>
            <a:ext cx="221902" cy="380795"/>
            <a:chOff x="916127" y="3807056"/>
            <a:chExt cx="221902" cy="380795"/>
          </a:xfrm>
        </p:grpSpPr>
        <p:sp>
          <p:nvSpPr>
            <p:cNvPr id="724" name="Google Shape;724;p4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 name="Google Shape;728;p42"/>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729" name="Google Shape;729;p42"/>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cxnSp>
        <p:nvCxnSpPr>
          <p:cNvPr id="734" name="Google Shape;734;p43"/>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735" name="Google Shape;735;p43"/>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grpSp>
        <p:nvGrpSpPr>
          <p:cNvPr id="736" name="Google Shape;736;p43"/>
          <p:cNvGrpSpPr/>
          <p:nvPr/>
        </p:nvGrpSpPr>
        <p:grpSpPr>
          <a:xfrm rot="5400000">
            <a:off x="5242371" y="1954047"/>
            <a:ext cx="2712179" cy="1846754"/>
            <a:chOff x="825050" y="2254625"/>
            <a:chExt cx="1269925" cy="423150"/>
          </a:xfrm>
        </p:grpSpPr>
        <p:sp>
          <p:nvSpPr>
            <p:cNvPr id="737" name="Google Shape;737;p43"/>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3"/>
            <p:cNvSpPr/>
            <p:nvPr/>
          </p:nvSpPr>
          <p:spPr>
            <a:xfrm>
              <a:off x="825050" y="2318975"/>
              <a:ext cx="1199700" cy="358800"/>
            </a:xfrm>
            <a:prstGeom prst="roundRect">
              <a:avLst>
                <a:gd fmla="val 50000"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 name="Google Shape;739;p43"/>
          <p:cNvSpPr txBox="1"/>
          <p:nvPr>
            <p:ph idx="2" type="title"/>
          </p:nvPr>
        </p:nvSpPr>
        <p:spPr>
          <a:xfrm>
            <a:off x="720000" y="2455650"/>
            <a:ext cx="3760200" cy="119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MY WORK / AREA 1</a:t>
            </a:r>
            <a:endParaRPr/>
          </a:p>
        </p:txBody>
      </p:sp>
      <p:sp>
        <p:nvSpPr>
          <p:cNvPr id="740" name="Google Shape;740;p43"/>
          <p:cNvSpPr txBox="1"/>
          <p:nvPr>
            <p:ph type="title"/>
          </p:nvPr>
        </p:nvSpPr>
        <p:spPr>
          <a:xfrm>
            <a:off x="5634250" y="2196650"/>
            <a:ext cx="1928400" cy="119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41" name="Google Shape;741;p43"/>
          <p:cNvSpPr txBox="1"/>
          <p:nvPr>
            <p:ph idx="1" type="subTitle"/>
          </p:nvPr>
        </p:nvSpPr>
        <p:spPr>
          <a:xfrm>
            <a:off x="1105350" y="3696325"/>
            <a:ext cx="2989500" cy="4521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Here you can add a subtitle for the section if you need it</a:t>
            </a:r>
            <a:endParaRPr/>
          </a:p>
        </p:txBody>
      </p:sp>
      <p:sp>
        <p:nvSpPr>
          <p:cNvPr id="742" name="Google Shape;742;p43"/>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3"/>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3">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745" name="Google Shape;745;p43">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746" name="Google Shape;746;p43"/>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747" name="Google Shape;747;p43"/>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1" name="Shape 751"/>
        <p:cNvGrpSpPr/>
        <p:nvPr/>
      </p:nvGrpSpPr>
      <p:grpSpPr>
        <a:xfrm>
          <a:off x="0" y="0"/>
          <a:ext cx="0" cy="0"/>
          <a:chOff x="0" y="0"/>
          <a:chExt cx="0" cy="0"/>
        </a:xfrm>
      </p:grpSpPr>
      <p:cxnSp>
        <p:nvCxnSpPr>
          <p:cNvPr id="752" name="Google Shape;752;p44"/>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753" name="Google Shape;753;p44"/>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754" name="Google Shape;754;p44"/>
          <p:cNvSpPr/>
          <p:nvPr/>
        </p:nvSpPr>
        <p:spPr>
          <a:xfrm>
            <a:off x="7599492" y="1142307"/>
            <a:ext cx="866511" cy="864837"/>
          </a:xfrm>
          <a:custGeom>
            <a:rect b="b" l="l" r="r" t="t"/>
            <a:pathLst>
              <a:path extrusionOk="0" fill="none" h="17047" w="17080">
                <a:moveTo>
                  <a:pt x="14745" y="12710"/>
                </a:moveTo>
                <a:cubicBezTo>
                  <a:pt x="17080" y="9274"/>
                  <a:pt x="16179" y="4637"/>
                  <a:pt x="12743" y="2302"/>
                </a:cubicBezTo>
                <a:cubicBezTo>
                  <a:pt x="9307" y="1"/>
                  <a:pt x="4637" y="868"/>
                  <a:pt x="2336" y="4304"/>
                </a:cubicBezTo>
                <a:cubicBezTo>
                  <a:pt x="1" y="7739"/>
                  <a:pt x="901" y="12409"/>
                  <a:pt x="4337" y="14711"/>
                </a:cubicBezTo>
                <a:cubicBezTo>
                  <a:pt x="7773" y="17046"/>
                  <a:pt x="12443" y="16145"/>
                  <a:pt x="14745" y="12710"/>
                </a:cubicBezTo>
                <a:close/>
              </a:path>
            </a:pathLst>
          </a:custGeom>
          <a:noFill/>
          <a:ln cap="rnd" cmpd="sng" w="381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4"/>
          <p:cNvSpPr txBox="1"/>
          <p:nvPr>
            <p:ph type="title"/>
          </p:nvPr>
        </p:nvSpPr>
        <p:spPr>
          <a:xfrm>
            <a:off x="720000" y="1729600"/>
            <a:ext cx="28080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PROJECT 01</a:t>
            </a:r>
            <a:endParaRPr/>
          </a:p>
        </p:txBody>
      </p:sp>
      <p:sp>
        <p:nvSpPr>
          <p:cNvPr id="756" name="Google Shape;756;p44"/>
          <p:cNvSpPr txBox="1"/>
          <p:nvPr>
            <p:ph idx="1" type="subTitle"/>
          </p:nvPr>
        </p:nvSpPr>
        <p:spPr>
          <a:xfrm>
            <a:off x="720000" y="2520575"/>
            <a:ext cx="2808000" cy="2048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Mercury is the closest planet to the Sun and the smallest one in the Solar System—it’s only a bit larger than the Moon. The planet’s name has nothing to do with the liquid metal, since it was named after the Roman messenger god, Mercury</a:t>
            </a:r>
            <a:endParaRPr/>
          </a:p>
        </p:txBody>
      </p:sp>
      <p:pic>
        <p:nvPicPr>
          <p:cNvPr id="757" name="Google Shape;757;p44"/>
          <p:cNvPicPr preferRelativeResize="0"/>
          <p:nvPr/>
        </p:nvPicPr>
        <p:blipFill rotWithShape="1">
          <a:blip r:embed="rId3">
            <a:alphaModFix/>
          </a:blip>
          <a:srcRect b="10" l="0" r="0" t="0"/>
          <a:stretch/>
        </p:blipFill>
        <p:spPr>
          <a:xfrm flipH="1">
            <a:off x="5732600" y="1044525"/>
            <a:ext cx="2340300" cy="3512400"/>
          </a:xfrm>
          <a:prstGeom prst="roundRect">
            <a:avLst>
              <a:gd fmla="val 47039" name="adj"/>
            </a:avLst>
          </a:prstGeom>
          <a:noFill/>
          <a:ln cap="flat" cmpd="sng" w="9525">
            <a:solidFill>
              <a:schemeClr val="accent2"/>
            </a:solidFill>
            <a:prstDash val="solid"/>
            <a:round/>
            <a:headEnd len="sm" w="sm" type="none"/>
            <a:tailEnd len="sm" w="sm" type="none"/>
          </a:ln>
        </p:spPr>
      </p:pic>
      <p:grpSp>
        <p:nvGrpSpPr>
          <p:cNvPr id="758" name="Google Shape;758;p44"/>
          <p:cNvGrpSpPr/>
          <p:nvPr/>
        </p:nvGrpSpPr>
        <p:grpSpPr>
          <a:xfrm>
            <a:off x="4862036" y="793490"/>
            <a:ext cx="3807519" cy="3877885"/>
            <a:chOff x="5213136" y="775940"/>
            <a:chExt cx="3807519" cy="3877885"/>
          </a:xfrm>
        </p:grpSpPr>
        <p:grpSp>
          <p:nvGrpSpPr>
            <p:cNvPr id="759" name="Google Shape;759;p44"/>
            <p:cNvGrpSpPr/>
            <p:nvPr/>
          </p:nvGrpSpPr>
          <p:grpSpPr>
            <a:xfrm>
              <a:off x="5399954" y="775940"/>
              <a:ext cx="3473191" cy="3877885"/>
              <a:chOff x="5399954" y="775940"/>
              <a:chExt cx="3473191" cy="3877885"/>
            </a:xfrm>
          </p:grpSpPr>
          <p:sp>
            <p:nvSpPr>
              <p:cNvPr id="760" name="Google Shape;760;p44"/>
              <p:cNvSpPr/>
              <p:nvPr/>
            </p:nvSpPr>
            <p:spPr>
              <a:xfrm>
                <a:off x="5987850" y="912525"/>
                <a:ext cx="2532000" cy="3741300"/>
              </a:xfrm>
              <a:prstGeom prst="roundRect">
                <a:avLst>
                  <a:gd fmla="val 50000" name="adj"/>
                </a:avLst>
              </a:prstGeom>
              <a:noFill/>
              <a:ln cap="flat" cmpd="sng" w="190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4"/>
              <p:cNvSpPr/>
              <p:nvPr/>
            </p:nvSpPr>
            <p:spPr>
              <a:xfrm>
                <a:off x="6458640" y="775940"/>
                <a:ext cx="1003590" cy="265737"/>
              </a:xfrm>
              <a:custGeom>
                <a:rect b="b" l="l" r="r" t="t"/>
                <a:pathLst>
                  <a:path extrusionOk="0" fill="none" h="5238" w="19782">
                    <a:moveTo>
                      <a:pt x="19782" y="1201"/>
                    </a:moveTo>
                    <a:cubicBezTo>
                      <a:pt x="12943" y="0"/>
                      <a:pt x="5838" y="1435"/>
                      <a:pt x="1" y="5237"/>
                    </a:cubicBezTo>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4"/>
              <p:cNvSpPr/>
              <p:nvPr/>
            </p:nvSpPr>
            <p:spPr>
              <a:xfrm>
                <a:off x="8660822" y="2093350"/>
                <a:ext cx="212323" cy="184742"/>
              </a:xfrm>
              <a:custGeom>
                <a:rect b="b" l="l" r="r" t="t"/>
                <a:pathLst>
                  <a:path extrusionOk="0" h="2719" w="3103">
                    <a:moveTo>
                      <a:pt x="1533" y="0"/>
                    </a:moveTo>
                    <a:cubicBezTo>
                      <a:pt x="1097" y="0"/>
                      <a:pt x="671" y="214"/>
                      <a:pt x="401" y="609"/>
                    </a:cubicBezTo>
                    <a:cubicBezTo>
                      <a:pt x="1" y="1209"/>
                      <a:pt x="168" y="2043"/>
                      <a:pt x="768" y="2477"/>
                    </a:cubicBezTo>
                    <a:cubicBezTo>
                      <a:pt x="1007" y="2640"/>
                      <a:pt x="1274" y="2718"/>
                      <a:pt x="1538" y="2718"/>
                    </a:cubicBezTo>
                    <a:cubicBezTo>
                      <a:pt x="1974" y="2718"/>
                      <a:pt x="2399" y="2505"/>
                      <a:pt x="2669" y="2110"/>
                    </a:cubicBezTo>
                    <a:cubicBezTo>
                      <a:pt x="3103" y="1510"/>
                      <a:pt x="2936" y="642"/>
                      <a:pt x="2302" y="242"/>
                    </a:cubicBezTo>
                    <a:cubicBezTo>
                      <a:pt x="2064" y="79"/>
                      <a:pt x="1796" y="0"/>
                      <a:pt x="1533"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4"/>
              <p:cNvSpPr/>
              <p:nvPr/>
            </p:nvSpPr>
            <p:spPr>
              <a:xfrm>
                <a:off x="5490457" y="2160684"/>
                <a:ext cx="212323" cy="183791"/>
              </a:xfrm>
              <a:custGeom>
                <a:rect b="b" l="l" r="r" t="t"/>
                <a:pathLst>
                  <a:path extrusionOk="0" h="2705" w="3103">
                    <a:moveTo>
                      <a:pt x="1583" y="0"/>
                    </a:moveTo>
                    <a:cubicBezTo>
                      <a:pt x="1141" y="0"/>
                      <a:pt x="708" y="206"/>
                      <a:pt x="434" y="585"/>
                    </a:cubicBezTo>
                    <a:cubicBezTo>
                      <a:pt x="1" y="1219"/>
                      <a:pt x="167" y="2053"/>
                      <a:pt x="801" y="2487"/>
                    </a:cubicBezTo>
                    <a:cubicBezTo>
                      <a:pt x="1035" y="2634"/>
                      <a:pt x="1296" y="2705"/>
                      <a:pt x="1553" y="2705"/>
                    </a:cubicBezTo>
                    <a:cubicBezTo>
                      <a:pt x="1991" y="2705"/>
                      <a:pt x="2417" y="2499"/>
                      <a:pt x="2669" y="2120"/>
                    </a:cubicBezTo>
                    <a:cubicBezTo>
                      <a:pt x="3103" y="1486"/>
                      <a:pt x="2936" y="652"/>
                      <a:pt x="2336" y="218"/>
                    </a:cubicBezTo>
                    <a:cubicBezTo>
                      <a:pt x="2102" y="71"/>
                      <a:pt x="1841" y="0"/>
                      <a:pt x="1583"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4"/>
              <p:cNvSpPr/>
              <p:nvPr/>
            </p:nvSpPr>
            <p:spPr>
              <a:xfrm>
                <a:off x="6200400" y="1156275"/>
                <a:ext cx="2134500" cy="3253800"/>
              </a:xfrm>
              <a:prstGeom prst="roundRect">
                <a:avLst>
                  <a:gd fmla="val 50000" name="adj"/>
                </a:avLst>
              </a:prstGeom>
              <a:no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4"/>
              <p:cNvSpPr/>
              <p:nvPr/>
            </p:nvSpPr>
            <p:spPr>
              <a:xfrm>
                <a:off x="6262576" y="3785875"/>
                <a:ext cx="155749" cy="137942"/>
              </a:xfrm>
              <a:custGeom>
                <a:rect b="b" l="l" r="r" t="t"/>
                <a:pathLst>
                  <a:path extrusionOk="0" h="2719" w="3070">
                    <a:moveTo>
                      <a:pt x="1532" y="1"/>
                    </a:moveTo>
                    <a:cubicBezTo>
                      <a:pt x="1096" y="1"/>
                      <a:pt x="671" y="214"/>
                      <a:pt x="401" y="609"/>
                    </a:cubicBezTo>
                    <a:cubicBezTo>
                      <a:pt x="0" y="1210"/>
                      <a:pt x="134" y="2077"/>
                      <a:pt x="767" y="2477"/>
                    </a:cubicBezTo>
                    <a:cubicBezTo>
                      <a:pt x="1006" y="2641"/>
                      <a:pt x="1274" y="2719"/>
                      <a:pt x="1537" y="2719"/>
                    </a:cubicBezTo>
                    <a:cubicBezTo>
                      <a:pt x="1973" y="2719"/>
                      <a:pt x="2399" y="2505"/>
                      <a:pt x="2669" y="2110"/>
                    </a:cubicBezTo>
                    <a:cubicBezTo>
                      <a:pt x="3069" y="1510"/>
                      <a:pt x="2902" y="642"/>
                      <a:pt x="2302" y="242"/>
                    </a:cubicBezTo>
                    <a:cubicBezTo>
                      <a:pt x="2063" y="79"/>
                      <a:pt x="1796" y="1"/>
                      <a:pt x="15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4"/>
              <p:cNvSpPr/>
              <p:nvPr/>
            </p:nvSpPr>
            <p:spPr>
              <a:xfrm>
                <a:off x="5399954" y="2724587"/>
                <a:ext cx="81273" cy="70721"/>
              </a:xfrm>
              <a:custGeom>
                <a:rect b="b" l="l" r="r" t="t"/>
                <a:pathLst>
                  <a:path extrusionOk="0" h="1394" w="1602">
                    <a:moveTo>
                      <a:pt x="792" y="1"/>
                    </a:moveTo>
                    <a:cubicBezTo>
                      <a:pt x="571" y="1"/>
                      <a:pt x="347" y="105"/>
                      <a:pt x="201" y="313"/>
                    </a:cubicBezTo>
                    <a:cubicBezTo>
                      <a:pt x="1" y="614"/>
                      <a:pt x="67" y="1047"/>
                      <a:pt x="401" y="1281"/>
                    </a:cubicBezTo>
                    <a:cubicBezTo>
                      <a:pt x="514" y="1356"/>
                      <a:pt x="650" y="1393"/>
                      <a:pt x="786" y="1393"/>
                    </a:cubicBezTo>
                    <a:cubicBezTo>
                      <a:pt x="1014" y="1393"/>
                      <a:pt x="1243" y="1289"/>
                      <a:pt x="1368" y="1081"/>
                    </a:cubicBezTo>
                    <a:cubicBezTo>
                      <a:pt x="1602" y="780"/>
                      <a:pt x="1502" y="347"/>
                      <a:pt x="1168" y="113"/>
                    </a:cubicBezTo>
                    <a:cubicBezTo>
                      <a:pt x="1056" y="38"/>
                      <a:pt x="924" y="1"/>
                      <a:pt x="7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4"/>
              <p:cNvSpPr/>
              <p:nvPr/>
            </p:nvSpPr>
            <p:spPr>
              <a:xfrm>
                <a:off x="6698950" y="1186025"/>
                <a:ext cx="1003561" cy="363904"/>
              </a:xfrm>
              <a:custGeom>
                <a:rect b="b" l="l" r="r" t="t"/>
                <a:pathLst>
                  <a:path extrusionOk="0" fill="none" h="7173" w="17213">
                    <a:moveTo>
                      <a:pt x="17213" y="3837"/>
                    </a:moveTo>
                    <a:cubicBezTo>
                      <a:pt x="11542" y="0"/>
                      <a:pt x="3837" y="1502"/>
                      <a:pt x="0" y="7172"/>
                    </a:cubicBezTo>
                  </a:path>
                </a:pathLst>
              </a:custGeom>
              <a:noFill/>
              <a:ln cap="flat" cmpd="sng" w="417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4"/>
              <p:cNvSpPr/>
              <p:nvPr/>
            </p:nvSpPr>
            <p:spPr>
              <a:xfrm flipH="1" rot="-5400000">
                <a:off x="5377400" y="2878525"/>
                <a:ext cx="1902600" cy="983400"/>
              </a:xfrm>
              <a:prstGeom prst="arc">
                <a:avLst>
                  <a:gd fmla="val 15326647" name="adj1"/>
                  <a:gd fmla="val 20676035" name="adj2"/>
                </a:avLst>
              </a:prstGeom>
              <a:noFill/>
              <a:ln cap="flat" cmpd="sng" w="190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 name="Google Shape;769;p44"/>
            <p:cNvSpPr/>
            <p:nvPr/>
          </p:nvSpPr>
          <p:spPr>
            <a:xfrm rot="-1079509">
              <a:off x="5357552" y="1845519"/>
              <a:ext cx="1118801" cy="1112212"/>
            </a:xfrm>
            <a:custGeom>
              <a:rect b="b" l="l" r="r" t="t"/>
              <a:pathLst>
                <a:path extrusionOk="0" fill="none" h="28188" w="28355">
                  <a:moveTo>
                    <a:pt x="1" y="1"/>
                  </a:moveTo>
                  <a:lnTo>
                    <a:pt x="28354" y="28188"/>
                  </a:lnTo>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4"/>
            <p:cNvSpPr/>
            <p:nvPr/>
          </p:nvSpPr>
          <p:spPr>
            <a:xfrm rot="6986944">
              <a:off x="8322455" y="1930606"/>
              <a:ext cx="595077" cy="598978"/>
            </a:xfrm>
            <a:custGeom>
              <a:rect b="b" l="l" r="r" t="t"/>
              <a:pathLst>
                <a:path extrusionOk="0" fill="none" h="28188" w="28355">
                  <a:moveTo>
                    <a:pt x="1" y="1"/>
                  </a:moveTo>
                  <a:lnTo>
                    <a:pt x="28354" y="28188"/>
                  </a:lnTo>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 name="Google Shape;771;p44"/>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4"/>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4">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774" name="Google Shape;774;p44">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775" name="Google Shape;775;p44"/>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776" name="Google Shape;776;p44"/>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ABOUT 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8">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0" name="Shape 780"/>
        <p:cNvGrpSpPr/>
        <p:nvPr/>
      </p:nvGrpSpPr>
      <p:grpSpPr>
        <a:xfrm>
          <a:off x="0" y="0"/>
          <a:ext cx="0" cy="0"/>
          <a:chOff x="0" y="0"/>
          <a:chExt cx="0" cy="0"/>
        </a:xfrm>
      </p:grpSpPr>
      <p:cxnSp>
        <p:nvCxnSpPr>
          <p:cNvPr id="781" name="Google Shape;781;p45"/>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782" name="Google Shape;782;p45"/>
          <p:cNvSpPr txBox="1"/>
          <p:nvPr>
            <p:ph type="title"/>
          </p:nvPr>
        </p:nvSpPr>
        <p:spPr>
          <a:xfrm>
            <a:off x="5483750" y="1729500"/>
            <a:ext cx="2940300" cy="755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PROJECT 02</a:t>
            </a:r>
            <a:endParaRPr/>
          </a:p>
        </p:txBody>
      </p:sp>
      <p:sp>
        <p:nvSpPr>
          <p:cNvPr id="783" name="Google Shape;783;p45"/>
          <p:cNvSpPr txBox="1"/>
          <p:nvPr>
            <p:ph idx="1" type="subTitle"/>
          </p:nvPr>
        </p:nvSpPr>
        <p:spPr>
          <a:xfrm>
            <a:off x="5264100" y="2520475"/>
            <a:ext cx="3159900" cy="2048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t>Venus has a beautiful name and is the second planet fro</a:t>
            </a:r>
            <a:r>
              <a:rPr lang="en"/>
              <a:t>m </a:t>
            </a:r>
            <a:r>
              <a:rPr lang="en"/>
              <a:t>the Sun. It’s terribly hot—even hotter than Mercury—and its atmosphere is extremely poisonous. It’s the second-brightest natural object in the night sky after the Moon</a:t>
            </a:r>
            <a:endParaRPr/>
          </a:p>
        </p:txBody>
      </p:sp>
      <p:pic>
        <p:nvPicPr>
          <p:cNvPr id="784" name="Google Shape;784;p45"/>
          <p:cNvPicPr preferRelativeResize="0"/>
          <p:nvPr/>
        </p:nvPicPr>
        <p:blipFill rotWithShape="1">
          <a:blip r:embed="rId3">
            <a:alphaModFix/>
          </a:blip>
          <a:srcRect b="10" l="0" r="0" t="0"/>
          <a:stretch/>
        </p:blipFill>
        <p:spPr>
          <a:xfrm>
            <a:off x="719999" y="1056475"/>
            <a:ext cx="2340300" cy="3512400"/>
          </a:xfrm>
          <a:prstGeom prst="roundRect">
            <a:avLst>
              <a:gd fmla="val 47039" name="adj"/>
            </a:avLst>
          </a:prstGeom>
          <a:noFill/>
          <a:ln cap="flat" cmpd="sng" w="9525">
            <a:solidFill>
              <a:schemeClr val="accent2"/>
            </a:solidFill>
            <a:prstDash val="solid"/>
            <a:round/>
            <a:headEnd len="sm" w="sm" type="none"/>
            <a:tailEnd len="sm" w="sm" type="none"/>
          </a:ln>
        </p:spPr>
      </p:pic>
      <p:grpSp>
        <p:nvGrpSpPr>
          <p:cNvPr id="785" name="Google Shape;785;p45"/>
          <p:cNvGrpSpPr/>
          <p:nvPr/>
        </p:nvGrpSpPr>
        <p:grpSpPr>
          <a:xfrm rot="5400000">
            <a:off x="2490671" y="1986395"/>
            <a:ext cx="1574887" cy="3042425"/>
            <a:chOff x="1294346" y="1020975"/>
            <a:chExt cx="1936654" cy="3741300"/>
          </a:xfrm>
        </p:grpSpPr>
        <p:grpSp>
          <p:nvGrpSpPr>
            <p:cNvPr id="786" name="Google Shape;786;p45"/>
            <p:cNvGrpSpPr/>
            <p:nvPr/>
          </p:nvGrpSpPr>
          <p:grpSpPr>
            <a:xfrm>
              <a:off x="1294346" y="2155663"/>
              <a:ext cx="1784263" cy="1471925"/>
              <a:chOff x="4057409" y="3541300"/>
              <a:chExt cx="1784263" cy="1471925"/>
            </a:xfrm>
          </p:grpSpPr>
          <p:sp>
            <p:nvSpPr>
              <p:cNvPr id="787" name="Google Shape;787;p45"/>
              <p:cNvSpPr/>
              <p:nvPr/>
            </p:nvSpPr>
            <p:spPr>
              <a:xfrm>
                <a:off x="4686850" y="3841525"/>
                <a:ext cx="768900" cy="768900"/>
              </a:xfrm>
              <a:custGeom>
                <a:rect b="b" l="l" r="r" t="t"/>
                <a:pathLst>
                  <a:path extrusionOk="0" fill="none" h="30756" w="30756">
                    <a:moveTo>
                      <a:pt x="30756" y="15378"/>
                    </a:moveTo>
                    <a:cubicBezTo>
                      <a:pt x="30756" y="6872"/>
                      <a:pt x="23884" y="1"/>
                      <a:pt x="15378" y="1"/>
                    </a:cubicBezTo>
                    <a:cubicBezTo>
                      <a:pt x="6905" y="1"/>
                      <a:pt x="1" y="6872"/>
                      <a:pt x="1" y="15378"/>
                    </a:cubicBezTo>
                    <a:cubicBezTo>
                      <a:pt x="1" y="23851"/>
                      <a:pt x="6905" y="30756"/>
                      <a:pt x="15378" y="30756"/>
                    </a:cubicBezTo>
                    <a:cubicBezTo>
                      <a:pt x="23884" y="30756"/>
                      <a:pt x="30756" y="23851"/>
                      <a:pt x="30756" y="15378"/>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5"/>
              <p:cNvSpPr/>
              <p:nvPr/>
            </p:nvSpPr>
            <p:spPr>
              <a:xfrm>
                <a:off x="4729375" y="3541300"/>
                <a:ext cx="683850" cy="684700"/>
              </a:xfrm>
              <a:custGeom>
                <a:rect b="b" l="l" r="r" t="t"/>
                <a:pathLst>
                  <a:path extrusionOk="0" fill="none" h="27388" w="27354">
                    <a:moveTo>
                      <a:pt x="27354" y="13711"/>
                    </a:moveTo>
                    <a:cubicBezTo>
                      <a:pt x="27354" y="21249"/>
                      <a:pt x="21249" y="27387"/>
                      <a:pt x="13677" y="27387"/>
                    </a:cubicBezTo>
                    <a:cubicBezTo>
                      <a:pt x="6138" y="27387"/>
                      <a:pt x="1" y="21249"/>
                      <a:pt x="1" y="13711"/>
                    </a:cubicBezTo>
                    <a:cubicBezTo>
                      <a:pt x="1" y="6139"/>
                      <a:pt x="6138" y="1"/>
                      <a:pt x="13677" y="1"/>
                    </a:cubicBezTo>
                    <a:cubicBezTo>
                      <a:pt x="21249" y="1"/>
                      <a:pt x="27354" y="6139"/>
                      <a:pt x="27354" y="13711"/>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5"/>
              <p:cNvSpPr/>
              <p:nvPr/>
            </p:nvSpPr>
            <p:spPr>
              <a:xfrm>
                <a:off x="4937875" y="3608850"/>
                <a:ext cx="750550" cy="750575"/>
              </a:xfrm>
              <a:custGeom>
                <a:rect b="b" l="l" r="r" t="t"/>
                <a:pathLst>
                  <a:path extrusionOk="0" fill="none" h="30023" w="30022">
                    <a:moveTo>
                      <a:pt x="24684" y="24685"/>
                    </a:moveTo>
                    <a:cubicBezTo>
                      <a:pt x="30021" y="19348"/>
                      <a:pt x="30021" y="10675"/>
                      <a:pt x="24684" y="5338"/>
                    </a:cubicBezTo>
                    <a:cubicBezTo>
                      <a:pt x="19347" y="1"/>
                      <a:pt x="10674" y="1"/>
                      <a:pt x="5337" y="5338"/>
                    </a:cubicBezTo>
                    <a:cubicBezTo>
                      <a:pt x="0" y="10675"/>
                      <a:pt x="0" y="19348"/>
                      <a:pt x="5337" y="24685"/>
                    </a:cubicBezTo>
                    <a:cubicBezTo>
                      <a:pt x="10674" y="30022"/>
                      <a:pt x="19347" y="30022"/>
                      <a:pt x="24684" y="24685"/>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5"/>
              <p:cNvSpPr/>
              <p:nvPr/>
            </p:nvSpPr>
            <p:spPr>
              <a:xfrm>
                <a:off x="5071300" y="3884050"/>
                <a:ext cx="683850" cy="683850"/>
              </a:xfrm>
              <a:custGeom>
                <a:rect b="b" l="l" r="r" t="t"/>
                <a:pathLst>
                  <a:path extrusionOk="0" fill="none" h="27354" w="27354">
                    <a:moveTo>
                      <a:pt x="13677" y="27354"/>
                    </a:moveTo>
                    <a:cubicBezTo>
                      <a:pt x="21249" y="27354"/>
                      <a:pt x="27353" y="21216"/>
                      <a:pt x="27353" y="13677"/>
                    </a:cubicBezTo>
                    <a:cubicBezTo>
                      <a:pt x="27353" y="6105"/>
                      <a:pt x="21249" y="1"/>
                      <a:pt x="13677" y="1"/>
                    </a:cubicBezTo>
                    <a:cubicBezTo>
                      <a:pt x="6138" y="1"/>
                      <a:pt x="0" y="6105"/>
                      <a:pt x="0" y="13677"/>
                    </a:cubicBezTo>
                    <a:cubicBezTo>
                      <a:pt x="0" y="21216"/>
                      <a:pt x="6138" y="27354"/>
                      <a:pt x="13677" y="27354"/>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5"/>
              <p:cNvSpPr/>
              <p:nvPr/>
            </p:nvSpPr>
            <p:spPr>
              <a:xfrm>
                <a:off x="4937875" y="4092550"/>
                <a:ext cx="750550" cy="750550"/>
              </a:xfrm>
              <a:custGeom>
                <a:rect b="b" l="l" r="r" t="t"/>
                <a:pathLst>
                  <a:path extrusionOk="0" fill="none" h="30022" w="30022">
                    <a:moveTo>
                      <a:pt x="5337" y="24684"/>
                    </a:moveTo>
                    <a:cubicBezTo>
                      <a:pt x="10674" y="30022"/>
                      <a:pt x="19347" y="30022"/>
                      <a:pt x="24684" y="24684"/>
                    </a:cubicBezTo>
                    <a:cubicBezTo>
                      <a:pt x="30021" y="19347"/>
                      <a:pt x="30021" y="10674"/>
                      <a:pt x="24684" y="5337"/>
                    </a:cubicBezTo>
                    <a:cubicBezTo>
                      <a:pt x="19347" y="0"/>
                      <a:pt x="10674" y="0"/>
                      <a:pt x="5337" y="5337"/>
                    </a:cubicBezTo>
                    <a:cubicBezTo>
                      <a:pt x="0" y="10674"/>
                      <a:pt x="0" y="19347"/>
                      <a:pt x="5337" y="24684"/>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5"/>
              <p:cNvSpPr/>
              <p:nvPr/>
            </p:nvSpPr>
            <p:spPr>
              <a:xfrm>
                <a:off x="4729375" y="4225975"/>
                <a:ext cx="683850" cy="683850"/>
              </a:xfrm>
              <a:custGeom>
                <a:rect b="b" l="l" r="r" t="t"/>
                <a:pathLst>
                  <a:path extrusionOk="0" fill="none" h="27354" w="27354">
                    <a:moveTo>
                      <a:pt x="1" y="13677"/>
                    </a:moveTo>
                    <a:cubicBezTo>
                      <a:pt x="1" y="21215"/>
                      <a:pt x="6138" y="27353"/>
                      <a:pt x="13677" y="27353"/>
                    </a:cubicBezTo>
                    <a:cubicBezTo>
                      <a:pt x="21249" y="27353"/>
                      <a:pt x="27354" y="21215"/>
                      <a:pt x="27354" y="13677"/>
                    </a:cubicBezTo>
                    <a:cubicBezTo>
                      <a:pt x="27354" y="6105"/>
                      <a:pt x="21249" y="0"/>
                      <a:pt x="13677" y="0"/>
                    </a:cubicBezTo>
                    <a:cubicBezTo>
                      <a:pt x="6138" y="0"/>
                      <a:pt x="1" y="6105"/>
                      <a:pt x="1" y="13677"/>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5"/>
              <p:cNvSpPr/>
              <p:nvPr/>
            </p:nvSpPr>
            <p:spPr>
              <a:xfrm>
                <a:off x="4454175" y="4092550"/>
                <a:ext cx="750575" cy="750550"/>
              </a:xfrm>
              <a:custGeom>
                <a:rect b="b" l="l" r="r" t="t"/>
                <a:pathLst>
                  <a:path extrusionOk="0" fill="none" h="30022" w="30023">
                    <a:moveTo>
                      <a:pt x="5338" y="5337"/>
                    </a:moveTo>
                    <a:cubicBezTo>
                      <a:pt x="1" y="10674"/>
                      <a:pt x="1" y="19347"/>
                      <a:pt x="5338" y="24684"/>
                    </a:cubicBezTo>
                    <a:cubicBezTo>
                      <a:pt x="10675" y="30022"/>
                      <a:pt x="19348" y="30022"/>
                      <a:pt x="24685" y="24684"/>
                    </a:cubicBezTo>
                    <a:cubicBezTo>
                      <a:pt x="30022" y="19347"/>
                      <a:pt x="30022" y="10674"/>
                      <a:pt x="24685" y="5337"/>
                    </a:cubicBezTo>
                    <a:cubicBezTo>
                      <a:pt x="19348" y="0"/>
                      <a:pt x="10675" y="0"/>
                      <a:pt x="5338" y="5337"/>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5"/>
              <p:cNvSpPr/>
              <p:nvPr/>
            </p:nvSpPr>
            <p:spPr>
              <a:xfrm>
                <a:off x="4387475" y="3884050"/>
                <a:ext cx="683850" cy="683850"/>
              </a:xfrm>
              <a:custGeom>
                <a:rect b="b" l="l" r="r" t="t"/>
                <a:pathLst>
                  <a:path extrusionOk="0" fill="none" h="27354" w="27354">
                    <a:moveTo>
                      <a:pt x="13677" y="1"/>
                    </a:moveTo>
                    <a:cubicBezTo>
                      <a:pt x="6105" y="1"/>
                      <a:pt x="0" y="6105"/>
                      <a:pt x="0" y="13677"/>
                    </a:cubicBezTo>
                    <a:cubicBezTo>
                      <a:pt x="0" y="21216"/>
                      <a:pt x="6105" y="27354"/>
                      <a:pt x="13677" y="27354"/>
                    </a:cubicBezTo>
                    <a:cubicBezTo>
                      <a:pt x="21215" y="27354"/>
                      <a:pt x="27353" y="21216"/>
                      <a:pt x="27353" y="13677"/>
                    </a:cubicBezTo>
                    <a:cubicBezTo>
                      <a:pt x="27353" y="6105"/>
                      <a:pt x="21215" y="1"/>
                      <a:pt x="13677" y="1"/>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5"/>
              <p:cNvSpPr/>
              <p:nvPr/>
            </p:nvSpPr>
            <p:spPr>
              <a:xfrm>
                <a:off x="4454175" y="3608850"/>
                <a:ext cx="750575" cy="750575"/>
              </a:xfrm>
              <a:custGeom>
                <a:rect b="b" l="l" r="r" t="t"/>
                <a:pathLst>
                  <a:path extrusionOk="0" fill="none" h="30023" w="30023">
                    <a:moveTo>
                      <a:pt x="24685" y="5338"/>
                    </a:moveTo>
                    <a:cubicBezTo>
                      <a:pt x="19348" y="1"/>
                      <a:pt x="10675" y="1"/>
                      <a:pt x="5338" y="5338"/>
                    </a:cubicBezTo>
                    <a:cubicBezTo>
                      <a:pt x="1" y="10675"/>
                      <a:pt x="1" y="19348"/>
                      <a:pt x="5338" y="24685"/>
                    </a:cubicBezTo>
                    <a:cubicBezTo>
                      <a:pt x="10675" y="30022"/>
                      <a:pt x="19348" y="30022"/>
                      <a:pt x="24685" y="24685"/>
                    </a:cubicBezTo>
                    <a:cubicBezTo>
                      <a:pt x="30022" y="19348"/>
                      <a:pt x="30022" y="10675"/>
                      <a:pt x="24685" y="5338"/>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5"/>
              <p:cNvSpPr/>
              <p:nvPr/>
            </p:nvSpPr>
            <p:spPr>
              <a:xfrm>
                <a:off x="5054625" y="3917425"/>
                <a:ext cx="33375" cy="34200"/>
              </a:xfrm>
              <a:custGeom>
                <a:rect b="b" l="l" r="r" t="t"/>
                <a:pathLst>
                  <a:path extrusionOk="0" h="1368" w="1335">
                    <a:moveTo>
                      <a:pt x="667" y="0"/>
                    </a:moveTo>
                    <a:cubicBezTo>
                      <a:pt x="300" y="0"/>
                      <a:pt x="0" y="300"/>
                      <a:pt x="0" y="701"/>
                    </a:cubicBezTo>
                    <a:cubicBezTo>
                      <a:pt x="0" y="1067"/>
                      <a:pt x="300" y="1368"/>
                      <a:pt x="667" y="1368"/>
                    </a:cubicBezTo>
                    <a:cubicBezTo>
                      <a:pt x="1034" y="1368"/>
                      <a:pt x="1334" y="1067"/>
                      <a:pt x="1334" y="701"/>
                    </a:cubicBezTo>
                    <a:cubicBezTo>
                      <a:pt x="1334" y="300"/>
                      <a:pt x="1034" y="0"/>
                      <a:pt x="667"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5"/>
              <p:cNvSpPr/>
              <p:nvPr/>
            </p:nvSpPr>
            <p:spPr>
              <a:xfrm>
                <a:off x="5054625" y="4500325"/>
                <a:ext cx="33375" cy="33375"/>
              </a:xfrm>
              <a:custGeom>
                <a:rect b="b" l="l" r="r" t="t"/>
                <a:pathLst>
                  <a:path extrusionOk="0" h="1335"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5"/>
              <p:cNvSpPr/>
              <p:nvPr/>
            </p:nvSpPr>
            <p:spPr>
              <a:xfrm>
                <a:off x="5345650" y="4209300"/>
                <a:ext cx="33375" cy="33375"/>
              </a:xfrm>
              <a:custGeom>
                <a:rect b="b" l="l" r="r" t="t"/>
                <a:pathLst>
                  <a:path extrusionOk="0" h="1335" w="1335">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5"/>
              <p:cNvSpPr/>
              <p:nvPr/>
            </p:nvSpPr>
            <p:spPr>
              <a:xfrm>
                <a:off x="4763575" y="4209300"/>
                <a:ext cx="33375" cy="33375"/>
              </a:xfrm>
              <a:custGeom>
                <a:rect b="b" l="l" r="r" t="t"/>
                <a:pathLst>
                  <a:path extrusionOk="0" h="1335" w="1335">
                    <a:moveTo>
                      <a:pt x="668" y="0"/>
                    </a:moveTo>
                    <a:cubicBezTo>
                      <a:pt x="301" y="0"/>
                      <a:pt x="0" y="300"/>
                      <a:pt x="0" y="667"/>
                    </a:cubicBezTo>
                    <a:cubicBezTo>
                      <a:pt x="0" y="1034"/>
                      <a:pt x="301" y="1334"/>
                      <a:pt x="668" y="1334"/>
                    </a:cubicBezTo>
                    <a:cubicBezTo>
                      <a:pt x="1034" y="1334"/>
                      <a:pt x="1335" y="1034"/>
                      <a:pt x="1335" y="667"/>
                    </a:cubicBezTo>
                    <a:cubicBezTo>
                      <a:pt x="1335" y="300"/>
                      <a:pt x="1034" y="0"/>
                      <a:pt x="668"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5"/>
              <p:cNvSpPr/>
              <p:nvPr/>
            </p:nvSpPr>
            <p:spPr>
              <a:xfrm>
                <a:off x="5258925" y="4003300"/>
                <a:ext cx="36725" cy="33400"/>
              </a:xfrm>
              <a:custGeom>
                <a:rect b="b" l="l" r="r" t="t"/>
                <a:pathLst>
                  <a:path extrusionOk="0" h="1336" w="1469">
                    <a:moveTo>
                      <a:pt x="734" y="1"/>
                    </a:moveTo>
                    <a:cubicBezTo>
                      <a:pt x="568" y="1"/>
                      <a:pt x="401" y="68"/>
                      <a:pt x="267" y="201"/>
                    </a:cubicBezTo>
                    <a:cubicBezTo>
                      <a:pt x="1" y="434"/>
                      <a:pt x="1" y="868"/>
                      <a:pt x="267" y="1135"/>
                    </a:cubicBezTo>
                    <a:cubicBezTo>
                      <a:pt x="401" y="1268"/>
                      <a:pt x="568" y="1335"/>
                      <a:pt x="734" y="1335"/>
                    </a:cubicBezTo>
                    <a:cubicBezTo>
                      <a:pt x="901" y="1335"/>
                      <a:pt x="1068" y="1268"/>
                      <a:pt x="1201" y="1135"/>
                    </a:cubicBezTo>
                    <a:cubicBezTo>
                      <a:pt x="1468" y="868"/>
                      <a:pt x="1468" y="434"/>
                      <a:pt x="1201" y="201"/>
                    </a:cubicBezTo>
                    <a:cubicBezTo>
                      <a:pt x="1068" y="68"/>
                      <a:pt x="901" y="1"/>
                      <a:pt x="734"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5"/>
              <p:cNvSpPr/>
              <p:nvPr/>
            </p:nvSpPr>
            <p:spPr>
              <a:xfrm>
                <a:off x="4846975" y="4414425"/>
                <a:ext cx="36700" cy="34225"/>
              </a:xfrm>
              <a:custGeom>
                <a:rect b="b" l="l" r="r" t="t"/>
                <a:pathLst>
                  <a:path extrusionOk="0" h="1369" w="1468">
                    <a:moveTo>
                      <a:pt x="746" y="1"/>
                    </a:moveTo>
                    <a:cubicBezTo>
                      <a:pt x="576" y="1"/>
                      <a:pt x="400" y="68"/>
                      <a:pt x="267" y="201"/>
                    </a:cubicBezTo>
                    <a:cubicBezTo>
                      <a:pt x="0" y="468"/>
                      <a:pt x="0" y="902"/>
                      <a:pt x="267" y="1168"/>
                    </a:cubicBezTo>
                    <a:cubicBezTo>
                      <a:pt x="400" y="1302"/>
                      <a:pt x="576" y="1369"/>
                      <a:pt x="746" y="1369"/>
                    </a:cubicBezTo>
                    <a:cubicBezTo>
                      <a:pt x="917" y="1369"/>
                      <a:pt x="1084" y="1302"/>
                      <a:pt x="1201" y="1168"/>
                    </a:cubicBezTo>
                    <a:cubicBezTo>
                      <a:pt x="1468" y="902"/>
                      <a:pt x="1468" y="468"/>
                      <a:pt x="1201" y="201"/>
                    </a:cubicBezTo>
                    <a:cubicBezTo>
                      <a:pt x="1084" y="68"/>
                      <a:pt x="917" y="1"/>
                      <a:pt x="746"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5"/>
              <p:cNvSpPr/>
              <p:nvPr/>
            </p:nvSpPr>
            <p:spPr>
              <a:xfrm>
                <a:off x="5260600" y="4414425"/>
                <a:ext cx="33375" cy="34225"/>
              </a:xfrm>
              <a:custGeom>
                <a:rect b="b" l="l" r="r" t="t"/>
                <a:pathLst>
                  <a:path extrusionOk="0" h="1369" w="1335">
                    <a:moveTo>
                      <a:pt x="667" y="1"/>
                    </a:moveTo>
                    <a:cubicBezTo>
                      <a:pt x="300" y="1"/>
                      <a:pt x="0" y="301"/>
                      <a:pt x="0" y="701"/>
                    </a:cubicBezTo>
                    <a:cubicBezTo>
                      <a:pt x="0" y="1068"/>
                      <a:pt x="300" y="1369"/>
                      <a:pt x="667" y="1369"/>
                    </a:cubicBezTo>
                    <a:cubicBezTo>
                      <a:pt x="1034" y="1369"/>
                      <a:pt x="1335" y="1068"/>
                      <a:pt x="1335" y="701"/>
                    </a:cubicBezTo>
                    <a:cubicBezTo>
                      <a:pt x="1335" y="301"/>
                      <a:pt x="1034" y="1"/>
                      <a:pt x="667"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5"/>
              <p:cNvSpPr/>
              <p:nvPr/>
            </p:nvSpPr>
            <p:spPr>
              <a:xfrm>
                <a:off x="4846975" y="4003300"/>
                <a:ext cx="36700" cy="33400"/>
              </a:xfrm>
              <a:custGeom>
                <a:rect b="b" l="l" r="r" t="t"/>
                <a:pathLst>
                  <a:path extrusionOk="0" h="1336" w="1468">
                    <a:moveTo>
                      <a:pt x="746" y="1"/>
                    </a:moveTo>
                    <a:cubicBezTo>
                      <a:pt x="576" y="1"/>
                      <a:pt x="400" y="68"/>
                      <a:pt x="267" y="201"/>
                    </a:cubicBezTo>
                    <a:cubicBezTo>
                      <a:pt x="0" y="434"/>
                      <a:pt x="0" y="868"/>
                      <a:pt x="267" y="1135"/>
                    </a:cubicBezTo>
                    <a:cubicBezTo>
                      <a:pt x="400" y="1268"/>
                      <a:pt x="576" y="1335"/>
                      <a:pt x="746" y="1335"/>
                    </a:cubicBezTo>
                    <a:cubicBezTo>
                      <a:pt x="917" y="1335"/>
                      <a:pt x="1084" y="1268"/>
                      <a:pt x="1201" y="1135"/>
                    </a:cubicBezTo>
                    <a:cubicBezTo>
                      <a:pt x="1468" y="868"/>
                      <a:pt x="1468" y="434"/>
                      <a:pt x="1201" y="201"/>
                    </a:cubicBezTo>
                    <a:cubicBezTo>
                      <a:pt x="1084" y="68"/>
                      <a:pt x="917" y="1"/>
                      <a:pt x="746"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5"/>
              <p:cNvSpPr/>
              <p:nvPr/>
            </p:nvSpPr>
            <p:spPr>
              <a:xfrm>
                <a:off x="5581650" y="3661400"/>
                <a:ext cx="56750" cy="51725"/>
              </a:xfrm>
              <a:custGeom>
                <a:rect b="b" l="l" r="r" t="t"/>
                <a:pathLst>
                  <a:path extrusionOk="0" h="2069" w="2270">
                    <a:moveTo>
                      <a:pt x="1135" y="0"/>
                    </a:moveTo>
                    <a:cubicBezTo>
                      <a:pt x="868" y="0"/>
                      <a:pt x="601" y="100"/>
                      <a:pt x="401" y="301"/>
                    </a:cubicBezTo>
                    <a:cubicBezTo>
                      <a:pt x="1" y="701"/>
                      <a:pt x="1" y="1368"/>
                      <a:pt x="401" y="1768"/>
                    </a:cubicBezTo>
                    <a:cubicBezTo>
                      <a:pt x="601" y="1968"/>
                      <a:pt x="868" y="2069"/>
                      <a:pt x="1135" y="2069"/>
                    </a:cubicBezTo>
                    <a:cubicBezTo>
                      <a:pt x="1402" y="2069"/>
                      <a:pt x="1669" y="1968"/>
                      <a:pt x="1869" y="1768"/>
                    </a:cubicBezTo>
                    <a:cubicBezTo>
                      <a:pt x="2269" y="1368"/>
                      <a:pt x="2269" y="701"/>
                      <a:pt x="1869" y="301"/>
                    </a:cubicBezTo>
                    <a:cubicBezTo>
                      <a:pt x="1669" y="100"/>
                      <a:pt x="1402" y="0"/>
                      <a:pt x="1135"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5"/>
              <p:cNvSpPr/>
              <p:nvPr/>
            </p:nvSpPr>
            <p:spPr>
              <a:xfrm>
                <a:off x="5789947" y="4200125"/>
                <a:ext cx="51725" cy="51725"/>
              </a:xfrm>
              <a:custGeom>
                <a:rect b="b" l="l" r="r" t="t"/>
                <a:pathLst>
                  <a:path extrusionOk="0" h="2069" w="2069">
                    <a:moveTo>
                      <a:pt x="1034" y="0"/>
                    </a:moveTo>
                    <a:cubicBezTo>
                      <a:pt x="467" y="0"/>
                      <a:pt x="0" y="467"/>
                      <a:pt x="0" y="1034"/>
                    </a:cubicBezTo>
                    <a:cubicBezTo>
                      <a:pt x="0" y="1601"/>
                      <a:pt x="467" y="2068"/>
                      <a:pt x="1034" y="2068"/>
                    </a:cubicBezTo>
                    <a:cubicBezTo>
                      <a:pt x="1635" y="2068"/>
                      <a:pt x="2068" y="1601"/>
                      <a:pt x="2068" y="1034"/>
                    </a:cubicBezTo>
                    <a:cubicBezTo>
                      <a:pt x="2068" y="467"/>
                      <a:pt x="1635" y="0"/>
                      <a:pt x="1034"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5"/>
              <p:cNvSpPr/>
              <p:nvPr/>
            </p:nvSpPr>
            <p:spPr>
              <a:xfrm>
                <a:off x="5594224" y="4751399"/>
                <a:ext cx="56750" cy="51750"/>
              </a:xfrm>
              <a:custGeom>
                <a:rect b="b" l="l" r="r" t="t"/>
                <a:pathLst>
                  <a:path extrusionOk="0" h="2070" w="2270">
                    <a:moveTo>
                      <a:pt x="1135" y="1"/>
                    </a:moveTo>
                    <a:cubicBezTo>
                      <a:pt x="868" y="1"/>
                      <a:pt x="601" y="101"/>
                      <a:pt x="401" y="301"/>
                    </a:cubicBezTo>
                    <a:cubicBezTo>
                      <a:pt x="1" y="701"/>
                      <a:pt x="1" y="1335"/>
                      <a:pt x="401" y="1769"/>
                    </a:cubicBezTo>
                    <a:cubicBezTo>
                      <a:pt x="601" y="1969"/>
                      <a:pt x="868" y="2069"/>
                      <a:pt x="1135" y="2069"/>
                    </a:cubicBezTo>
                    <a:cubicBezTo>
                      <a:pt x="1402" y="2069"/>
                      <a:pt x="1669" y="1969"/>
                      <a:pt x="1869" y="1769"/>
                    </a:cubicBezTo>
                    <a:cubicBezTo>
                      <a:pt x="2269" y="1335"/>
                      <a:pt x="2269" y="701"/>
                      <a:pt x="1869" y="301"/>
                    </a:cubicBezTo>
                    <a:cubicBezTo>
                      <a:pt x="1669" y="101"/>
                      <a:pt x="1402" y="1"/>
                      <a:pt x="1135"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5"/>
              <p:cNvSpPr/>
              <p:nvPr/>
            </p:nvSpPr>
            <p:spPr>
              <a:xfrm>
                <a:off x="5045450" y="4961500"/>
                <a:ext cx="51725" cy="51725"/>
              </a:xfrm>
              <a:custGeom>
                <a:rect b="b" l="l" r="r" t="t"/>
                <a:pathLst>
                  <a:path extrusionOk="0" h="2069" w="2069">
                    <a:moveTo>
                      <a:pt x="1034" y="0"/>
                    </a:moveTo>
                    <a:cubicBezTo>
                      <a:pt x="467" y="0"/>
                      <a:pt x="0" y="467"/>
                      <a:pt x="0" y="1034"/>
                    </a:cubicBezTo>
                    <a:cubicBezTo>
                      <a:pt x="0" y="1601"/>
                      <a:pt x="467" y="2068"/>
                      <a:pt x="1034" y="2068"/>
                    </a:cubicBezTo>
                    <a:cubicBezTo>
                      <a:pt x="1601" y="2068"/>
                      <a:pt x="2068" y="1601"/>
                      <a:pt x="2068" y="1034"/>
                    </a:cubicBezTo>
                    <a:cubicBezTo>
                      <a:pt x="2068" y="467"/>
                      <a:pt x="1601" y="0"/>
                      <a:pt x="1034"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5"/>
              <p:cNvSpPr/>
              <p:nvPr/>
            </p:nvSpPr>
            <p:spPr>
              <a:xfrm>
                <a:off x="4462845" y="4902530"/>
                <a:ext cx="56725" cy="51750"/>
              </a:xfrm>
              <a:custGeom>
                <a:rect b="b" l="l" r="r" t="t"/>
                <a:pathLst>
                  <a:path extrusionOk="0" h="2070" w="2269">
                    <a:moveTo>
                      <a:pt x="1134" y="1"/>
                    </a:moveTo>
                    <a:cubicBezTo>
                      <a:pt x="868" y="1"/>
                      <a:pt x="601" y="101"/>
                      <a:pt x="401" y="301"/>
                    </a:cubicBezTo>
                    <a:cubicBezTo>
                      <a:pt x="0" y="701"/>
                      <a:pt x="0" y="1335"/>
                      <a:pt x="401" y="1769"/>
                    </a:cubicBezTo>
                    <a:cubicBezTo>
                      <a:pt x="601" y="1969"/>
                      <a:pt x="868" y="2069"/>
                      <a:pt x="1134" y="2069"/>
                    </a:cubicBezTo>
                    <a:cubicBezTo>
                      <a:pt x="1401" y="2069"/>
                      <a:pt x="1668" y="1969"/>
                      <a:pt x="1868" y="1769"/>
                    </a:cubicBezTo>
                    <a:cubicBezTo>
                      <a:pt x="2269" y="1335"/>
                      <a:pt x="2269" y="701"/>
                      <a:pt x="1868" y="301"/>
                    </a:cubicBezTo>
                    <a:cubicBezTo>
                      <a:pt x="1668" y="101"/>
                      <a:pt x="1401" y="1"/>
                      <a:pt x="1134"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5"/>
              <p:cNvSpPr/>
              <p:nvPr/>
            </p:nvSpPr>
            <p:spPr>
              <a:xfrm>
                <a:off x="4057409" y="3771971"/>
                <a:ext cx="51725" cy="51725"/>
              </a:xfrm>
              <a:custGeom>
                <a:rect b="b" l="l" r="r" t="t"/>
                <a:pathLst>
                  <a:path extrusionOk="0" h="2069" w="2069">
                    <a:moveTo>
                      <a:pt x="1034" y="0"/>
                    </a:moveTo>
                    <a:cubicBezTo>
                      <a:pt x="434" y="0"/>
                      <a:pt x="0" y="467"/>
                      <a:pt x="0" y="1034"/>
                    </a:cubicBezTo>
                    <a:cubicBezTo>
                      <a:pt x="0" y="1601"/>
                      <a:pt x="434" y="2068"/>
                      <a:pt x="1034" y="2068"/>
                    </a:cubicBezTo>
                    <a:cubicBezTo>
                      <a:pt x="1601" y="2068"/>
                      <a:pt x="2068" y="1601"/>
                      <a:pt x="2068" y="1034"/>
                    </a:cubicBezTo>
                    <a:cubicBezTo>
                      <a:pt x="2068" y="467"/>
                      <a:pt x="1601" y="0"/>
                      <a:pt x="1034"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5"/>
              <p:cNvSpPr/>
              <p:nvPr/>
            </p:nvSpPr>
            <p:spPr>
              <a:xfrm>
                <a:off x="4504225" y="3661400"/>
                <a:ext cx="56725" cy="51725"/>
              </a:xfrm>
              <a:custGeom>
                <a:rect b="b" l="l" r="r" t="t"/>
                <a:pathLst>
                  <a:path extrusionOk="0" h="2069" w="2269">
                    <a:moveTo>
                      <a:pt x="1134" y="0"/>
                    </a:moveTo>
                    <a:cubicBezTo>
                      <a:pt x="868" y="0"/>
                      <a:pt x="601" y="100"/>
                      <a:pt x="401" y="301"/>
                    </a:cubicBezTo>
                    <a:cubicBezTo>
                      <a:pt x="0" y="701"/>
                      <a:pt x="0" y="1368"/>
                      <a:pt x="401" y="1768"/>
                    </a:cubicBezTo>
                    <a:cubicBezTo>
                      <a:pt x="601" y="1968"/>
                      <a:pt x="868" y="2069"/>
                      <a:pt x="1134" y="2069"/>
                    </a:cubicBezTo>
                    <a:cubicBezTo>
                      <a:pt x="1401" y="2069"/>
                      <a:pt x="1668" y="1968"/>
                      <a:pt x="1868" y="1768"/>
                    </a:cubicBezTo>
                    <a:cubicBezTo>
                      <a:pt x="2269" y="1368"/>
                      <a:pt x="2269" y="701"/>
                      <a:pt x="1868" y="301"/>
                    </a:cubicBezTo>
                    <a:cubicBezTo>
                      <a:pt x="1668" y="100"/>
                      <a:pt x="1401" y="0"/>
                      <a:pt x="1134"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5"/>
              <p:cNvSpPr/>
              <p:nvPr/>
            </p:nvSpPr>
            <p:spPr>
              <a:xfrm>
                <a:off x="5054625" y="3716425"/>
                <a:ext cx="33375" cy="33400"/>
              </a:xfrm>
              <a:custGeom>
                <a:rect b="b" l="l" r="r" t="t"/>
                <a:pathLst>
                  <a:path extrusionOk="0" h="1336" w="1335">
                    <a:moveTo>
                      <a:pt x="667" y="1"/>
                    </a:moveTo>
                    <a:cubicBezTo>
                      <a:pt x="300" y="1"/>
                      <a:pt x="0" y="301"/>
                      <a:pt x="0" y="668"/>
                    </a:cubicBezTo>
                    <a:cubicBezTo>
                      <a:pt x="0" y="1068"/>
                      <a:pt x="300" y="1335"/>
                      <a:pt x="667" y="1335"/>
                    </a:cubicBezTo>
                    <a:cubicBezTo>
                      <a:pt x="1034" y="1335"/>
                      <a:pt x="1334" y="1068"/>
                      <a:pt x="1334" y="668"/>
                    </a:cubicBezTo>
                    <a:cubicBezTo>
                      <a:pt x="1334" y="301"/>
                      <a:pt x="1034" y="1"/>
                      <a:pt x="667"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5"/>
              <p:cNvSpPr/>
              <p:nvPr/>
            </p:nvSpPr>
            <p:spPr>
              <a:xfrm>
                <a:off x="5400700" y="3860700"/>
                <a:ext cx="36700" cy="33400"/>
              </a:xfrm>
              <a:custGeom>
                <a:rect b="b" l="l" r="r" t="t"/>
                <a:pathLst>
                  <a:path extrusionOk="0" h="1336" w="1468">
                    <a:moveTo>
                      <a:pt x="751" y="1"/>
                    </a:moveTo>
                    <a:cubicBezTo>
                      <a:pt x="576" y="1"/>
                      <a:pt x="401" y="67"/>
                      <a:pt x="267" y="201"/>
                    </a:cubicBezTo>
                    <a:cubicBezTo>
                      <a:pt x="0" y="468"/>
                      <a:pt x="0" y="901"/>
                      <a:pt x="267" y="1135"/>
                    </a:cubicBezTo>
                    <a:cubicBezTo>
                      <a:pt x="401" y="1268"/>
                      <a:pt x="576" y="1335"/>
                      <a:pt x="751" y="1335"/>
                    </a:cubicBezTo>
                    <a:cubicBezTo>
                      <a:pt x="926" y="1335"/>
                      <a:pt x="1101" y="1268"/>
                      <a:pt x="1234" y="1135"/>
                    </a:cubicBezTo>
                    <a:cubicBezTo>
                      <a:pt x="1468" y="901"/>
                      <a:pt x="1468" y="468"/>
                      <a:pt x="1234" y="201"/>
                    </a:cubicBezTo>
                    <a:cubicBezTo>
                      <a:pt x="1101" y="67"/>
                      <a:pt x="926" y="1"/>
                      <a:pt x="751"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5"/>
              <p:cNvSpPr/>
              <p:nvPr/>
            </p:nvSpPr>
            <p:spPr>
              <a:xfrm>
                <a:off x="5546625" y="4209300"/>
                <a:ext cx="33400" cy="33375"/>
              </a:xfrm>
              <a:custGeom>
                <a:rect b="b" l="l" r="r" t="t"/>
                <a:pathLst>
                  <a:path extrusionOk="0" h="1335" w="1336">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5"/>
              <p:cNvSpPr/>
              <p:nvPr/>
            </p:nvSpPr>
            <p:spPr>
              <a:xfrm>
                <a:off x="5400700" y="4557050"/>
                <a:ext cx="36700" cy="33375"/>
              </a:xfrm>
              <a:custGeom>
                <a:rect b="b" l="l" r="r" t="t"/>
                <a:pathLst>
                  <a:path extrusionOk="0" h="1335" w="1468">
                    <a:moveTo>
                      <a:pt x="751" y="0"/>
                    </a:moveTo>
                    <a:cubicBezTo>
                      <a:pt x="576" y="0"/>
                      <a:pt x="401" y="67"/>
                      <a:pt x="267" y="200"/>
                    </a:cubicBezTo>
                    <a:cubicBezTo>
                      <a:pt x="0" y="467"/>
                      <a:pt x="0" y="867"/>
                      <a:pt x="267" y="1134"/>
                    </a:cubicBezTo>
                    <a:cubicBezTo>
                      <a:pt x="401" y="1268"/>
                      <a:pt x="576" y="1334"/>
                      <a:pt x="751" y="1334"/>
                    </a:cubicBezTo>
                    <a:cubicBezTo>
                      <a:pt x="926" y="1334"/>
                      <a:pt x="1101" y="1268"/>
                      <a:pt x="1234" y="1134"/>
                    </a:cubicBezTo>
                    <a:cubicBezTo>
                      <a:pt x="1468" y="867"/>
                      <a:pt x="1468" y="467"/>
                      <a:pt x="1234" y="200"/>
                    </a:cubicBezTo>
                    <a:cubicBezTo>
                      <a:pt x="1101" y="67"/>
                      <a:pt x="926" y="0"/>
                      <a:pt x="751"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5"/>
              <p:cNvSpPr/>
              <p:nvPr/>
            </p:nvSpPr>
            <p:spPr>
              <a:xfrm>
                <a:off x="5054625" y="4701300"/>
                <a:ext cx="33375" cy="33400"/>
              </a:xfrm>
              <a:custGeom>
                <a:rect b="b" l="l" r="r" t="t"/>
                <a:pathLst>
                  <a:path extrusionOk="0" h="1336"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5"/>
              <p:cNvSpPr/>
              <p:nvPr/>
            </p:nvSpPr>
            <p:spPr>
              <a:xfrm>
                <a:off x="4705200" y="4557050"/>
                <a:ext cx="36725" cy="33375"/>
              </a:xfrm>
              <a:custGeom>
                <a:rect b="b" l="l" r="r" t="t"/>
                <a:pathLst>
                  <a:path extrusionOk="0" h="1335" w="1469">
                    <a:moveTo>
                      <a:pt x="718" y="0"/>
                    </a:moveTo>
                    <a:cubicBezTo>
                      <a:pt x="542" y="0"/>
                      <a:pt x="367" y="67"/>
                      <a:pt x="234" y="200"/>
                    </a:cubicBezTo>
                    <a:cubicBezTo>
                      <a:pt x="0" y="467"/>
                      <a:pt x="0" y="867"/>
                      <a:pt x="234" y="1134"/>
                    </a:cubicBezTo>
                    <a:cubicBezTo>
                      <a:pt x="367" y="1268"/>
                      <a:pt x="542" y="1334"/>
                      <a:pt x="718" y="1334"/>
                    </a:cubicBezTo>
                    <a:cubicBezTo>
                      <a:pt x="893" y="1334"/>
                      <a:pt x="1068" y="1268"/>
                      <a:pt x="1201" y="1134"/>
                    </a:cubicBezTo>
                    <a:cubicBezTo>
                      <a:pt x="1468" y="867"/>
                      <a:pt x="1468" y="467"/>
                      <a:pt x="1201" y="200"/>
                    </a:cubicBezTo>
                    <a:cubicBezTo>
                      <a:pt x="1068" y="67"/>
                      <a:pt x="893" y="0"/>
                      <a:pt x="718"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5"/>
              <p:cNvSpPr/>
              <p:nvPr/>
            </p:nvSpPr>
            <p:spPr>
              <a:xfrm>
                <a:off x="4562600" y="4209300"/>
                <a:ext cx="33375" cy="33375"/>
              </a:xfrm>
              <a:custGeom>
                <a:rect b="b" l="l" r="r" t="t"/>
                <a:pathLst>
                  <a:path extrusionOk="0" h="1335" w="1335">
                    <a:moveTo>
                      <a:pt x="667" y="0"/>
                    </a:moveTo>
                    <a:cubicBezTo>
                      <a:pt x="301" y="0"/>
                      <a:pt x="0" y="300"/>
                      <a:pt x="0" y="667"/>
                    </a:cubicBezTo>
                    <a:cubicBezTo>
                      <a:pt x="0" y="1034"/>
                      <a:pt x="301" y="1334"/>
                      <a:pt x="667" y="1334"/>
                    </a:cubicBezTo>
                    <a:cubicBezTo>
                      <a:pt x="1034" y="1334"/>
                      <a:pt x="1335" y="1034"/>
                      <a:pt x="1335" y="667"/>
                    </a:cubicBezTo>
                    <a:cubicBezTo>
                      <a:pt x="1335" y="300"/>
                      <a:pt x="1034" y="0"/>
                      <a:pt x="667"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5"/>
              <p:cNvSpPr/>
              <p:nvPr/>
            </p:nvSpPr>
            <p:spPr>
              <a:xfrm>
                <a:off x="4705200" y="3860700"/>
                <a:ext cx="36725" cy="33600"/>
              </a:xfrm>
              <a:custGeom>
                <a:rect b="b" l="l" r="r" t="t"/>
                <a:pathLst>
                  <a:path extrusionOk="0" h="1344" w="1469">
                    <a:moveTo>
                      <a:pt x="718" y="1"/>
                    </a:moveTo>
                    <a:cubicBezTo>
                      <a:pt x="542" y="1"/>
                      <a:pt x="367" y="67"/>
                      <a:pt x="234" y="201"/>
                    </a:cubicBezTo>
                    <a:cubicBezTo>
                      <a:pt x="0" y="468"/>
                      <a:pt x="0" y="901"/>
                      <a:pt x="234" y="1168"/>
                    </a:cubicBezTo>
                    <a:cubicBezTo>
                      <a:pt x="367" y="1285"/>
                      <a:pt x="542" y="1343"/>
                      <a:pt x="718" y="1343"/>
                    </a:cubicBezTo>
                    <a:cubicBezTo>
                      <a:pt x="893" y="1343"/>
                      <a:pt x="1068" y="1285"/>
                      <a:pt x="1201" y="1168"/>
                    </a:cubicBezTo>
                    <a:cubicBezTo>
                      <a:pt x="1468" y="901"/>
                      <a:pt x="1468" y="468"/>
                      <a:pt x="1201" y="201"/>
                    </a:cubicBezTo>
                    <a:cubicBezTo>
                      <a:pt x="1068" y="67"/>
                      <a:pt x="893" y="1"/>
                      <a:pt x="718"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 name="Google Shape;819;p45"/>
            <p:cNvSpPr/>
            <p:nvPr/>
          </p:nvSpPr>
          <p:spPr>
            <a:xfrm>
              <a:off x="2268625" y="1562950"/>
              <a:ext cx="79250" cy="79250"/>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5"/>
            <p:cNvSpPr/>
            <p:nvPr/>
          </p:nvSpPr>
          <p:spPr>
            <a:xfrm>
              <a:off x="1563965" y="2150855"/>
              <a:ext cx="1487750" cy="1487750"/>
            </a:xfrm>
            <a:custGeom>
              <a:rect b="b" l="l" r="r" t="t"/>
              <a:pathLst>
                <a:path extrusionOk="0" fill="none" h="59510" w="59510">
                  <a:moveTo>
                    <a:pt x="59510" y="29755"/>
                  </a:moveTo>
                  <a:cubicBezTo>
                    <a:pt x="59510" y="46167"/>
                    <a:pt x="46200" y="59509"/>
                    <a:pt x="29755" y="59509"/>
                  </a:cubicBezTo>
                  <a:cubicBezTo>
                    <a:pt x="13344" y="59509"/>
                    <a:pt x="1" y="46167"/>
                    <a:pt x="1" y="29755"/>
                  </a:cubicBezTo>
                  <a:cubicBezTo>
                    <a:pt x="1" y="13310"/>
                    <a:pt x="13344" y="0"/>
                    <a:pt x="29755" y="0"/>
                  </a:cubicBezTo>
                  <a:cubicBezTo>
                    <a:pt x="46200" y="0"/>
                    <a:pt x="59510" y="13310"/>
                    <a:pt x="59510" y="29755"/>
                  </a:cubicBezTo>
                  <a:close/>
                </a:path>
              </a:pathLst>
            </a:custGeom>
            <a:no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5"/>
            <p:cNvSpPr/>
            <p:nvPr/>
          </p:nvSpPr>
          <p:spPr>
            <a:xfrm>
              <a:off x="1443875" y="2027250"/>
              <a:ext cx="1728750" cy="1728750"/>
            </a:xfrm>
            <a:custGeom>
              <a:rect b="b" l="l" r="r" t="t"/>
              <a:pathLst>
                <a:path extrusionOk="0" fill="none" h="69150" w="69150">
                  <a:moveTo>
                    <a:pt x="69150" y="34592"/>
                  </a:moveTo>
                  <a:cubicBezTo>
                    <a:pt x="69150" y="53672"/>
                    <a:pt x="53672" y="69150"/>
                    <a:pt x="34558" y="69150"/>
                  </a:cubicBezTo>
                  <a:cubicBezTo>
                    <a:pt x="15478" y="69150"/>
                    <a:pt x="0" y="53672"/>
                    <a:pt x="0" y="34592"/>
                  </a:cubicBezTo>
                  <a:cubicBezTo>
                    <a:pt x="0" y="15478"/>
                    <a:pt x="15478" y="0"/>
                    <a:pt x="34558" y="0"/>
                  </a:cubicBezTo>
                  <a:cubicBezTo>
                    <a:pt x="53672" y="0"/>
                    <a:pt x="69150" y="15478"/>
                    <a:pt x="69150" y="34592"/>
                  </a:cubicBezTo>
                  <a:close/>
                </a:path>
              </a:pathLst>
            </a:custGeom>
            <a:no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5"/>
            <p:cNvSpPr/>
            <p:nvPr/>
          </p:nvSpPr>
          <p:spPr>
            <a:xfrm>
              <a:off x="2249450" y="1779325"/>
              <a:ext cx="117600" cy="117600"/>
            </a:xfrm>
            <a:custGeom>
              <a:rect b="b" l="l" r="r" t="t"/>
              <a:pathLst>
                <a:path extrusionOk="0" h="4704" w="4704">
                  <a:moveTo>
                    <a:pt x="2335" y="0"/>
                  </a:moveTo>
                  <a:cubicBezTo>
                    <a:pt x="1034" y="0"/>
                    <a:pt x="0" y="1068"/>
                    <a:pt x="0" y="2335"/>
                  </a:cubicBezTo>
                  <a:cubicBezTo>
                    <a:pt x="0" y="3636"/>
                    <a:pt x="1034" y="4704"/>
                    <a:pt x="2335" y="4704"/>
                  </a:cubicBezTo>
                  <a:cubicBezTo>
                    <a:pt x="3636" y="4704"/>
                    <a:pt x="4704" y="3636"/>
                    <a:pt x="4704" y="2335"/>
                  </a:cubicBezTo>
                  <a:cubicBezTo>
                    <a:pt x="4704" y="1068"/>
                    <a:pt x="3636" y="0"/>
                    <a:pt x="2335" y="0"/>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5"/>
            <p:cNvSpPr/>
            <p:nvPr/>
          </p:nvSpPr>
          <p:spPr>
            <a:xfrm>
              <a:off x="2249450" y="3812850"/>
              <a:ext cx="117600" cy="117625"/>
            </a:xfrm>
            <a:custGeom>
              <a:rect b="b" l="l" r="r" t="t"/>
              <a:pathLst>
                <a:path extrusionOk="0" h="4705" w="4704">
                  <a:moveTo>
                    <a:pt x="2335" y="1"/>
                  </a:moveTo>
                  <a:cubicBezTo>
                    <a:pt x="1034" y="1"/>
                    <a:pt x="0" y="1035"/>
                    <a:pt x="0" y="2336"/>
                  </a:cubicBezTo>
                  <a:cubicBezTo>
                    <a:pt x="0" y="3637"/>
                    <a:pt x="1034" y="4704"/>
                    <a:pt x="2335" y="4704"/>
                  </a:cubicBezTo>
                  <a:cubicBezTo>
                    <a:pt x="3636" y="4704"/>
                    <a:pt x="4704" y="3637"/>
                    <a:pt x="4704" y="2336"/>
                  </a:cubicBezTo>
                  <a:cubicBezTo>
                    <a:pt x="4704" y="1035"/>
                    <a:pt x="3636" y="1"/>
                    <a:pt x="2335"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5"/>
            <p:cNvSpPr/>
            <p:nvPr/>
          </p:nvSpPr>
          <p:spPr>
            <a:xfrm>
              <a:off x="3113400" y="2833238"/>
              <a:ext cx="117600" cy="116775"/>
            </a:xfrm>
            <a:custGeom>
              <a:rect b="b" l="l" r="r" t="t"/>
              <a:pathLst>
                <a:path extrusionOk="0" h="4671" w="4704">
                  <a:moveTo>
                    <a:pt x="2369" y="1"/>
                  </a:moveTo>
                  <a:cubicBezTo>
                    <a:pt x="1068" y="1"/>
                    <a:pt x="0" y="1035"/>
                    <a:pt x="0" y="2336"/>
                  </a:cubicBezTo>
                  <a:cubicBezTo>
                    <a:pt x="0" y="3637"/>
                    <a:pt x="1068" y="4671"/>
                    <a:pt x="2369" y="4671"/>
                  </a:cubicBezTo>
                  <a:cubicBezTo>
                    <a:pt x="3670" y="4671"/>
                    <a:pt x="4704" y="3637"/>
                    <a:pt x="4704" y="2336"/>
                  </a:cubicBezTo>
                  <a:cubicBezTo>
                    <a:pt x="4704" y="1035"/>
                    <a:pt x="3670" y="1"/>
                    <a:pt x="2369"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5"/>
            <p:cNvSpPr/>
            <p:nvPr/>
          </p:nvSpPr>
          <p:spPr>
            <a:xfrm>
              <a:off x="1385500" y="2833238"/>
              <a:ext cx="116775" cy="116775"/>
            </a:xfrm>
            <a:custGeom>
              <a:rect b="b" l="l" r="r" t="t"/>
              <a:pathLst>
                <a:path extrusionOk="0" h="4671" w="4671">
                  <a:moveTo>
                    <a:pt x="2335" y="1"/>
                  </a:moveTo>
                  <a:cubicBezTo>
                    <a:pt x="1034" y="1"/>
                    <a:pt x="0" y="1035"/>
                    <a:pt x="0" y="2336"/>
                  </a:cubicBezTo>
                  <a:cubicBezTo>
                    <a:pt x="0" y="3637"/>
                    <a:pt x="1034" y="4671"/>
                    <a:pt x="2335" y="4671"/>
                  </a:cubicBezTo>
                  <a:cubicBezTo>
                    <a:pt x="3636" y="4671"/>
                    <a:pt x="4670" y="3637"/>
                    <a:pt x="4670" y="2336"/>
                  </a:cubicBezTo>
                  <a:cubicBezTo>
                    <a:pt x="4670" y="1035"/>
                    <a:pt x="3636" y="1"/>
                    <a:pt x="2335" y="1"/>
                  </a:cubicBezTo>
                  <a:close/>
                </a:path>
              </a:pathLst>
            </a:custGeom>
            <a:solidFill>
              <a:schemeClr val="accent2"/>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5"/>
            <p:cNvSpPr/>
            <p:nvPr/>
          </p:nvSpPr>
          <p:spPr>
            <a:xfrm>
              <a:off x="2268625" y="4104725"/>
              <a:ext cx="79250" cy="79250"/>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rgbClr val="000000"/>
            </a:solidFill>
            <a:ln cap="flat" cmpd="sng" w="9525">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7" name="Google Shape;827;p45"/>
            <p:cNvCxnSpPr/>
            <p:nvPr/>
          </p:nvCxnSpPr>
          <p:spPr>
            <a:xfrm>
              <a:off x="2308250" y="1020975"/>
              <a:ext cx="0" cy="3741300"/>
            </a:xfrm>
            <a:prstGeom prst="straightConnector1">
              <a:avLst/>
            </a:prstGeom>
            <a:noFill/>
            <a:ln cap="flat" cmpd="sng" w="9525">
              <a:solidFill>
                <a:srgbClr val="CC0000"/>
              </a:solidFill>
              <a:prstDash val="solid"/>
              <a:round/>
              <a:headEnd len="med" w="med" type="oval"/>
              <a:tailEnd len="med" w="med" type="oval"/>
            </a:ln>
          </p:spPr>
        </p:cxnSp>
        <p:sp>
          <p:nvSpPr>
            <p:cNvPr id="828" name="Google Shape;828;p45"/>
            <p:cNvSpPr/>
            <p:nvPr/>
          </p:nvSpPr>
          <p:spPr>
            <a:xfrm rot="-5400000">
              <a:off x="1171175" y="1993125"/>
              <a:ext cx="2274150" cy="1728750"/>
            </a:xfrm>
            <a:custGeom>
              <a:rect b="b" l="l" r="r" t="t"/>
              <a:pathLst>
                <a:path extrusionOk="0" fill="none" h="69150" w="90966">
                  <a:moveTo>
                    <a:pt x="90966" y="34592"/>
                  </a:moveTo>
                  <a:cubicBezTo>
                    <a:pt x="90966" y="53672"/>
                    <a:pt x="70584" y="69150"/>
                    <a:pt x="45466" y="69150"/>
                  </a:cubicBezTo>
                  <a:cubicBezTo>
                    <a:pt x="20348" y="69150"/>
                    <a:pt x="1" y="53672"/>
                    <a:pt x="1" y="34592"/>
                  </a:cubicBezTo>
                  <a:cubicBezTo>
                    <a:pt x="1" y="15478"/>
                    <a:pt x="20348" y="0"/>
                    <a:pt x="45466" y="0"/>
                  </a:cubicBezTo>
                  <a:cubicBezTo>
                    <a:pt x="70584" y="0"/>
                    <a:pt x="90966" y="15478"/>
                    <a:pt x="90966" y="34592"/>
                  </a:cubicBezTo>
                  <a:close/>
                </a:path>
              </a:pathLst>
            </a:custGeom>
            <a:no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 name="Google Shape;829;p45"/>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5"/>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5">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832" name="Google Shape;832;p45">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cxnSp>
        <p:nvCxnSpPr>
          <p:cNvPr id="833" name="Google Shape;833;p45"/>
          <p:cNvCxnSpPr/>
          <p:nvPr/>
        </p:nvCxnSpPr>
        <p:spPr>
          <a:xfrm>
            <a:off x="8551050" y="2264575"/>
            <a:ext cx="0" cy="2628900"/>
          </a:xfrm>
          <a:prstGeom prst="straightConnector1">
            <a:avLst/>
          </a:prstGeom>
          <a:noFill/>
          <a:ln cap="flat" cmpd="sng" w="19050">
            <a:solidFill>
              <a:schemeClr val="dk2"/>
            </a:solidFill>
            <a:prstDash val="solid"/>
            <a:round/>
            <a:headEnd len="med" w="med" type="none"/>
            <a:tailEnd len="med" w="med" type="none"/>
          </a:ln>
        </p:spPr>
      </p:cxnSp>
      <p:sp>
        <p:nvSpPr>
          <p:cNvPr id="834" name="Google Shape;834;p45"/>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835" name="Google Shape;835;p45"/>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ABOUT 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8">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9" name="Shape 839"/>
        <p:cNvGrpSpPr/>
        <p:nvPr/>
      </p:nvGrpSpPr>
      <p:grpSpPr>
        <a:xfrm>
          <a:off x="0" y="0"/>
          <a:ext cx="0" cy="0"/>
          <a:chOff x="0" y="0"/>
          <a:chExt cx="0" cy="0"/>
        </a:xfrm>
      </p:grpSpPr>
      <p:sp>
        <p:nvSpPr>
          <p:cNvPr id="840" name="Google Shape;840;p46"/>
          <p:cNvSpPr/>
          <p:nvPr/>
        </p:nvSpPr>
        <p:spPr>
          <a:xfrm>
            <a:off x="6821357" y="1449358"/>
            <a:ext cx="34" cy="3065554"/>
          </a:xfrm>
          <a:custGeom>
            <a:rect b="b" l="l" r="r" t="t"/>
            <a:pathLst>
              <a:path extrusionOk="0" fill="none" h="90966" w="1">
                <a:moveTo>
                  <a:pt x="0" y="90966"/>
                </a:moveTo>
                <a:lnTo>
                  <a:pt x="0" y="1"/>
                </a:lnTo>
              </a:path>
            </a:pathLst>
          </a:custGeom>
          <a:solidFill>
            <a:schemeClr val="accent2"/>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41" name="Google Shape;841;p46"/>
          <p:cNvPicPr preferRelativeResize="0"/>
          <p:nvPr/>
        </p:nvPicPr>
        <p:blipFill rotWithShape="1">
          <a:blip r:embed="rId3">
            <a:alphaModFix/>
          </a:blip>
          <a:srcRect b="0" l="9305" r="0" t="0"/>
          <a:stretch/>
        </p:blipFill>
        <p:spPr>
          <a:xfrm>
            <a:off x="5350130" y="1900891"/>
            <a:ext cx="2943600" cy="2163600"/>
          </a:xfrm>
          <a:prstGeom prst="ellipse">
            <a:avLst/>
          </a:prstGeom>
          <a:noFill/>
          <a:ln cap="flat" cmpd="sng" w="19050">
            <a:solidFill>
              <a:schemeClr val="accent2"/>
            </a:solidFill>
            <a:prstDash val="solid"/>
            <a:round/>
            <a:headEnd len="sm" w="sm" type="none"/>
            <a:tailEnd len="sm" w="sm" type="none"/>
          </a:ln>
        </p:spPr>
      </p:pic>
      <p:sp>
        <p:nvSpPr>
          <p:cNvPr id="842" name="Google Shape;842;p46"/>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CONTACT</a:t>
            </a:r>
            <a:endParaRPr/>
          </a:p>
        </p:txBody>
      </p:sp>
      <p:sp>
        <p:nvSpPr>
          <p:cNvPr id="843" name="Google Shape;843;p46"/>
          <p:cNvSpPr txBox="1"/>
          <p:nvPr>
            <p:ph idx="1" type="subTitle"/>
          </p:nvPr>
        </p:nvSpPr>
        <p:spPr>
          <a:xfrm>
            <a:off x="720000" y="2260875"/>
            <a:ext cx="3909300" cy="230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Does anyone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addyoremail@freepik.com</a:t>
            </a:r>
            <a:endParaRPr/>
          </a:p>
          <a:p>
            <a:pPr indent="0" lvl="0" marL="0" rtl="0" algn="l">
              <a:spcBef>
                <a:spcPts val="0"/>
              </a:spcBef>
              <a:spcAft>
                <a:spcPts val="0"/>
              </a:spcAft>
              <a:buNone/>
            </a:pPr>
            <a:r>
              <a:rPr lang="en"/>
              <a:t>+91 620 421 838</a:t>
            </a:r>
            <a:endParaRPr/>
          </a:p>
          <a:p>
            <a:pPr indent="0" lvl="0" marL="0" rtl="0" algn="l">
              <a:spcBef>
                <a:spcPts val="0"/>
              </a:spcBef>
              <a:spcAft>
                <a:spcPts val="0"/>
              </a:spcAft>
              <a:buNone/>
            </a:pPr>
            <a:r>
              <a:rPr lang="en"/>
              <a:t>yourcompany.com</a:t>
            </a:r>
            <a:endParaRPr/>
          </a:p>
        </p:txBody>
      </p:sp>
      <p:cxnSp>
        <p:nvCxnSpPr>
          <p:cNvPr id="844" name="Google Shape;844;p46"/>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845" name="Google Shape;845;p46"/>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846" name="Google Shape;846;p46"/>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6"/>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6">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849" name="Google Shape;849;p46">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850" name="Google Shape;850;p46"/>
          <p:cNvSpPr/>
          <p:nvPr/>
        </p:nvSpPr>
        <p:spPr>
          <a:xfrm>
            <a:off x="720000" y="3683944"/>
            <a:ext cx="267237" cy="26750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 name="Google Shape;851;p46"/>
          <p:cNvGrpSpPr/>
          <p:nvPr/>
        </p:nvGrpSpPr>
        <p:grpSpPr>
          <a:xfrm>
            <a:off x="1067101" y="3683942"/>
            <a:ext cx="267536" cy="267206"/>
            <a:chOff x="3303268" y="3817349"/>
            <a:chExt cx="346056" cy="345674"/>
          </a:xfrm>
        </p:grpSpPr>
        <p:sp>
          <p:nvSpPr>
            <p:cNvPr id="852" name="Google Shape;852;p4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46"/>
          <p:cNvGrpSpPr/>
          <p:nvPr/>
        </p:nvGrpSpPr>
        <p:grpSpPr>
          <a:xfrm>
            <a:off x="1414438" y="3683942"/>
            <a:ext cx="267536" cy="267206"/>
            <a:chOff x="3752358" y="3817349"/>
            <a:chExt cx="346056" cy="345674"/>
          </a:xfrm>
        </p:grpSpPr>
        <p:sp>
          <p:nvSpPr>
            <p:cNvPr id="857" name="Google Shape;857;p4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46"/>
          <p:cNvGrpSpPr/>
          <p:nvPr/>
        </p:nvGrpSpPr>
        <p:grpSpPr>
          <a:xfrm>
            <a:off x="1761775" y="3683942"/>
            <a:ext cx="267511" cy="267206"/>
            <a:chOff x="4201447" y="3817349"/>
            <a:chExt cx="346024" cy="345674"/>
          </a:xfrm>
        </p:grpSpPr>
        <p:sp>
          <p:nvSpPr>
            <p:cNvPr id="862" name="Google Shape;862;p4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 name="Google Shape;864;p46"/>
          <p:cNvGrpSpPr/>
          <p:nvPr/>
        </p:nvGrpSpPr>
        <p:grpSpPr>
          <a:xfrm>
            <a:off x="2109107" y="3679581"/>
            <a:ext cx="276321" cy="275965"/>
            <a:chOff x="5583569" y="3351230"/>
            <a:chExt cx="357419" cy="357005"/>
          </a:xfrm>
        </p:grpSpPr>
        <p:sp>
          <p:nvSpPr>
            <p:cNvPr id="865" name="Google Shape;865;p4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 name="Google Shape;867;p46"/>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grpSp>
        <p:nvGrpSpPr>
          <p:cNvPr id="868" name="Google Shape;868;p46"/>
          <p:cNvGrpSpPr/>
          <p:nvPr/>
        </p:nvGrpSpPr>
        <p:grpSpPr>
          <a:xfrm>
            <a:off x="5289153" y="1396516"/>
            <a:ext cx="3065554" cy="3172350"/>
            <a:chOff x="5943900" y="1764288"/>
            <a:chExt cx="2274150" cy="2353375"/>
          </a:xfrm>
        </p:grpSpPr>
        <p:sp>
          <p:nvSpPr>
            <p:cNvPr id="869" name="Google Shape;869;p46"/>
            <p:cNvSpPr/>
            <p:nvPr/>
          </p:nvSpPr>
          <p:spPr>
            <a:xfrm>
              <a:off x="6336675" y="2197113"/>
              <a:ext cx="1487750" cy="1487750"/>
            </a:xfrm>
            <a:custGeom>
              <a:rect b="b" l="l" r="r" t="t"/>
              <a:pathLst>
                <a:path extrusionOk="0" fill="none" h="59510" w="59510">
                  <a:moveTo>
                    <a:pt x="59510" y="29755"/>
                  </a:moveTo>
                  <a:cubicBezTo>
                    <a:pt x="59510" y="46167"/>
                    <a:pt x="46200" y="59509"/>
                    <a:pt x="29755" y="59509"/>
                  </a:cubicBezTo>
                  <a:cubicBezTo>
                    <a:pt x="13344" y="59509"/>
                    <a:pt x="1" y="46167"/>
                    <a:pt x="1" y="29755"/>
                  </a:cubicBezTo>
                  <a:cubicBezTo>
                    <a:pt x="1" y="13310"/>
                    <a:pt x="13344" y="0"/>
                    <a:pt x="29755" y="0"/>
                  </a:cubicBezTo>
                  <a:cubicBezTo>
                    <a:pt x="46200" y="0"/>
                    <a:pt x="59510" y="13310"/>
                    <a:pt x="59510" y="29755"/>
                  </a:cubicBezTo>
                  <a:close/>
                </a:path>
              </a:pathLst>
            </a:custGeom>
            <a:solidFill>
              <a:schemeClr val="dk1"/>
            </a:solidFill>
            <a:ln cap="rnd" cmpd="sng" w="190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6"/>
            <p:cNvSpPr/>
            <p:nvPr/>
          </p:nvSpPr>
          <p:spPr>
            <a:xfrm>
              <a:off x="6216600" y="2076188"/>
              <a:ext cx="1728750" cy="1728750"/>
            </a:xfrm>
            <a:custGeom>
              <a:rect b="b" l="l" r="r" t="t"/>
              <a:pathLst>
                <a:path extrusionOk="0" fill="none" h="69150" w="69150">
                  <a:moveTo>
                    <a:pt x="69150" y="34592"/>
                  </a:moveTo>
                  <a:cubicBezTo>
                    <a:pt x="69150" y="53672"/>
                    <a:pt x="53672" y="69150"/>
                    <a:pt x="34558" y="69150"/>
                  </a:cubicBezTo>
                  <a:cubicBezTo>
                    <a:pt x="15478" y="69150"/>
                    <a:pt x="0" y="53672"/>
                    <a:pt x="0" y="34592"/>
                  </a:cubicBezTo>
                  <a:cubicBezTo>
                    <a:pt x="0" y="15478"/>
                    <a:pt x="15478" y="0"/>
                    <a:pt x="34558" y="0"/>
                  </a:cubicBezTo>
                  <a:cubicBezTo>
                    <a:pt x="53672" y="0"/>
                    <a:pt x="69150" y="15478"/>
                    <a:pt x="69150" y="34592"/>
                  </a:cubicBezTo>
                  <a:close/>
                </a:path>
              </a:pathLst>
            </a:custGeom>
            <a:solidFill>
              <a:schemeClr val="accent2"/>
            </a:solid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6"/>
            <p:cNvSpPr/>
            <p:nvPr/>
          </p:nvSpPr>
          <p:spPr>
            <a:xfrm>
              <a:off x="7022175" y="1904756"/>
              <a:ext cx="117600" cy="117600"/>
            </a:xfrm>
            <a:custGeom>
              <a:rect b="b" l="l" r="r" t="t"/>
              <a:pathLst>
                <a:path extrusionOk="0" h="4704" w="4704">
                  <a:moveTo>
                    <a:pt x="2335" y="0"/>
                  </a:moveTo>
                  <a:cubicBezTo>
                    <a:pt x="1034" y="0"/>
                    <a:pt x="0" y="1068"/>
                    <a:pt x="0" y="2335"/>
                  </a:cubicBezTo>
                  <a:cubicBezTo>
                    <a:pt x="0" y="3636"/>
                    <a:pt x="1034" y="4704"/>
                    <a:pt x="2335" y="4704"/>
                  </a:cubicBezTo>
                  <a:cubicBezTo>
                    <a:pt x="3636" y="4704"/>
                    <a:pt x="4704" y="3636"/>
                    <a:pt x="4704" y="2335"/>
                  </a:cubicBezTo>
                  <a:cubicBezTo>
                    <a:pt x="4704" y="1068"/>
                    <a:pt x="3636" y="0"/>
                    <a:pt x="2335"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6"/>
            <p:cNvSpPr/>
            <p:nvPr/>
          </p:nvSpPr>
          <p:spPr>
            <a:xfrm>
              <a:off x="7022175" y="3859594"/>
              <a:ext cx="117600" cy="117625"/>
            </a:xfrm>
            <a:custGeom>
              <a:rect b="b" l="l" r="r" t="t"/>
              <a:pathLst>
                <a:path extrusionOk="0" h="4705" w="4704">
                  <a:moveTo>
                    <a:pt x="2335" y="1"/>
                  </a:moveTo>
                  <a:cubicBezTo>
                    <a:pt x="1034" y="1"/>
                    <a:pt x="0" y="1035"/>
                    <a:pt x="0" y="2336"/>
                  </a:cubicBezTo>
                  <a:cubicBezTo>
                    <a:pt x="0" y="3637"/>
                    <a:pt x="1034" y="4704"/>
                    <a:pt x="2335" y="4704"/>
                  </a:cubicBezTo>
                  <a:cubicBezTo>
                    <a:pt x="3636" y="4704"/>
                    <a:pt x="4704" y="3637"/>
                    <a:pt x="4704" y="2336"/>
                  </a:cubicBezTo>
                  <a:cubicBezTo>
                    <a:pt x="4704" y="1035"/>
                    <a:pt x="3636" y="1"/>
                    <a:pt x="2335"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6"/>
            <p:cNvSpPr/>
            <p:nvPr/>
          </p:nvSpPr>
          <p:spPr>
            <a:xfrm>
              <a:off x="7886125" y="2882588"/>
              <a:ext cx="117600" cy="116775"/>
            </a:xfrm>
            <a:custGeom>
              <a:rect b="b" l="l" r="r" t="t"/>
              <a:pathLst>
                <a:path extrusionOk="0" h="4671" w="4704">
                  <a:moveTo>
                    <a:pt x="2369" y="1"/>
                  </a:moveTo>
                  <a:cubicBezTo>
                    <a:pt x="1068" y="1"/>
                    <a:pt x="0" y="1035"/>
                    <a:pt x="0" y="2336"/>
                  </a:cubicBezTo>
                  <a:cubicBezTo>
                    <a:pt x="0" y="3637"/>
                    <a:pt x="1068" y="4671"/>
                    <a:pt x="2369" y="4671"/>
                  </a:cubicBezTo>
                  <a:cubicBezTo>
                    <a:pt x="3670" y="4671"/>
                    <a:pt x="4704" y="3637"/>
                    <a:pt x="4704" y="2336"/>
                  </a:cubicBezTo>
                  <a:cubicBezTo>
                    <a:pt x="4704" y="1035"/>
                    <a:pt x="3670" y="1"/>
                    <a:pt x="23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6"/>
            <p:cNvSpPr/>
            <p:nvPr/>
          </p:nvSpPr>
          <p:spPr>
            <a:xfrm>
              <a:off x="6158225" y="2882588"/>
              <a:ext cx="116775" cy="116775"/>
            </a:xfrm>
            <a:custGeom>
              <a:rect b="b" l="l" r="r" t="t"/>
              <a:pathLst>
                <a:path extrusionOk="0" h="4671" w="4671">
                  <a:moveTo>
                    <a:pt x="2335" y="1"/>
                  </a:moveTo>
                  <a:cubicBezTo>
                    <a:pt x="1034" y="1"/>
                    <a:pt x="0" y="1035"/>
                    <a:pt x="0" y="2336"/>
                  </a:cubicBezTo>
                  <a:cubicBezTo>
                    <a:pt x="0" y="3637"/>
                    <a:pt x="1034" y="4671"/>
                    <a:pt x="2335" y="4671"/>
                  </a:cubicBezTo>
                  <a:cubicBezTo>
                    <a:pt x="3636" y="4671"/>
                    <a:pt x="4670" y="3637"/>
                    <a:pt x="4670" y="2336"/>
                  </a:cubicBezTo>
                  <a:cubicBezTo>
                    <a:pt x="4670" y="1035"/>
                    <a:pt x="3636" y="1"/>
                    <a:pt x="233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6"/>
            <p:cNvSpPr/>
            <p:nvPr/>
          </p:nvSpPr>
          <p:spPr>
            <a:xfrm>
              <a:off x="7041350" y="1764288"/>
              <a:ext cx="79250" cy="79250"/>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6"/>
            <p:cNvSpPr/>
            <p:nvPr/>
          </p:nvSpPr>
          <p:spPr>
            <a:xfrm>
              <a:off x="7041350" y="4038413"/>
              <a:ext cx="79250" cy="79250"/>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6"/>
            <p:cNvSpPr/>
            <p:nvPr/>
          </p:nvSpPr>
          <p:spPr>
            <a:xfrm>
              <a:off x="5943900" y="2076188"/>
              <a:ext cx="2274150" cy="1728750"/>
            </a:xfrm>
            <a:custGeom>
              <a:rect b="b" l="l" r="r" t="t"/>
              <a:pathLst>
                <a:path extrusionOk="0" fill="none" h="69150" w="90966">
                  <a:moveTo>
                    <a:pt x="90966" y="34592"/>
                  </a:moveTo>
                  <a:cubicBezTo>
                    <a:pt x="90966" y="53672"/>
                    <a:pt x="70584" y="69150"/>
                    <a:pt x="45466" y="69150"/>
                  </a:cubicBezTo>
                  <a:cubicBezTo>
                    <a:pt x="20348" y="69150"/>
                    <a:pt x="1" y="53672"/>
                    <a:pt x="1" y="34592"/>
                  </a:cubicBezTo>
                  <a:cubicBezTo>
                    <a:pt x="1" y="15478"/>
                    <a:pt x="20348" y="0"/>
                    <a:pt x="45466" y="0"/>
                  </a:cubicBezTo>
                  <a:cubicBezTo>
                    <a:pt x="70584" y="0"/>
                    <a:pt x="90966" y="15478"/>
                    <a:pt x="90966" y="34592"/>
                  </a:cubicBezTo>
                  <a:close/>
                </a:path>
              </a:pathLst>
            </a:custGeom>
            <a:solidFill>
              <a:schemeClr val="dk1"/>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 name="Google Shape;878;p46"/>
          <p:cNvSpPr/>
          <p:nvPr/>
        </p:nvSpPr>
        <p:spPr>
          <a:xfrm rot="10800000">
            <a:off x="6431350" y="3635600"/>
            <a:ext cx="1003561" cy="363904"/>
          </a:xfrm>
          <a:custGeom>
            <a:rect b="b" l="l" r="r" t="t"/>
            <a:pathLst>
              <a:path extrusionOk="0" fill="none" h="7173" w="17213">
                <a:moveTo>
                  <a:pt x="17213" y="3837"/>
                </a:moveTo>
                <a:cubicBezTo>
                  <a:pt x="11542" y="0"/>
                  <a:pt x="3837" y="1502"/>
                  <a:pt x="0" y="7172"/>
                </a:cubicBezTo>
              </a:path>
            </a:pathLst>
          </a:custGeom>
          <a:noFill/>
          <a:ln cap="flat" cmpd="sng" w="417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6"/>
          <p:cNvSpPr/>
          <p:nvPr/>
        </p:nvSpPr>
        <p:spPr>
          <a:xfrm rot="-719936">
            <a:off x="5539652" y="1800796"/>
            <a:ext cx="1175158" cy="265729"/>
          </a:xfrm>
          <a:custGeom>
            <a:rect b="b" l="l" r="r" t="t"/>
            <a:pathLst>
              <a:path extrusionOk="0" fill="none" h="5238" w="19782">
                <a:moveTo>
                  <a:pt x="19782" y="1201"/>
                </a:moveTo>
                <a:cubicBezTo>
                  <a:pt x="12943" y="0"/>
                  <a:pt x="5838" y="1435"/>
                  <a:pt x="1" y="5237"/>
                </a:cubicBezTo>
              </a:path>
            </a:pathLst>
          </a:custGeom>
          <a:noFill/>
          <a:ln cap="rnd" cmpd="sng" w="190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6"/>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ABOUT 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8">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 name="Shape 884"/>
        <p:cNvGrpSpPr/>
        <p:nvPr/>
      </p:nvGrpSpPr>
      <p:grpSpPr>
        <a:xfrm>
          <a:off x="0" y="0"/>
          <a:ext cx="0" cy="0"/>
          <a:chOff x="0" y="0"/>
          <a:chExt cx="0" cy="0"/>
        </a:xfrm>
      </p:grpSpPr>
      <p:sp>
        <p:nvSpPr>
          <p:cNvPr id="885" name="Google Shape;885;p47"/>
          <p:cNvSpPr/>
          <p:nvPr/>
        </p:nvSpPr>
        <p:spPr>
          <a:xfrm>
            <a:off x="6729575" y="2089050"/>
            <a:ext cx="684900" cy="684900"/>
          </a:xfrm>
          <a:prstGeom prst="ellipse">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7"/>
          <p:cNvSpPr/>
          <p:nvPr/>
        </p:nvSpPr>
        <p:spPr>
          <a:xfrm>
            <a:off x="6025025" y="1924450"/>
            <a:ext cx="1592700" cy="15927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7"/>
          <p:cNvSpPr txBox="1"/>
          <p:nvPr>
            <p:ph type="title"/>
          </p:nvPr>
        </p:nvSpPr>
        <p:spPr>
          <a:xfrm>
            <a:off x="720000" y="1592900"/>
            <a:ext cx="6138000" cy="206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AWESOME WORDS</a:t>
            </a:r>
            <a:endParaRPr/>
          </a:p>
        </p:txBody>
      </p:sp>
      <p:cxnSp>
        <p:nvCxnSpPr>
          <p:cNvPr id="888" name="Google Shape;888;p47"/>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889" name="Google Shape;889;p47"/>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890" name="Google Shape;890;p47"/>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7"/>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7">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893" name="Google Shape;893;p47">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894" name="Google Shape;894;p47"/>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895" name="Google Shape;895;p47"/>
          <p:cNvSpPr txBox="1"/>
          <p:nvPr>
            <p:ph idx="1" type="subTitle"/>
          </p:nvPr>
        </p:nvSpPr>
        <p:spPr>
          <a:xfrm>
            <a:off x="720000" y="3581525"/>
            <a:ext cx="3057600" cy="545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Because key words are great for catching your audience’s attention</a:t>
            </a:r>
            <a:endParaRPr/>
          </a:p>
        </p:txBody>
      </p:sp>
      <p:grpSp>
        <p:nvGrpSpPr>
          <p:cNvPr id="896" name="Google Shape;896;p47"/>
          <p:cNvGrpSpPr/>
          <p:nvPr/>
        </p:nvGrpSpPr>
        <p:grpSpPr>
          <a:xfrm>
            <a:off x="5898625" y="850138"/>
            <a:ext cx="1845500" cy="3741300"/>
            <a:chOff x="1385500" y="1020975"/>
            <a:chExt cx="1845500" cy="3741300"/>
          </a:xfrm>
        </p:grpSpPr>
        <p:grpSp>
          <p:nvGrpSpPr>
            <p:cNvPr id="897" name="Google Shape;897;p47"/>
            <p:cNvGrpSpPr/>
            <p:nvPr/>
          </p:nvGrpSpPr>
          <p:grpSpPr>
            <a:xfrm>
              <a:off x="1523938" y="2120713"/>
              <a:ext cx="1550775" cy="1583075"/>
              <a:chOff x="4287000" y="3506350"/>
              <a:chExt cx="1550775" cy="1583075"/>
            </a:xfrm>
          </p:grpSpPr>
          <p:sp>
            <p:nvSpPr>
              <p:cNvPr id="898" name="Google Shape;898;p47"/>
              <p:cNvSpPr/>
              <p:nvPr/>
            </p:nvSpPr>
            <p:spPr>
              <a:xfrm>
                <a:off x="4686850" y="3841525"/>
                <a:ext cx="768900" cy="768900"/>
              </a:xfrm>
              <a:custGeom>
                <a:rect b="b" l="l" r="r" t="t"/>
                <a:pathLst>
                  <a:path extrusionOk="0" fill="none" h="30756" w="30756">
                    <a:moveTo>
                      <a:pt x="30756" y="15378"/>
                    </a:moveTo>
                    <a:cubicBezTo>
                      <a:pt x="30756" y="6872"/>
                      <a:pt x="23884" y="1"/>
                      <a:pt x="15378" y="1"/>
                    </a:cubicBezTo>
                    <a:cubicBezTo>
                      <a:pt x="6905" y="1"/>
                      <a:pt x="1" y="6872"/>
                      <a:pt x="1" y="15378"/>
                    </a:cubicBezTo>
                    <a:cubicBezTo>
                      <a:pt x="1" y="23851"/>
                      <a:pt x="6905" y="30756"/>
                      <a:pt x="15378" y="30756"/>
                    </a:cubicBezTo>
                    <a:cubicBezTo>
                      <a:pt x="23884" y="30756"/>
                      <a:pt x="30756" y="23851"/>
                      <a:pt x="30756" y="15378"/>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7"/>
              <p:cNvSpPr/>
              <p:nvPr/>
            </p:nvSpPr>
            <p:spPr>
              <a:xfrm>
                <a:off x="4729375" y="3541300"/>
                <a:ext cx="683850" cy="684700"/>
              </a:xfrm>
              <a:custGeom>
                <a:rect b="b" l="l" r="r" t="t"/>
                <a:pathLst>
                  <a:path extrusionOk="0" fill="none" h="27388" w="27354">
                    <a:moveTo>
                      <a:pt x="27354" y="13711"/>
                    </a:moveTo>
                    <a:cubicBezTo>
                      <a:pt x="27354" y="21249"/>
                      <a:pt x="21249" y="27387"/>
                      <a:pt x="13677" y="27387"/>
                    </a:cubicBezTo>
                    <a:cubicBezTo>
                      <a:pt x="6138" y="27387"/>
                      <a:pt x="1" y="21249"/>
                      <a:pt x="1" y="13711"/>
                    </a:cubicBezTo>
                    <a:cubicBezTo>
                      <a:pt x="1" y="6139"/>
                      <a:pt x="6138" y="1"/>
                      <a:pt x="13677" y="1"/>
                    </a:cubicBezTo>
                    <a:cubicBezTo>
                      <a:pt x="21249" y="1"/>
                      <a:pt x="27354" y="6139"/>
                      <a:pt x="27354" y="13711"/>
                    </a:cubicBezTo>
                    <a:close/>
                  </a:path>
                </a:pathLst>
              </a:custGeom>
              <a:solidFill>
                <a:srgbClr val="4B4F50"/>
              </a:solid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7"/>
              <p:cNvSpPr/>
              <p:nvPr/>
            </p:nvSpPr>
            <p:spPr>
              <a:xfrm>
                <a:off x="4937875" y="3608850"/>
                <a:ext cx="750550" cy="750575"/>
              </a:xfrm>
              <a:custGeom>
                <a:rect b="b" l="l" r="r" t="t"/>
                <a:pathLst>
                  <a:path extrusionOk="0" fill="none" h="30023" w="30022">
                    <a:moveTo>
                      <a:pt x="24684" y="24685"/>
                    </a:moveTo>
                    <a:cubicBezTo>
                      <a:pt x="30021" y="19348"/>
                      <a:pt x="30021" y="10675"/>
                      <a:pt x="24684" y="5338"/>
                    </a:cubicBezTo>
                    <a:cubicBezTo>
                      <a:pt x="19347" y="1"/>
                      <a:pt x="10674" y="1"/>
                      <a:pt x="5337" y="5338"/>
                    </a:cubicBezTo>
                    <a:cubicBezTo>
                      <a:pt x="0" y="10675"/>
                      <a:pt x="0" y="19348"/>
                      <a:pt x="5337" y="24685"/>
                    </a:cubicBezTo>
                    <a:cubicBezTo>
                      <a:pt x="10674" y="30022"/>
                      <a:pt x="19347" y="30022"/>
                      <a:pt x="24684" y="24685"/>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7"/>
              <p:cNvSpPr/>
              <p:nvPr/>
            </p:nvSpPr>
            <p:spPr>
              <a:xfrm>
                <a:off x="5071300" y="3884050"/>
                <a:ext cx="683850" cy="683850"/>
              </a:xfrm>
              <a:custGeom>
                <a:rect b="b" l="l" r="r" t="t"/>
                <a:pathLst>
                  <a:path extrusionOk="0" fill="none" h="27354" w="27354">
                    <a:moveTo>
                      <a:pt x="13677" y="27354"/>
                    </a:moveTo>
                    <a:cubicBezTo>
                      <a:pt x="21249" y="27354"/>
                      <a:pt x="27353" y="21216"/>
                      <a:pt x="27353" y="13677"/>
                    </a:cubicBezTo>
                    <a:cubicBezTo>
                      <a:pt x="27353" y="6105"/>
                      <a:pt x="21249" y="1"/>
                      <a:pt x="13677" y="1"/>
                    </a:cubicBezTo>
                    <a:cubicBezTo>
                      <a:pt x="6138" y="1"/>
                      <a:pt x="0" y="6105"/>
                      <a:pt x="0" y="13677"/>
                    </a:cubicBezTo>
                    <a:cubicBezTo>
                      <a:pt x="0" y="21216"/>
                      <a:pt x="6138" y="27354"/>
                      <a:pt x="13677" y="27354"/>
                    </a:cubicBezTo>
                    <a:close/>
                  </a:path>
                </a:pathLst>
              </a:custGeom>
              <a:solidFill>
                <a:srgbClr val="4B4F50"/>
              </a:solid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7"/>
              <p:cNvSpPr/>
              <p:nvPr/>
            </p:nvSpPr>
            <p:spPr>
              <a:xfrm>
                <a:off x="4937875" y="4092550"/>
                <a:ext cx="750550" cy="750550"/>
              </a:xfrm>
              <a:custGeom>
                <a:rect b="b" l="l" r="r" t="t"/>
                <a:pathLst>
                  <a:path extrusionOk="0" fill="none" h="30022" w="30022">
                    <a:moveTo>
                      <a:pt x="5337" y="24684"/>
                    </a:moveTo>
                    <a:cubicBezTo>
                      <a:pt x="10674" y="30022"/>
                      <a:pt x="19347" y="30022"/>
                      <a:pt x="24684" y="24684"/>
                    </a:cubicBezTo>
                    <a:cubicBezTo>
                      <a:pt x="30021" y="19347"/>
                      <a:pt x="30021" y="10674"/>
                      <a:pt x="24684" y="5337"/>
                    </a:cubicBezTo>
                    <a:cubicBezTo>
                      <a:pt x="19347" y="0"/>
                      <a:pt x="10674" y="0"/>
                      <a:pt x="5337" y="5337"/>
                    </a:cubicBezTo>
                    <a:cubicBezTo>
                      <a:pt x="0" y="10674"/>
                      <a:pt x="0" y="19347"/>
                      <a:pt x="5337" y="24684"/>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7"/>
              <p:cNvSpPr/>
              <p:nvPr/>
            </p:nvSpPr>
            <p:spPr>
              <a:xfrm>
                <a:off x="4729375" y="4225975"/>
                <a:ext cx="683850" cy="683850"/>
              </a:xfrm>
              <a:custGeom>
                <a:rect b="b" l="l" r="r" t="t"/>
                <a:pathLst>
                  <a:path extrusionOk="0" fill="none" h="27354" w="27354">
                    <a:moveTo>
                      <a:pt x="1" y="13677"/>
                    </a:moveTo>
                    <a:cubicBezTo>
                      <a:pt x="1" y="21215"/>
                      <a:pt x="6138" y="27353"/>
                      <a:pt x="13677" y="27353"/>
                    </a:cubicBezTo>
                    <a:cubicBezTo>
                      <a:pt x="21249" y="27353"/>
                      <a:pt x="27354" y="21215"/>
                      <a:pt x="27354" y="13677"/>
                    </a:cubicBezTo>
                    <a:cubicBezTo>
                      <a:pt x="27354" y="6105"/>
                      <a:pt x="21249" y="0"/>
                      <a:pt x="13677" y="0"/>
                    </a:cubicBezTo>
                    <a:cubicBezTo>
                      <a:pt x="6138" y="0"/>
                      <a:pt x="1" y="6105"/>
                      <a:pt x="1" y="13677"/>
                    </a:cubicBezTo>
                    <a:close/>
                  </a:path>
                </a:pathLst>
              </a:custGeom>
              <a:solidFill>
                <a:srgbClr val="4B4F50"/>
              </a:solid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7"/>
              <p:cNvSpPr/>
              <p:nvPr/>
            </p:nvSpPr>
            <p:spPr>
              <a:xfrm>
                <a:off x="4454175" y="4092550"/>
                <a:ext cx="750575" cy="750550"/>
              </a:xfrm>
              <a:custGeom>
                <a:rect b="b" l="l" r="r" t="t"/>
                <a:pathLst>
                  <a:path extrusionOk="0" fill="none" h="30022" w="30023">
                    <a:moveTo>
                      <a:pt x="5338" y="5337"/>
                    </a:moveTo>
                    <a:cubicBezTo>
                      <a:pt x="1" y="10674"/>
                      <a:pt x="1" y="19347"/>
                      <a:pt x="5338" y="24684"/>
                    </a:cubicBezTo>
                    <a:cubicBezTo>
                      <a:pt x="10675" y="30022"/>
                      <a:pt x="19348" y="30022"/>
                      <a:pt x="24685" y="24684"/>
                    </a:cubicBezTo>
                    <a:cubicBezTo>
                      <a:pt x="30022" y="19347"/>
                      <a:pt x="30022" y="10674"/>
                      <a:pt x="24685" y="5337"/>
                    </a:cubicBezTo>
                    <a:cubicBezTo>
                      <a:pt x="19348" y="0"/>
                      <a:pt x="10675" y="0"/>
                      <a:pt x="5338" y="5337"/>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7"/>
              <p:cNvSpPr/>
              <p:nvPr/>
            </p:nvSpPr>
            <p:spPr>
              <a:xfrm>
                <a:off x="4387475" y="3884050"/>
                <a:ext cx="683850" cy="683850"/>
              </a:xfrm>
              <a:custGeom>
                <a:rect b="b" l="l" r="r" t="t"/>
                <a:pathLst>
                  <a:path extrusionOk="0" fill="none" h="27354" w="27354">
                    <a:moveTo>
                      <a:pt x="13677" y="1"/>
                    </a:moveTo>
                    <a:cubicBezTo>
                      <a:pt x="6105" y="1"/>
                      <a:pt x="0" y="6105"/>
                      <a:pt x="0" y="13677"/>
                    </a:cubicBezTo>
                    <a:cubicBezTo>
                      <a:pt x="0" y="21216"/>
                      <a:pt x="6105" y="27354"/>
                      <a:pt x="13677" y="27354"/>
                    </a:cubicBezTo>
                    <a:cubicBezTo>
                      <a:pt x="21215" y="27354"/>
                      <a:pt x="27353" y="21216"/>
                      <a:pt x="27353" y="13677"/>
                    </a:cubicBezTo>
                    <a:cubicBezTo>
                      <a:pt x="27353" y="6105"/>
                      <a:pt x="21215" y="1"/>
                      <a:pt x="13677" y="1"/>
                    </a:cubicBezTo>
                    <a:close/>
                  </a:path>
                </a:pathLst>
              </a:custGeom>
              <a:solidFill>
                <a:srgbClr val="4B4F50"/>
              </a:solid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7"/>
              <p:cNvSpPr/>
              <p:nvPr/>
            </p:nvSpPr>
            <p:spPr>
              <a:xfrm>
                <a:off x="4454175" y="3608850"/>
                <a:ext cx="750575" cy="750575"/>
              </a:xfrm>
              <a:custGeom>
                <a:rect b="b" l="l" r="r" t="t"/>
                <a:pathLst>
                  <a:path extrusionOk="0" fill="none" h="30023" w="30023">
                    <a:moveTo>
                      <a:pt x="24685" y="5338"/>
                    </a:moveTo>
                    <a:cubicBezTo>
                      <a:pt x="19348" y="1"/>
                      <a:pt x="10675" y="1"/>
                      <a:pt x="5338" y="5338"/>
                    </a:cubicBezTo>
                    <a:cubicBezTo>
                      <a:pt x="1" y="10675"/>
                      <a:pt x="1" y="19348"/>
                      <a:pt x="5338" y="24685"/>
                    </a:cubicBezTo>
                    <a:cubicBezTo>
                      <a:pt x="10675" y="30022"/>
                      <a:pt x="19348" y="30022"/>
                      <a:pt x="24685" y="24685"/>
                    </a:cubicBezTo>
                    <a:cubicBezTo>
                      <a:pt x="30022" y="19348"/>
                      <a:pt x="30022" y="10675"/>
                      <a:pt x="24685" y="5338"/>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7"/>
              <p:cNvSpPr/>
              <p:nvPr/>
            </p:nvSpPr>
            <p:spPr>
              <a:xfrm>
                <a:off x="5054625" y="3917425"/>
                <a:ext cx="33375" cy="34200"/>
              </a:xfrm>
              <a:custGeom>
                <a:rect b="b" l="l" r="r" t="t"/>
                <a:pathLst>
                  <a:path extrusionOk="0" h="1368" w="1335">
                    <a:moveTo>
                      <a:pt x="667" y="0"/>
                    </a:moveTo>
                    <a:cubicBezTo>
                      <a:pt x="300" y="0"/>
                      <a:pt x="0" y="300"/>
                      <a:pt x="0" y="701"/>
                    </a:cubicBezTo>
                    <a:cubicBezTo>
                      <a:pt x="0" y="1067"/>
                      <a:pt x="300" y="1368"/>
                      <a:pt x="667" y="1368"/>
                    </a:cubicBezTo>
                    <a:cubicBezTo>
                      <a:pt x="1034" y="1368"/>
                      <a:pt x="1334" y="1067"/>
                      <a:pt x="1334" y="701"/>
                    </a:cubicBezTo>
                    <a:cubicBezTo>
                      <a:pt x="1334"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7"/>
              <p:cNvSpPr/>
              <p:nvPr/>
            </p:nvSpPr>
            <p:spPr>
              <a:xfrm>
                <a:off x="5054625" y="4500325"/>
                <a:ext cx="33375" cy="33375"/>
              </a:xfrm>
              <a:custGeom>
                <a:rect b="b" l="l" r="r" t="t"/>
                <a:pathLst>
                  <a:path extrusionOk="0" h="1335"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7"/>
              <p:cNvSpPr/>
              <p:nvPr/>
            </p:nvSpPr>
            <p:spPr>
              <a:xfrm>
                <a:off x="5345650" y="4209300"/>
                <a:ext cx="33375" cy="33375"/>
              </a:xfrm>
              <a:custGeom>
                <a:rect b="b" l="l" r="r" t="t"/>
                <a:pathLst>
                  <a:path extrusionOk="0" h="1335" w="1335">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7"/>
              <p:cNvSpPr/>
              <p:nvPr/>
            </p:nvSpPr>
            <p:spPr>
              <a:xfrm>
                <a:off x="4763575" y="4209300"/>
                <a:ext cx="33375" cy="33375"/>
              </a:xfrm>
              <a:custGeom>
                <a:rect b="b" l="l" r="r" t="t"/>
                <a:pathLst>
                  <a:path extrusionOk="0" h="1335" w="1335">
                    <a:moveTo>
                      <a:pt x="668" y="0"/>
                    </a:moveTo>
                    <a:cubicBezTo>
                      <a:pt x="301" y="0"/>
                      <a:pt x="0" y="300"/>
                      <a:pt x="0" y="667"/>
                    </a:cubicBezTo>
                    <a:cubicBezTo>
                      <a:pt x="0" y="1034"/>
                      <a:pt x="301" y="1334"/>
                      <a:pt x="668" y="1334"/>
                    </a:cubicBezTo>
                    <a:cubicBezTo>
                      <a:pt x="1034" y="1334"/>
                      <a:pt x="1335" y="1034"/>
                      <a:pt x="1335" y="667"/>
                    </a:cubicBezTo>
                    <a:cubicBezTo>
                      <a:pt x="1335" y="300"/>
                      <a:pt x="1034"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7"/>
              <p:cNvSpPr/>
              <p:nvPr/>
            </p:nvSpPr>
            <p:spPr>
              <a:xfrm>
                <a:off x="5258925" y="4003300"/>
                <a:ext cx="36725" cy="33400"/>
              </a:xfrm>
              <a:custGeom>
                <a:rect b="b" l="l" r="r" t="t"/>
                <a:pathLst>
                  <a:path extrusionOk="0" h="1336" w="1469">
                    <a:moveTo>
                      <a:pt x="734" y="1"/>
                    </a:moveTo>
                    <a:cubicBezTo>
                      <a:pt x="568" y="1"/>
                      <a:pt x="401" y="68"/>
                      <a:pt x="267" y="201"/>
                    </a:cubicBezTo>
                    <a:cubicBezTo>
                      <a:pt x="1" y="434"/>
                      <a:pt x="1" y="868"/>
                      <a:pt x="267" y="1135"/>
                    </a:cubicBezTo>
                    <a:cubicBezTo>
                      <a:pt x="401" y="1268"/>
                      <a:pt x="568" y="1335"/>
                      <a:pt x="734" y="1335"/>
                    </a:cubicBezTo>
                    <a:cubicBezTo>
                      <a:pt x="901" y="1335"/>
                      <a:pt x="1068" y="1268"/>
                      <a:pt x="1201" y="1135"/>
                    </a:cubicBezTo>
                    <a:cubicBezTo>
                      <a:pt x="1468" y="868"/>
                      <a:pt x="1468" y="434"/>
                      <a:pt x="1201" y="201"/>
                    </a:cubicBezTo>
                    <a:cubicBezTo>
                      <a:pt x="1068" y="68"/>
                      <a:pt x="901" y="1"/>
                      <a:pt x="7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7"/>
              <p:cNvSpPr/>
              <p:nvPr/>
            </p:nvSpPr>
            <p:spPr>
              <a:xfrm>
                <a:off x="4846975" y="4414425"/>
                <a:ext cx="36700" cy="34225"/>
              </a:xfrm>
              <a:custGeom>
                <a:rect b="b" l="l" r="r" t="t"/>
                <a:pathLst>
                  <a:path extrusionOk="0" h="1369" w="1468">
                    <a:moveTo>
                      <a:pt x="746" y="1"/>
                    </a:moveTo>
                    <a:cubicBezTo>
                      <a:pt x="576" y="1"/>
                      <a:pt x="400" y="68"/>
                      <a:pt x="267" y="201"/>
                    </a:cubicBezTo>
                    <a:cubicBezTo>
                      <a:pt x="0" y="468"/>
                      <a:pt x="0" y="902"/>
                      <a:pt x="267" y="1168"/>
                    </a:cubicBezTo>
                    <a:cubicBezTo>
                      <a:pt x="400" y="1302"/>
                      <a:pt x="576" y="1369"/>
                      <a:pt x="746" y="1369"/>
                    </a:cubicBezTo>
                    <a:cubicBezTo>
                      <a:pt x="917" y="1369"/>
                      <a:pt x="1084" y="1302"/>
                      <a:pt x="1201" y="1168"/>
                    </a:cubicBezTo>
                    <a:cubicBezTo>
                      <a:pt x="1468" y="902"/>
                      <a:pt x="1468" y="468"/>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7"/>
              <p:cNvSpPr/>
              <p:nvPr/>
            </p:nvSpPr>
            <p:spPr>
              <a:xfrm>
                <a:off x="5260600" y="4414425"/>
                <a:ext cx="33375" cy="34225"/>
              </a:xfrm>
              <a:custGeom>
                <a:rect b="b" l="l" r="r" t="t"/>
                <a:pathLst>
                  <a:path extrusionOk="0" h="1369" w="1335">
                    <a:moveTo>
                      <a:pt x="667" y="1"/>
                    </a:moveTo>
                    <a:cubicBezTo>
                      <a:pt x="300" y="1"/>
                      <a:pt x="0" y="301"/>
                      <a:pt x="0" y="701"/>
                    </a:cubicBezTo>
                    <a:cubicBezTo>
                      <a:pt x="0" y="1068"/>
                      <a:pt x="300" y="1369"/>
                      <a:pt x="667" y="1369"/>
                    </a:cubicBezTo>
                    <a:cubicBezTo>
                      <a:pt x="1034" y="1369"/>
                      <a:pt x="1335" y="1068"/>
                      <a:pt x="1335" y="701"/>
                    </a:cubicBezTo>
                    <a:cubicBezTo>
                      <a:pt x="1335"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7"/>
              <p:cNvSpPr/>
              <p:nvPr/>
            </p:nvSpPr>
            <p:spPr>
              <a:xfrm>
                <a:off x="4846975" y="4003300"/>
                <a:ext cx="36700" cy="33400"/>
              </a:xfrm>
              <a:custGeom>
                <a:rect b="b" l="l" r="r" t="t"/>
                <a:pathLst>
                  <a:path extrusionOk="0" h="1336" w="1468">
                    <a:moveTo>
                      <a:pt x="746" y="1"/>
                    </a:moveTo>
                    <a:cubicBezTo>
                      <a:pt x="576" y="1"/>
                      <a:pt x="400" y="68"/>
                      <a:pt x="267" y="201"/>
                    </a:cubicBezTo>
                    <a:cubicBezTo>
                      <a:pt x="0" y="434"/>
                      <a:pt x="0" y="868"/>
                      <a:pt x="267" y="1135"/>
                    </a:cubicBezTo>
                    <a:cubicBezTo>
                      <a:pt x="400" y="1268"/>
                      <a:pt x="576" y="1335"/>
                      <a:pt x="746" y="1335"/>
                    </a:cubicBezTo>
                    <a:cubicBezTo>
                      <a:pt x="917" y="1335"/>
                      <a:pt x="1084" y="1268"/>
                      <a:pt x="1201" y="1135"/>
                    </a:cubicBezTo>
                    <a:cubicBezTo>
                      <a:pt x="1468" y="868"/>
                      <a:pt x="1468" y="434"/>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7"/>
              <p:cNvSpPr/>
              <p:nvPr/>
            </p:nvSpPr>
            <p:spPr>
              <a:xfrm>
                <a:off x="5333963" y="3506350"/>
                <a:ext cx="56750" cy="51725"/>
              </a:xfrm>
              <a:custGeom>
                <a:rect b="b" l="l" r="r" t="t"/>
                <a:pathLst>
                  <a:path extrusionOk="0" h="2069" w="2270">
                    <a:moveTo>
                      <a:pt x="1135" y="0"/>
                    </a:moveTo>
                    <a:cubicBezTo>
                      <a:pt x="868" y="0"/>
                      <a:pt x="601" y="100"/>
                      <a:pt x="401" y="301"/>
                    </a:cubicBezTo>
                    <a:cubicBezTo>
                      <a:pt x="1" y="701"/>
                      <a:pt x="1" y="1368"/>
                      <a:pt x="401" y="1768"/>
                    </a:cubicBezTo>
                    <a:cubicBezTo>
                      <a:pt x="601" y="1968"/>
                      <a:pt x="868" y="2069"/>
                      <a:pt x="1135" y="2069"/>
                    </a:cubicBezTo>
                    <a:cubicBezTo>
                      <a:pt x="1402" y="2069"/>
                      <a:pt x="1669" y="1968"/>
                      <a:pt x="1869" y="1768"/>
                    </a:cubicBezTo>
                    <a:cubicBezTo>
                      <a:pt x="2269" y="1368"/>
                      <a:pt x="2269" y="701"/>
                      <a:pt x="1869" y="301"/>
                    </a:cubicBezTo>
                    <a:cubicBezTo>
                      <a:pt x="1669" y="100"/>
                      <a:pt x="1402" y="0"/>
                      <a:pt x="113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7"/>
              <p:cNvSpPr/>
              <p:nvPr/>
            </p:nvSpPr>
            <p:spPr>
              <a:xfrm>
                <a:off x="5786050" y="4567900"/>
                <a:ext cx="51725" cy="51725"/>
              </a:xfrm>
              <a:custGeom>
                <a:rect b="b" l="l" r="r" t="t"/>
                <a:pathLst>
                  <a:path extrusionOk="0" h="2069" w="2069">
                    <a:moveTo>
                      <a:pt x="1034" y="0"/>
                    </a:moveTo>
                    <a:cubicBezTo>
                      <a:pt x="467" y="0"/>
                      <a:pt x="0" y="467"/>
                      <a:pt x="0" y="1034"/>
                    </a:cubicBezTo>
                    <a:cubicBezTo>
                      <a:pt x="0" y="1601"/>
                      <a:pt x="467" y="2068"/>
                      <a:pt x="1034" y="2068"/>
                    </a:cubicBezTo>
                    <a:cubicBezTo>
                      <a:pt x="1635" y="2068"/>
                      <a:pt x="2068" y="1601"/>
                      <a:pt x="2068" y="1034"/>
                    </a:cubicBezTo>
                    <a:cubicBezTo>
                      <a:pt x="2068" y="467"/>
                      <a:pt x="1635" y="0"/>
                      <a:pt x="103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7"/>
              <p:cNvSpPr/>
              <p:nvPr/>
            </p:nvSpPr>
            <p:spPr>
              <a:xfrm>
                <a:off x="5474400" y="4923150"/>
                <a:ext cx="56750" cy="51750"/>
              </a:xfrm>
              <a:custGeom>
                <a:rect b="b" l="l" r="r" t="t"/>
                <a:pathLst>
                  <a:path extrusionOk="0" h="2070" w="2270">
                    <a:moveTo>
                      <a:pt x="1135" y="1"/>
                    </a:moveTo>
                    <a:cubicBezTo>
                      <a:pt x="868" y="1"/>
                      <a:pt x="601" y="101"/>
                      <a:pt x="401" y="301"/>
                    </a:cubicBezTo>
                    <a:cubicBezTo>
                      <a:pt x="1" y="701"/>
                      <a:pt x="1" y="1335"/>
                      <a:pt x="401" y="1769"/>
                    </a:cubicBezTo>
                    <a:cubicBezTo>
                      <a:pt x="601" y="1969"/>
                      <a:pt x="868" y="2069"/>
                      <a:pt x="1135" y="2069"/>
                    </a:cubicBezTo>
                    <a:cubicBezTo>
                      <a:pt x="1402" y="2069"/>
                      <a:pt x="1669" y="1969"/>
                      <a:pt x="1869" y="1769"/>
                    </a:cubicBezTo>
                    <a:cubicBezTo>
                      <a:pt x="2269" y="1335"/>
                      <a:pt x="2269" y="701"/>
                      <a:pt x="1869" y="301"/>
                    </a:cubicBezTo>
                    <a:cubicBezTo>
                      <a:pt x="1669" y="101"/>
                      <a:pt x="1402" y="1"/>
                      <a:pt x="113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7"/>
              <p:cNvSpPr/>
              <p:nvPr/>
            </p:nvSpPr>
            <p:spPr>
              <a:xfrm>
                <a:off x="5045450" y="5037700"/>
                <a:ext cx="51725" cy="51725"/>
              </a:xfrm>
              <a:custGeom>
                <a:rect b="b" l="l" r="r" t="t"/>
                <a:pathLst>
                  <a:path extrusionOk="0" h="2069" w="2069">
                    <a:moveTo>
                      <a:pt x="1034" y="0"/>
                    </a:moveTo>
                    <a:cubicBezTo>
                      <a:pt x="467" y="0"/>
                      <a:pt x="0" y="467"/>
                      <a:pt x="0" y="1034"/>
                    </a:cubicBezTo>
                    <a:cubicBezTo>
                      <a:pt x="0" y="1601"/>
                      <a:pt x="467" y="2068"/>
                      <a:pt x="1034" y="2068"/>
                    </a:cubicBezTo>
                    <a:cubicBezTo>
                      <a:pt x="1601" y="2068"/>
                      <a:pt x="2068" y="1601"/>
                      <a:pt x="2068" y="1034"/>
                    </a:cubicBezTo>
                    <a:cubicBezTo>
                      <a:pt x="2068" y="467"/>
                      <a:pt x="1601" y="0"/>
                      <a:pt x="103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7"/>
              <p:cNvSpPr/>
              <p:nvPr/>
            </p:nvSpPr>
            <p:spPr>
              <a:xfrm>
                <a:off x="4372900" y="4692125"/>
                <a:ext cx="56725" cy="51750"/>
              </a:xfrm>
              <a:custGeom>
                <a:rect b="b" l="l" r="r" t="t"/>
                <a:pathLst>
                  <a:path extrusionOk="0" h="2070" w="2269">
                    <a:moveTo>
                      <a:pt x="1134" y="1"/>
                    </a:moveTo>
                    <a:cubicBezTo>
                      <a:pt x="868" y="1"/>
                      <a:pt x="601" y="101"/>
                      <a:pt x="401" y="301"/>
                    </a:cubicBezTo>
                    <a:cubicBezTo>
                      <a:pt x="0" y="701"/>
                      <a:pt x="0" y="1335"/>
                      <a:pt x="401" y="1769"/>
                    </a:cubicBezTo>
                    <a:cubicBezTo>
                      <a:pt x="601" y="1969"/>
                      <a:pt x="868" y="2069"/>
                      <a:pt x="1134" y="2069"/>
                    </a:cubicBezTo>
                    <a:cubicBezTo>
                      <a:pt x="1401" y="2069"/>
                      <a:pt x="1668" y="1969"/>
                      <a:pt x="1868" y="1769"/>
                    </a:cubicBezTo>
                    <a:cubicBezTo>
                      <a:pt x="2269" y="1335"/>
                      <a:pt x="2269" y="701"/>
                      <a:pt x="1868" y="301"/>
                    </a:cubicBezTo>
                    <a:cubicBezTo>
                      <a:pt x="1668" y="101"/>
                      <a:pt x="1401" y="1"/>
                      <a:pt x="113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7"/>
              <p:cNvSpPr/>
              <p:nvPr/>
            </p:nvSpPr>
            <p:spPr>
              <a:xfrm>
                <a:off x="4287000" y="4003300"/>
                <a:ext cx="51725" cy="51725"/>
              </a:xfrm>
              <a:custGeom>
                <a:rect b="b" l="l" r="r" t="t"/>
                <a:pathLst>
                  <a:path extrusionOk="0" h="2069" w="2069">
                    <a:moveTo>
                      <a:pt x="1034" y="0"/>
                    </a:moveTo>
                    <a:cubicBezTo>
                      <a:pt x="434" y="0"/>
                      <a:pt x="0" y="467"/>
                      <a:pt x="0" y="1034"/>
                    </a:cubicBezTo>
                    <a:cubicBezTo>
                      <a:pt x="0" y="1601"/>
                      <a:pt x="434" y="2068"/>
                      <a:pt x="1034" y="2068"/>
                    </a:cubicBezTo>
                    <a:cubicBezTo>
                      <a:pt x="1601" y="2068"/>
                      <a:pt x="2068" y="1601"/>
                      <a:pt x="2068" y="1034"/>
                    </a:cubicBezTo>
                    <a:cubicBezTo>
                      <a:pt x="2068" y="467"/>
                      <a:pt x="1601" y="0"/>
                      <a:pt x="103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7"/>
              <p:cNvSpPr/>
              <p:nvPr/>
            </p:nvSpPr>
            <p:spPr>
              <a:xfrm>
                <a:off x="4672650" y="3541300"/>
                <a:ext cx="56725" cy="51725"/>
              </a:xfrm>
              <a:custGeom>
                <a:rect b="b" l="l" r="r" t="t"/>
                <a:pathLst>
                  <a:path extrusionOk="0" h="2069" w="2269">
                    <a:moveTo>
                      <a:pt x="1134" y="0"/>
                    </a:moveTo>
                    <a:cubicBezTo>
                      <a:pt x="868" y="0"/>
                      <a:pt x="601" y="100"/>
                      <a:pt x="401" y="301"/>
                    </a:cubicBezTo>
                    <a:cubicBezTo>
                      <a:pt x="0" y="701"/>
                      <a:pt x="0" y="1368"/>
                      <a:pt x="401" y="1768"/>
                    </a:cubicBezTo>
                    <a:cubicBezTo>
                      <a:pt x="601" y="1968"/>
                      <a:pt x="868" y="2069"/>
                      <a:pt x="1134" y="2069"/>
                    </a:cubicBezTo>
                    <a:cubicBezTo>
                      <a:pt x="1401" y="2069"/>
                      <a:pt x="1668" y="1968"/>
                      <a:pt x="1868" y="1768"/>
                    </a:cubicBezTo>
                    <a:cubicBezTo>
                      <a:pt x="2269" y="1368"/>
                      <a:pt x="2269" y="701"/>
                      <a:pt x="1868" y="301"/>
                    </a:cubicBezTo>
                    <a:cubicBezTo>
                      <a:pt x="1668" y="100"/>
                      <a:pt x="1401" y="0"/>
                      <a:pt x="113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7"/>
              <p:cNvSpPr/>
              <p:nvPr/>
            </p:nvSpPr>
            <p:spPr>
              <a:xfrm>
                <a:off x="5054625" y="3716425"/>
                <a:ext cx="33375" cy="33400"/>
              </a:xfrm>
              <a:custGeom>
                <a:rect b="b" l="l" r="r" t="t"/>
                <a:pathLst>
                  <a:path extrusionOk="0" h="1336" w="1335">
                    <a:moveTo>
                      <a:pt x="667" y="1"/>
                    </a:moveTo>
                    <a:cubicBezTo>
                      <a:pt x="300" y="1"/>
                      <a:pt x="0" y="301"/>
                      <a:pt x="0" y="668"/>
                    </a:cubicBezTo>
                    <a:cubicBezTo>
                      <a:pt x="0" y="1068"/>
                      <a:pt x="300" y="1335"/>
                      <a:pt x="667" y="1335"/>
                    </a:cubicBezTo>
                    <a:cubicBezTo>
                      <a:pt x="1034" y="1335"/>
                      <a:pt x="1334" y="1068"/>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7"/>
              <p:cNvSpPr/>
              <p:nvPr/>
            </p:nvSpPr>
            <p:spPr>
              <a:xfrm>
                <a:off x="5400700" y="3860700"/>
                <a:ext cx="36700" cy="33400"/>
              </a:xfrm>
              <a:custGeom>
                <a:rect b="b" l="l" r="r" t="t"/>
                <a:pathLst>
                  <a:path extrusionOk="0" h="1336" w="1468">
                    <a:moveTo>
                      <a:pt x="751" y="1"/>
                    </a:moveTo>
                    <a:cubicBezTo>
                      <a:pt x="576" y="1"/>
                      <a:pt x="401" y="67"/>
                      <a:pt x="267" y="201"/>
                    </a:cubicBezTo>
                    <a:cubicBezTo>
                      <a:pt x="0" y="468"/>
                      <a:pt x="0" y="901"/>
                      <a:pt x="267" y="1135"/>
                    </a:cubicBezTo>
                    <a:cubicBezTo>
                      <a:pt x="401" y="1268"/>
                      <a:pt x="576" y="1335"/>
                      <a:pt x="751" y="1335"/>
                    </a:cubicBezTo>
                    <a:cubicBezTo>
                      <a:pt x="926" y="1335"/>
                      <a:pt x="1101" y="1268"/>
                      <a:pt x="1234" y="1135"/>
                    </a:cubicBezTo>
                    <a:cubicBezTo>
                      <a:pt x="1468" y="901"/>
                      <a:pt x="1468" y="468"/>
                      <a:pt x="1234" y="201"/>
                    </a:cubicBezTo>
                    <a:cubicBezTo>
                      <a:pt x="1101" y="67"/>
                      <a:pt x="926" y="1"/>
                      <a:pt x="751"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7"/>
              <p:cNvSpPr/>
              <p:nvPr/>
            </p:nvSpPr>
            <p:spPr>
              <a:xfrm>
                <a:off x="5546625" y="4209300"/>
                <a:ext cx="33400" cy="33375"/>
              </a:xfrm>
              <a:custGeom>
                <a:rect b="b" l="l" r="r" t="t"/>
                <a:pathLst>
                  <a:path extrusionOk="0" h="1335" w="1336">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7"/>
              <p:cNvSpPr/>
              <p:nvPr/>
            </p:nvSpPr>
            <p:spPr>
              <a:xfrm>
                <a:off x="5400700" y="4557050"/>
                <a:ext cx="36700" cy="33375"/>
              </a:xfrm>
              <a:custGeom>
                <a:rect b="b" l="l" r="r" t="t"/>
                <a:pathLst>
                  <a:path extrusionOk="0" h="1335" w="1468">
                    <a:moveTo>
                      <a:pt x="751" y="0"/>
                    </a:moveTo>
                    <a:cubicBezTo>
                      <a:pt x="576" y="0"/>
                      <a:pt x="401" y="67"/>
                      <a:pt x="267" y="200"/>
                    </a:cubicBezTo>
                    <a:cubicBezTo>
                      <a:pt x="0" y="467"/>
                      <a:pt x="0" y="867"/>
                      <a:pt x="267" y="1134"/>
                    </a:cubicBezTo>
                    <a:cubicBezTo>
                      <a:pt x="401" y="1268"/>
                      <a:pt x="576" y="1334"/>
                      <a:pt x="751" y="1334"/>
                    </a:cubicBezTo>
                    <a:cubicBezTo>
                      <a:pt x="926" y="1334"/>
                      <a:pt x="1101" y="1268"/>
                      <a:pt x="1234" y="1134"/>
                    </a:cubicBezTo>
                    <a:cubicBezTo>
                      <a:pt x="1468" y="867"/>
                      <a:pt x="1468" y="467"/>
                      <a:pt x="1234" y="200"/>
                    </a:cubicBezTo>
                    <a:cubicBezTo>
                      <a:pt x="1101" y="67"/>
                      <a:pt x="926" y="0"/>
                      <a:pt x="751"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7"/>
              <p:cNvSpPr/>
              <p:nvPr/>
            </p:nvSpPr>
            <p:spPr>
              <a:xfrm>
                <a:off x="5054625" y="4701300"/>
                <a:ext cx="33375" cy="33400"/>
              </a:xfrm>
              <a:custGeom>
                <a:rect b="b" l="l" r="r" t="t"/>
                <a:pathLst>
                  <a:path extrusionOk="0" h="1336"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7"/>
              <p:cNvSpPr/>
              <p:nvPr/>
            </p:nvSpPr>
            <p:spPr>
              <a:xfrm>
                <a:off x="4705200" y="4557050"/>
                <a:ext cx="36725" cy="33375"/>
              </a:xfrm>
              <a:custGeom>
                <a:rect b="b" l="l" r="r" t="t"/>
                <a:pathLst>
                  <a:path extrusionOk="0" h="1335" w="1469">
                    <a:moveTo>
                      <a:pt x="718" y="0"/>
                    </a:moveTo>
                    <a:cubicBezTo>
                      <a:pt x="542" y="0"/>
                      <a:pt x="367" y="67"/>
                      <a:pt x="234" y="200"/>
                    </a:cubicBezTo>
                    <a:cubicBezTo>
                      <a:pt x="0" y="467"/>
                      <a:pt x="0" y="867"/>
                      <a:pt x="234" y="1134"/>
                    </a:cubicBezTo>
                    <a:cubicBezTo>
                      <a:pt x="367" y="1268"/>
                      <a:pt x="542" y="1334"/>
                      <a:pt x="718" y="1334"/>
                    </a:cubicBezTo>
                    <a:cubicBezTo>
                      <a:pt x="893" y="1334"/>
                      <a:pt x="1068" y="1268"/>
                      <a:pt x="1201" y="1134"/>
                    </a:cubicBezTo>
                    <a:cubicBezTo>
                      <a:pt x="1468" y="867"/>
                      <a:pt x="1468" y="467"/>
                      <a:pt x="1201" y="200"/>
                    </a:cubicBezTo>
                    <a:cubicBezTo>
                      <a:pt x="1068" y="67"/>
                      <a:pt x="893" y="0"/>
                      <a:pt x="71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7"/>
              <p:cNvSpPr/>
              <p:nvPr/>
            </p:nvSpPr>
            <p:spPr>
              <a:xfrm>
                <a:off x="4562600" y="4209300"/>
                <a:ext cx="33375" cy="33375"/>
              </a:xfrm>
              <a:custGeom>
                <a:rect b="b" l="l" r="r" t="t"/>
                <a:pathLst>
                  <a:path extrusionOk="0" h="1335" w="1335">
                    <a:moveTo>
                      <a:pt x="667" y="0"/>
                    </a:moveTo>
                    <a:cubicBezTo>
                      <a:pt x="301" y="0"/>
                      <a:pt x="0" y="300"/>
                      <a:pt x="0" y="667"/>
                    </a:cubicBezTo>
                    <a:cubicBezTo>
                      <a:pt x="0" y="1034"/>
                      <a:pt x="301" y="1334"/>
                      <a:pt x="667" y="1334"/>
                    </a:cubicBezTo>
                    <a:cubicBezTo>
                      <a:pt x="1034" y="1334"/>
                      <a:pt x="1335" y="1034"/>
                      <a:pt x="1335" y="667"/>
                    </a:cubicBezTo>
                    <a:cubicBezTo>
                      <a:pt x="1335"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7"/>
              <p:cNvSpPr/>
              <p:nvPr/>
            </p:nvSpPr>
            <p:spPr>
              <a:xfrm>
                <a:off x="4705200" y="3860700"/>
                <a:ext cx="36725" cy="33600"/>
              </a:xfrm>
              <a:custGeom>
                <a:rect b="b" l="l" r="r" t="t"/>
                <a:pathLst>
                  <a:path extrusionOk="0" h="1344" w="1469">
                    <a:moveTo>
                      <a:pt x="718" y="1"/>
                    </a:moveTo>
                    <a:cubicBezTo>
                      <a:pt x="542" y="1"/>
                      <a:pt x="367" y="67"/>
                      <a:pt x="234" y="201"/>
                    </a:cubicBezTo>
                    <a:cubicBezTo>
                      <a:pt x="0" y="468"/>
                      <a:pt x="0" y="901"/>
                      <a:pt x="234" y="1168"/>
                    </a:cubicBezTo>
                    <a:cubicBezTo>
                      <a:pt x="367" y="1285"/>
                      <a:pt x="542" y="1343"/>
                      <a:pt x="718" y="1343"/>
                    </a:cubicBezTo>
                    <a:cubicBezTo>
                      <a:pt x="893" y="1343"/>
                      <a:pt x="1068" y="1285"/>
                      <a:pt x="1201" y="1168"/>
                    </a:cubicBezTo>
                    <a:cubicBezTo>
                      <a:pt x="1468" y="901"/>
                      <a:pt x="1468" y="468"/>
                      <a:pt x="1201" y="201"/>
                    </a:cubicBezTo>
                    <a:cubicBezTo>
                      <a:pt x="1068" y="67"/>
                      <a:pt x="893" y="1"/>
                      <a:pt x="71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 name="Google Shape;930;p47"/>
            <p:cNvSpPr/>
            <p:nvPr/>
          </p:nvSpPr>
          <p:spPr>
            <a:xfrm>
              <a:off x="2268625" y="1562950"/>
              <a:ext cx="79250" cy="79250"/>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7"/>
            <p:cNvSpPr/>
            <p:nvPr/>
          </p:nvSpPr>
          <p:spPr>
            <a:xfrm>
              <a:off x="1563950" y="2147750"/>
              <a:ext cx="1487750" cy="1487750"/>
            </a:xfrm>
            <a:custGeom>
              <a:rect b="b" l="l" r="r" t="t"/>
              <a:pathLst>
                <a:path extrusionOk="0" fill="none" h="59510" w="59510">
                  <a:moveTo>
                    <a:pt x="59510" y="29755"/>
                  </a:moveTo>
                  <a:cubicBezTo>
                    <a:pt x="59510" y="46167"/>
                    <a:pt x="46200" y="59509"/>
                    <a:pt x="29755" y="59509"/>
                  </a:cubicBezTo>
                  <a:cubicBezTo>
                    <a:pt x="13344" y="59509"/>
                    <a:pt x="1" y="46167"/>
                    <a:pt x="1" y="29755"/>
                  </a:cubicBezTo>
                  <a:cubicBezTo>
                    <a:pt x="1" y="13310"/>
                    <a:pt x="13344" y="0"/>
                    <a:pt x="29755" y="0"/>
                  </a:cubicBezTo>
                  <a:cubicBezTo>
                    <a:pt x="46200" y="0"/>
                    <a:pt x="59510" y="13310"/>
                    <a:pt x="59510" y="29755"/>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932" name="Google Shape;932;p47"/>
            <p:cNvSpPr/>
            <p:nvPr/>
          </p:nvSpPr>
          <p:spPr>
            <a:xfrm>
              <a:off x="1443875" y="2027250"/>
              <a:ext cx="1728750" cy="1728750"/>
            </a:xfrm>
            <a:custGeom>
              <a:rect b="b" l="l" r="r" t="t"/>
              <a:pathLst>
                <a:path extrusionOk="0" fill="none" h="69150" w="69150">
                  <a:moveTo>
                    <a:pt x="69150" y="34592"/>
                  </a:moveTo>
                  <a:cubicBezTo>
                    <a:pt x="69150" y="53672"/>
                    <a:pt x="53672" y="69150"/>
                    <a:pt x="34558" y="69150"/>
                  </a:cubicBezTo>
                  <a:cubicBezTo>
                    <a:pt x="15478" y="69150"/>
                    <a:pt x="0" y="53672"/>
                    <a:pt x="0" y="34592"/>
                  </a:cubicBezTo>
                  <a:cubicBezTo>
                    <a:pt x="0" y="15478"/>
                    <a:pt x="15478" y="0"/>
                    <a:pt x="34558" y="0"/>
                  </a:cubicBezTo>
                  <a:cubicBezTo>
                    <a:pt x="53672" y="0"/>
                    <a:pt x="69150" y="15478"/>
                    <a:pt x="69150" y="34592"/>
                  </a:cubicBezTo>
                  <a:close/>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7"/>
            <p:cNvSpPr/>
            <p:nvPr/>
          </p:nvSpPr>
          <p:spPr>
            <a:xfrm>
              <a:off x="2249450" y="1779325"/>
              <a:ext cx="117600" cy="117600"/>
            </a:xfrm>
            <a:custGeom>
              <a:rect b="b" l="l" r="r" t="t"/>
              <a:pathLst>
                <a:path extrusionOk="0" h="4704" w="4704">
                  <a:moveTo>
                    <a:pt x="2335" y="0"/>
                  </a:moveTo>
                  <a:cubicBezTo>
                    <a:pt x="1034" y="0"/>
                    <a:pt x="0" y="1068"/>
                    <a:pt x="0" y="2335"/>
                  </a:cubicBezTo>
                  <a:cubicBezTo>
                    <a:pt x="0" y="3636"/>
                    <a:pt x="1034" y="4704"/>
                    <a:pt x="2335" y="4704"/>
                  </a:cubicBezTo>
                  <a:cubicBezTo>
                    <a:pt x="3636" y="4704"/>
                    <a:pt x="4704" y="3636"/>
                    <a:pt x="4704" y="2335"/>
                  </a:cubicBezTo>
                  <a:cubicBezTo>
                    <a:pt x="4704" y="1068"/>
                    <a:pt x="3636" y="0"/>
                    <a:pt x="2335"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7"/>
            <p:cNvSpPr/>
            <p:nvPr/>
          </p:nvSpPr>
          <p:spPr>
            <a:xfrm>
              <a:off x="2249450" y="3812850"/>
              <a:ext cx="117600" cy="117625"/>
            </a:xfrm>
            <a:custGeom>
              <a:rect b="b" l="l" r="r" t="t"/>
              <a:pathLst>
                <a:path extrusionOk="0" h="4705" w="4704">
                  <a:moveTo>
                    <a:pt x="2335" y="1"/>
                  </a:moveTo>
                  <a:cubicBezTo>
                    <a:pt x="1034" y="1"/>
                    <a:pt x="0" y="1035"/>
                    <a:pt x="0" y="2336"/>
                  </a:cubicBezTo>
                  <a:cubicBezTo>
                    <a:pt x="0" y="3637"/>
                    <a:pt x="1034" y="4704"/>
                    <a:pt x="2335" y="4704"/>
                  </a:cubicBezTo>
                  <a:cubicBezTo>
                    <a:pt x="3636" y="4704"/>
                    <a:pt x="4704" y="3637"/>
                    <a:pt x="4704" y="2336"/>
                  </a:cubicBezTo>
                  <a:cubicBezTo>
                    <a:pt x="4704" y="1035"/>
                    <a:pt x="3636" y="1"/>
                    <a:pt x="2335"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7"/>
            <p:cNvSpPr/>
            <p:nvPr/>
          </p:nvSpPr>
          <p:spPr>
            <a:xfrm>
              <a:off x="3113400" y="2833238"/>
              <a:ext cx="117600" cy="116775"/>
            </a:xfrm>
            <a:custGeom>
              <a:rect b="b" l="l" r="r" t="t"/>
              <a:pathLst>
                <a:path extrusionOk="0" h="4671" w="4704">
                  <a:moveTo>
                    <a:pt x="2369" y="1"/>
                  </a:moveTo>
                  <a:cubicBezTo>
                    <a:pt x="1068" y="1"/>
                    <a:pt x="0" y="1035"/>
                    <a:pt x="0" y="2336"/>
                  </a:cubicBezTo>
                  <a:cubicBezTo>
                    <a:pt x="0" y="3637"/>
                    <a:pt x="1068" y="4671"/>
                    <a:pt x="2369" y="4671"/>
                  </a:cubicBezTo>
                  <a:cubicBezTo>
                    <a:pt x="3670" y="4671"/>
                    <a:pt x="4704" y="3637"/>
                    <a:pt x="4704" y="2336"/>
                  </a:cubicBezTo>
                  <a:cubicBezTo>
                    <a:pt x="4704" y="1035"/>
                    <a:pt x="3670" y="1"/>
                    <a:pt x="2369"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7"/>
            <p:cNvSpPr/>
            <p:nvPr/>
          </p:nvSpPr>
          <p:spPr>
            <a:xfrm>
              <a:off x="1385500" y="2833238"/>
              <a:ext cx="116775" cy="116775"/>
            </a:xfrm>
            <a:custGeom>
              <a:rect b="b" l="l" r="r" t="t"/>
              <a:pathLst>
                <a:path extrusionOk="0" h="4671" w="4671">
                  <a:moveTo>
                    <a:pt x="2335" y="1"/>
                  </a:moveTo>
                  <a:cubicBezTo>
                    <a:pt x="1034" y="1"/>
                    <a:pt x="0" y="1035"/>
                    <a:pt x="0" y="2336"/>
                  </a:cubicBezTo>
                  <a:cubicBezTo>
                    <a:pt x="0" y="3637"/>
                    <a:pt x="1034" y="4671"/>
                    <a:pt x="2335" y="4671"/>
                  </a:cubicBezTo>
                  <a:cubicBezTo>
                    <a:pt x="3636" y="4671"/>
                    <a:pt x="4670" y="3637"/>
                    <a:pt x="4670" y="2336"/>
                  </a:cubicBezTo>
                  <a:cubicBezTo>
                    <a:pt x="4670" y="1035"/>
                    <a:pt x="3636" y="1"/>
                    <a:pt x="2335"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7"/>
            <p:cNvSpPr/>
            <p:nvPr/>
          </p:nvSpPr>
          <p:spPr>
            <a:xfrm>
              <a:off x="2268625" y="4104725"/>
              <a:ext cx="79250" cy="79250"/>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8" name="Google Shape;938;p47"/>
            <p:cNvCxnSpPr/>
            <p:nvPr/>
          </p:nvCxnSpPr>
          <p:spPr>
            <a:xfrm>
              <a:off x="2308250" y="1020975"/>
              <a:ext cx="0" cy="3741300"/>
            </a:xfrm>
            <a:prstGeom prst="straightConnector1">
              <a:avLst/>
            </a:prstGeom>
            <a:noFill/>
            <a:ln cap="flat" cmpd="sng" w="9525">
              <a:solidFill>
                <a:srgbClr val="4B4F50"/>
              </a:solidFill>
              <a:prstDash val="solid"/>
              <a:round/>
              <a:headEnd len="med" w="med" type="oval"/>
              <a:tailEnd len="med" w="med" type="oval"/>
            </a:ln>
          </p:spPr>
        </p:cxnSp>
      </p:grpSp>
      <p:sp>
        <p:nvSpPr>
          <p:cNvPr id="939" name="Google Shape;939;p47"/>
          <p:cNvSpPr/>
          <p:nvPr/>
        </p:nvSpPr>
        <p:spPr>
          <a:xfrm>
            <a:off x="6445250" y="3418425"/>
            <a:ext cx="56750" cy="51750"/>
          </a:xfrm>
          <a:custGeom>
            <a:rect b="b" l="l" r="r" t="t"/>
            <a:pathLst>
              <a:path extrusionOk="0" h="2070" w="2270">
                <a:moveTo>
                  <a:pt x="1135" y="1"/>
                </a:moveTo>
                <a:cubicBezTo>
                  <a:pt x="868" y="1"/>
                  <a:pt x="601" y="101"/>
                  <a:pt x="401" y="301"/>
                </a:cubicBezTo>
                <a:cubicBezTo>
                  <a:pt x="1" y="701"/>
                  <a:pt x="1" y="1335"/>
                  <a:pt x="401" y="1769"/>
                </a:cubicBezTo>
                <a:cubicBezTo>
                  <a:pt x="601" y="1969"/>
                  <a:pt x="868" y="2069"/>
                  <a:pt x="1135" y="2069"/>
                </a:cubicBezTo>
                <a:cubicBezTo>
                  <a:pt x="1402" y="2069"/>
                  <a:pt x="1669" y="1969"/>
                  <a:pt x="1869" y="1769"/>
                </a:cubicBezTo>
                <a:cubicBezTo>
                  <a:pt x="2269" y="1335"/>
                  <a:pt x="2269" y="701"/>
                  <a:pt x="1869" y="301"/>
                </a:cubicBezTo>
                <a:cubicBezTo>
                  <a:pt x="1669" y="101"/>
                  <a:pt x="1402" y="1"/>
                  <a:pt x="113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7"/>
          <p:cNvSpPr/>
          <p:nvPr/>
        </p:nvSpPr>
        <p:spPr>
          <a:xfrm>
            <a:off x="7479375" y="2298663"/>
            <a:ext cx="56750" cy="51725"/>
          </a:xfrm>
          <a:custGeom>
            <a:rect b="b" l="l" r="r" t="t"/>
            <a:pathLst>
              <a:path extrusionOk="0" h="2069" w="2270">
                <a:moveTo>
                  <a:pt x="1135" y="0"/>
                </a:moveTo>
                <a:cubicBezTo>
                  <a:pt x="868" y="0"/>
                  <a:pt x="601" y="100"/>
                  <a:pt x="401" y="301"/>
                </a:cubicBezTo>
                <a:cubicBezTo>
                  <a:pt x="1" y="701"/>
                  <a:pt x="1" y="1368"/>
                  <a:pt x="401" y="1768"/>
                </a:cubicBezTo>
                <a:cubicBezTo>
                  <a:pt x="601" y="1968"/>
                  <a:pt x="868" y="2069"/>
                  <a:pt x="1135" y="2069"/>
                </a:cubicBezTo>
                <a:cubicBezTo>
                  <a:pt x="1402" y="2069"/>
                  <a:pt x="1669" y="1968"/>
                  <a:pt x="1869" y="1768"/>
                </a:cubicBezTo>
                <a:cubicBezTo>
                  <a:pt x="2269" y="1368"/>
                  <a:pt x="2269" y="701"/>
                  <a:pt x="1869" y="301"/>
                </a:cubicBezTo>
                <a:cubicBezTo>
                  <a:pt x="1669" y="100"/>
                  <a:pt x="1402" y="0"/>
                  <a:pt x="113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7"/>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45" name="Shape 945"/>
        <p:cNvGrpSpPr/>
        <p:nvPr/>
      </p:nvGrpSpPr>
      <p:grpSpPr>
        <a:xfrm>
          <a:off x="0" y="0"/>
          <a:ext cx="0" cy="0"/>
          <a:chOff x="0" y="0"/>
          <a:chExt cx="0" cy="0"/>
        </a:xfrm>
      </p:grpSpPr>
      <p:grpSp>
        <p:nvGrpSpPr>
          <p:cNvPr id="946" name="Google Shape;946;p48"/>
          <p:cNvGrpSpPr/>
          <p:nvPr/>
        </p:nvGrpSpPr>
        <p:grpSpPr>
          <a:xfrm>
            <a:off x="720000" y="1799625"/>
            <a:ext cx="4417125" cy="1275325"/>
            <a:chOff x="720000" y="1799625"/>
            <a:chExt cx="4417125" cy="1275325"/>
          </a:xfrm>
        </p:grpSpPr>
        <p:sp>
          <p:nvSpPr>
            <p:cNvPr id="947" name="Google Shape;947;p48"/>
            <p:cNvSpPr/>
            <p:nvPr/>
          </p:nvSpPr>
          <p:spPr>
            <a:xfrm>
              <a:off x="929025" y="1888750"/>
              <a:ext cx="4208100" cy="1186200"/>
            </a:xfrm>
            <a:prstGeom prst="roundRect">
              <a:avLst>
                <a:gd fmla="val 5000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8"/>
            <p:cNvSpPr/>
            <p:nvPr/>
          </p:nvSpPr>
          <p:spPr>
            <a:xfrm>
              <a:off x="720000" y="1799625"/>
              <a:ext cx="4208100" cy="1186200"/>
            </a:xfrm>
            <a:prstGeom prst="roundRect">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48"/>
          <p:cNvSpPr txBox="1"/>
          <p:nvPr>
            <p:ph idx="1" type="body"/>
          </p:nvPr>
        </p:nvSpPr>
        <p:spPr>
          <a:xfrm>
            <a:off x="1220525" y="2142775"/>
            <a:ext cx="3440700" cy="60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a:t>
            </a:r>
            <a:r>
              <a:rPr lang="en"/>
              <a:t>PICTURE IS WORTH A THOUSAND WORDS</a:t>
            </a:r>
            <a:endParaRPr/>
          </a:p>
        </p:txBody>
      </p:sp>
      <p:cxnSp>
        <p:nvCxnSpPr>
          <p:cNvPr id="950" name="Google Shape;950;p48"/>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951" name="Google Shape;951;p48"/>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952" name="Google Shape;952;p48"/>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8"/>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8">
            <a:hlinkClick action="ppaction://hlinkshowjump?jump=nextslide"/>
          </p:cNvPr>
          <p:cNvSpPr/>
          <p:nvPr/>
        </p:nvSpPr>
        <p:spPr>
          <a:xfrm>
            <a:off x="8064525" y="648950"/>
            <a:ext cx="323400" cy="66600"/>
          </a:xfrm>
          <a:prstGeom prst="rightArrow">
            <a:avLst>
              <a:gd fmla="val 0" name="adj1"/>
              <a:gd fmla="val 81623" name="adj2"/>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955" name="Google Shape;955;p48">
            <a:hlinkClick action="ppaction://hlinkshowjump?jump=previousslide"/>
          </p:cNvPr>
          <p:cNvSpPr/>
          <p:nvPr/>
        </p:nvSpPr>
        <p:spPr>
          <a:xfrm flipH="1">
            <a:off x="7630000" y="648950"/>
            <a:ext cx="323400" cy="66600"/>
          </a:xfrm>
          <a:prstGeom prst="rightArrow">
            <a:avLst>
              <a:gd fmla="val 0" name="adj1"/>
              <a:gd fmla="val 81623" name="adj2"/>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956" name="Google Shape;956;p48"/>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957" name="Google Shape;957;p48"/>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ABOUT 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8">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1" name="Shape 961"/>
        <p:cNvGrpSpPr/>
        <p:nvPr/>
      </p:nvGrpSpPr>
      <p:grpSpPr>
        <a:xfrm>
          <a:off x="0" y="0"/>
          <a:ext cx="0" cy="0"/>
          <a:chOff x="0" y="0"/>
          <a:chExt cx="0" cy="0"/>
        </a:xfrm>
      </p:grpSpPr>
      <p:cxnSp>
        <p:nvCxnSpPr>
          <p:cNvPr id="962" name="Google Shape;962;p49"/>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963" name="Google Shape;963;p49"/>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9"/>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9">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966" name="Google Shape;966;p49">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967" name="Google Shape;967;p49"/>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968" name="Google Shape;968;p49"/>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
        <p:nvSpPr>
          <p:cNvPr id="969" name="Google Shape;969;p49"/>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IMPORTANT EVENTS</a:t>
            </a:r>
            <a:endParaRPr/>
          </a:p>
        </p:txBody>
      </p:sp>
      <p:sp>
        <p:nvSpPr>
          <p:cNvPr id="970" name="Google Shape;970;p49"/>
          <p:cNvSpPr txBox="1"/>
          <p:nvPr>
            <p:ph idx="1" type="subTitle"/>
          </p:nvPr>
        </p:nvSpPr>
        <p:spPr>
          <a:xfrm>
            <a:off x="720000" y="1999150"/>
            <a:ext cx="2211300" cy="3846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MERCURY</a:t>
            </a:r>
            <a:endParaRPr/>
          </a:p>
        </p:txBody>
      </p:sp>
      <p:sp>
        <p:nvSpPr>
          <p:cNvPr id="971" name="Google Shape;971;p49"/>
          <p:cNvSpPr txBox="1"/>
          <p:nvPr>
            <p:ph idx="2" type="subTitle"/>
          </p:nvPr>
        </p:nvSpPr>
        <p:spPr>
          <a:xfrm>
            <a:off x="720000" y="2383650"/>
            <a:ext cx="2211300" cy="7494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Clr>
                <a:schemeClr val="dk1"/>
              </a:buClr>
              <a:buSzPts val="1100"/>
              <a:buFont typeface="Arial"/>
              <a:buNone/>
            </a:pPr>
            <a:r>
              <a:rPr lang="en"/>
              <a:t>Mercury is the closest planet to the Sun</a:t>
            </a:r>
            <a:endParaRPr/>
          </a:p>
        </p:txBody>
      </p:sp>
      <p:sp>
        <p:nvSpPr>
          <p:cNvPr id="972" name="Google Shape;972;p49"/>
          <p:cNvSpPr txBox="1"/>
          <p:nvPr>
            <p:ph idx="3" type="subTitle"/>
          </p:nvPr>
        </p:nvSpPr>
        <p:spPr>
          <a:xfrm>
            <a:off x="720000" y="3399550"/>
            <a:ext cx="2211300" cy="3846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VENUS</a:t>
            </a:r>
            <a:endParaRPr/>
          </a:p>
        </p:txBody>
      </p:sp>
      <p:sp>
        <p:nvSpPr>
          <p:cNvPr id="973" name="Google Shape;973;p49"/>
          <p:cNvSpPr txBox="1"/>
          <p:nvPr>
            <p:ph idx="4" type="subTitle"/>
          </p:nvPr>
        </p:nvSpPr>
        <p:spPr>
          <a:xfrm>
            <a:off x="720000" y="3784150"/>
            <a:ext cx="2211300" cy="7494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Clr>
                <a:schemeClr val="dk1"/>
              </a:buClr>
              <a:buSzPts val="1100"/>
              <a:buFont typeface="Arial"/>
              <a:buNone/>
            </a:pPr>
            <a:r>
              <a:rPr lang="en"/>
              <a:t>Venus is the second planet from the Sun</a:t>
            </a:r>
            <a:endParaRPr/>
          </a:p>
        </p:txBody>
      </p:sp>
      <p:sp>
        <p:nvSpPr>
          <p:cNvPr id="974" name="Google Shape;974;p49"/>
          <p:cNvSpPr txBox="1"/>
          <p:nvPr>
            <p:ph idx="5" type="subTitle"/>
          </p:nvPr>
        </p:nvSpPr>
        <p:spPr>
          <a:xfrm>
            <a:off x="6229625" y="1999150"/>
            <a:ext cx="2194500" cy="384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MARS</a:t>
            </a:r>
            <a:endParaRPr/>
          </a:p>
        </p:txBody>
      </p:sp>
      <p:sp>
        <p:nvSpPr>
          <p:cNvPr id="975" name="Google Shape;975;p49"/>
          <p:cNvSpPr txBox="1"/>
          <p:nvPr>
            <p:ph idx="6" type="subTitle"/>
          </p:nvPr>
        </p:nvSpPr>
        <p:spPr>
          <a:xfrm>
            <a:off x="6229625" y="2383650"/>
            <a:ext cx="2194500" cy="749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Despite being red, Mars is a cold place</a:t>
            </a:r>
            <a:endParaRPr/>
          </a:p>
        </p:txBody>
      </p:sp>
      <p:sp>
        <p:nvSpPr>
          <p:cNvPr id="976" name="Google Shape;976;p49"/>
          <p:cNvSpPr txBox="1"/>
          <p:nvPr>
            <p:ph idx="7" type="subTitle"/>
          </p:nvPr>
        </p:nvSpPr>
        <p:spPr>
          <a:xfrm>
            <a:off x="6229625" y="3399550"/>
            <a:ext cx="2194500" cy="384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JUPITER</a:t>
            </a:r>
            <a:endParaRPr/>
          </a:p>
        </p:txBody>
      </p:sp>
      <p:sp>
        <p:nvSpPr>
          <p:cNvPr id="977" name="Google Shape;977;p49"/>
          <p:cNvSpPr txBox="1"/>
          <p:nvPr>
            <p:ph idx="8" type="subTitle"/>
          </p:nvPr>
        </p:nvSpPr>
        <p:spPr>
          <a:xfrm>
            <a:off x="6229625" y="3784150"/>
            <a:ext cx="2194500" cy="749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Jupiter is the biggest planet of them all</a:t>
            </a:r>
            <a:endParaRPr/>
          </a:p>
        </p:txBody>
      </p:sp>
      <p:cxnSp>
        <p:nvCxnSpPr>
          <p:cNvPr id="978" name="Google Shape;978;p49"/>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grpSp>
        <p:nvGrpSpPr>
          <p:cNvPr id="979" name="Google Shape;979;p49"/>
          <p:cNvGrpSpPr/>
          <p:nvPr/>
        </p:nvGrpSpPr>
        <p:grpSpPr>
          <a:xfrm>
            <a:off x="3452763" y="2088463"/>
            <a:ext cx="2274150" cy="2353375"/>
            <a:chOff x="-2750250" y="500100"/>
            <a:chExt cx="2274150" cy="2353375"/>
          </a:xfrm>
        </p:grpSpPr>
        <p:grpSp>
          <p:nvGrpSpPr>
            <p:cNvPr id="980" name="Google Shape;980;p49"/>
            <p:cNvGrpSpPr/>
            <p:nvPr/>
          </p:nvGrpSpPr>
          <p:grpSpPr>
            <a:xfrm>
              <a:off x="-2014773" y="1230140"/>
              <a:ext cx="803203" cy="893295"/>
              <a:chOff x="1653425" y="3880713"/>
              <a:chExt cx="1143350" cy="1271775"/>
            </a:xfrm>
          </p:grpSpPr>
          <p:sp>
            <p:nvSpPr>
              <p:cNvPr id="981" name="Google Shape;981;p49"/>
              <p:cNvSpPr/>
              <p:nvPr/>
            </p:nvSpPr>
            <p:spPr>
              <a:xfrm>
                <a:off x="2573250" y="4139238"/>
                <a:ext cx="223525" cy="223525"/>
              </a:xfrm>
              <a:custGeom>
                <a:rect b="b" l="l" r="r" t="t"/>
                <a:pathLst>
                  <a:path extrusionOk="0" fill="none" h="8941" w="8941">
                    <a:moveTo>
                      <a:pt x="7372" y="1601"/>
                    </a:moveTo>
                    <a:cubicBezTo>
                      <a:pt x="8940" y="3169"/>
                      <a:pt x="8940" y="5771"/>
                      <a:pt x="7372" y="7339"/>
                    </a:cubicBezTo>
                    <a:cubicBezTo>
                      <a:pt x="5771" y="8940"/>
                      <a:pt x="3203" y="8940"/>
                      <a:pt x="1602" y="7339"/>
                    </a:cubicBezTo>
                    <a:cubicBezTo>
                      <a:pt x="0" y="5771"/>
                      <a:pt x="0" y="3169"/>
                      <a:pt x="1602" y="1601"/>
                    </a:cubicBezTo>
                    <a:cubicBezTo>
                      <a:pt x="3203" y="0"/>
                      <a:pt x="5771" y="0"/>
                      <a:pt x="7372" y="1601"/>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9"/>
              <p:cNvSpPr/>
              <p:nvPr/>
            </p:nvSpPr>
            <p:spPr>
              <a:xfrm>
                <a:off x="2185475" y="3948263"/>
                <a:ext cx="69225" cy="69250"/>
              </a:xfrm>
              <a:custGeom>
                <a:rect b="b" l="l" r="r" t="t"/>
                <a:pathLst>
                  <a:path extrusionOk="0" h="2770" w="2769">
                    <a:moveTo>
                      <a:pt x="1401" y="1"/>
                    </a:moveTo>
                    <a:cubicBezTo>
                      <a:pt x="634" y="1"/>
                      <a:pt x="0" y="601"/>
                      <a:pt x="0" y="1368"/>
                    </a:cubicBezTo>
                    <a:cubicBezTo>
                      <a:pt x="0" y="2135"/>
                      <a:pt x="634" y="2769"/>
                      <a:pt x="1401" y="2769"/>
                    </a:cubicBezTo>
                    <a:cubicBezTo>
                      <a:pt x="2169" y="2769"/>
                      <a:pt x="2769" y="2135"/>
                      <a:pt x="2769" y="1368"/>
                    </a:cubicBezTo>
                    <a:cubicBezTo>
                      <a:pt x="2769" y="601"/>
                      <a:pt x="2169" y="1"/>
                      <a:pt x="140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9"/>
              <p:cNvSpPr/>
              <p:nvPr/>
            </p:nvSpPr>
            <p:spPr>
              <a:xfrm>
                <a:off x="2185475" y="5016538"/>
                <a:ext cx="69225" cy="69225"/>
              </a:xfrm>
              <a:custGeom>
                <a:rect b="b" l="l" r="r" t="t"/>
                <a:pathLst>
                  <a:path extrusionOk="0" h="2769" w="2769">
                    <a:moveTo>
                      <a:pt x="1401" y="0"/>
                    </a:moveTo>
                    <a:cubicBezTo>
                      <a:pt x="634" y="0"/>
                      <a:pt x="0" y="601"/>
                      <a:pt x="0" y="1368"/>
                    </a:cubicBezTo>
                    <a:cubicBezTo>
                      <a:pt x="0" y="2135"/>
                      <a:pt x="634" y="2769"/>
                      <a:pt x="1401" y="2769"/>
                    </a:cubicBezTo>
                    <a:cubicBezTo>
                      <a:pt x="2169" y="2769"/>
                      <a:pt x="2769" y="2135"/>
                      <a:pt x="2769" y="1368"/>
                    </a:cubicBezTo>
                    <a:cubicBezTo>
                      <a:pt x="2769" y="601"/>
                      <a:pt x="2169" y="0"/>
                      <a:pt x="14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9"/>
              <p:cNvSpPr/>
              <p:nvPr/>
            </p:nvSpPr>
            <p:spPr>
              <a:xfrm>
                <a:off x="2650800" y="4750513"/>
                <a:ext cx="69250" cy="69225"/>
              </a:xfrm>
              <a:custGeom>
                <a:rect b="b" l="l" r="r" t="t"/>
                <a:pathLst>
                  <a:path extrusionOk="0" h="2769" w="2770">
                    <a:moveTo>
                      <a:pt x="1368" y="0"/>
                    </a:moveTo>
                    <a:cubicBezTo>
                      <a:pt x="601" y="0"/>
                      <a:pt x="1" y="634"/>
                      <a:pt x="1" y="1401"/>
                    </a:cubicBezTo>
                    <a:cubicBezTo>
                      <a:pt x="1" y="2168"/>
                      <a:pt x="601" y="2769"/>
                      <a:pt x="1368" y="2769"/>
                    </a:cubicBezTo>
                    <a:cubicBezTo>
                      <a:pt x="2135" y="2769"/>
                      <a:pt x="2769" y="2168"/>
                      <a:pt x="2769" y="1401"/>
                    </a:cubicBezTo>
                    <a:cubicBezTo>
                      <a:pt x="2769" y="634"/>
                      <a:pt x="2135" y="0"/>
                      <a:pt x="13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9"/>
              <p:cNvSpPr/>
              <p:nvPr/>
            </p:nvSpPr>
            <p:spPr>
              <a:xfrm>
                <a:off x="2650800" y="4213463"/>
                <a:ext cx="69250" cy="69225"/>
              </a:xfrm>
              <a:custGeom>
                <a:rect b="b" l="l" r="r" t="t"/>
                <a:pathLst>
                  <a:path extrusionOk="0" h="2769" w="2770">
                    <a:moveTo>
                      <a:pt x="1368" y="0"/>
                    </a:moveTo>
                    <a:cubicBezTo>
                      <a:pt x="601" y="0"/>
                      <a:pt x="1" y="634"/>
                      <a:pt x="1" y="1401"/>
                    </a:cubicBezTo>
                    <a:cubicBezTo>
                      <a:pt x="1" y="2168"/>
                      <a:pt x="601" y="2769"/>
                      <a:pt x="1368" y="2769"/>
                    </a:cubicBezTo>
                    <a:cubicBezTo>
                      <a:pt x="2135" y="2769"/>
                      <a:pt x="2769" y="2168"/>
                      <a:pt x="2769" y="1401"/>
                    </a:cubicBezTo>
                    <a:cubicBezTo>
                      <a:pt x="2769" y="634"/>
                      <a:pt x="2135" y="0"/>
                      <a:pt x="13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9"/>
              <p:cNvSpPr/>
              <p:nvPr/>
            </p:nvSpPr>
            <p:spPr>
              <a:xfrm>
                <a:off x="1720975" y="4216788"/>
                <a:ext cx="68400" cy="69250"/>
              </a:xfrm>
              <a:custGeom>
                <a:rect b="b" l="l" r="r" t="t"/>
                <a:pathLst>
                  <a:path extrusionOk="0" h="2770" w="2736">
                    <a:moveTo>
                      <a:pt x="1368" y="1"/>
                    </a:moveTo>
                    <a:cubicBezTo>
                      <a:pt x="601" y="1"/>
                      <a:pt x="0" y="601"/>
                      <a:pt x="0" y="1368"/>
                    </a:cubicBezTo>
                    <a:cubicBezTo>
                      <a:pt x="0" y="2135"/>
                      <a:pt x="601" y="2769"/>
                      <a:pt x="1368" y="2769"/>
                    </a:cubicBezTo>
                    <a:cubicBezTo>
                      <a:pt x="2135" y="2769"/>
                      <a:pt x="2736" y="2135"/>
                      <a:pt x="2736" y="1368"/>
                    </a:cubicBezTo>
                    <a:cubicBezTo>
                      <a:pt x="2736" y="601"/>
                      <a:pt x="2135" y="1"/>
                      <a:pt x="13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9"/>
              <p:cNvSpPr/>
              <p:nvPr/>
            </p:nvSpPr>
            <p:spPr>
              <a:xfrm>
                <a:off x="1720975" y="4750513"/>
                <a:ext cx="68400" cy="69225"/>
              </a:xfrm>
              <a:custGeom>
                <a:rect b="b" l="l" r="r" t="t"/>
                <a:pathLst>
                  <a:path extrusionOk="0" h="2769" w="2736">
                    <a:moveTo>
                      <a:pt x="1368" y="0"/>
                    </a:moveTo>
                    <a:cubicBezTo>
                      <a:pt x="601" y="0"/>
                      <a:pt x="0" y="634"/>
                      <a:pt x="0" y="1401"/>
                    </a:cubicBezTo>
                    <a:cubicBezTo>
                      <a:pt x="0" y="2168"/>
                      <a:pt x="601" y="2769"/>
                      <a:pt x="1368" y="2769"/>
                    </a:cubicBezTo>
                    <a:cubicBezTo>
                      <a:pt x="2135" y="2769"/>
                      <a:pt x="2736" y="2168"/>
                      <a:pt x="2736" y="1401"/>
                    </a:cubicBezTo>
                    <a:cubicBezTo>
                      <a:pt x="2736" y="634"/>
                      <a:pt x="2135" y="0"/>
                      <a:pt x="13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9"/>
              <p:cNvSpPr/>
              <p:nvPr/>
            </p:nvSpPr>
            <p:spPr>
              <a:xfrm>
                <a:off x="2583250" y="4687138"/>
                <a:ext cx="204350" cy="204325"/>
              </a:xfrm>
              <a:custGeom>
                <a:rect b="b" l="l" r="r" t="t"/>
                <a:pathLst>
                  <a:path extrusionOk="0" fill="none" h="8173" w="8174">
                    <a:moveTo>
                      <a:pt x="4070" y="8173"/>
                    </a:moveTo>
                    <a:cubicBezTo>
                      <a:pt x="6339" y="8173"/>
                      <a:pt x="8173" y="6338"/>
                      <a:pt x="8173" y="4070"/>
                    </a:cubicBezTo>
                    <a:cubicBezTo>
                      <a:pt x="8173" y="1835"/>
                      <a:pt x="6339" y="0"/>
                      <a:pt x="4070" y="0"/>
                    </a:cubicBezTo>
                    <a:cubicBezTo>
                      <a:pt x="1835" y="0"/>
                      <a:pt x="1" y="1835"/>
                      <a:pt x="1" y="4070"/>
                    </a:cubicBezTo>
                    <a:cubicBezTo>
                      <a:pt x="1" y="6338"/>
                      <a:pt x="1835" y="8173"/>
                      <a:pt x="4070" y="8173"/>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9"/>
              <p:cNvSpPr/>
              <p:nvPr/>
            </p:nvSpPr>
            <p:spPr>
              <a:xfrm>
                <a:off x="2117925" y="4948988"/>
                <a:ext cx="204325" cy="203500"/>
              </a:xfrm>
              <a:custGeom>
                <a:rect b="b" l="l" r="r" t="t"/>
                <a:pathLst>
                  <a:path extrusionOk="0" fill="none" h="8140" w="8173">
                    <a:moveTo>
                      <a:pt x="4103" y="8139"/>
                    </a:moveTo>
                    <a:cubicBezTo>
                      <a:pt x="6338" y="8139"/>
                      <a:pt x="8173" y="6338"/>
                      <a:pt x="8173" y="4070"/>
                    </a:cubicBezTo>
                    <a:cubicBezTo>
                      <a:pt x="8173" y="1835"/>
                      <a:pt x="6338" y="0"/>
                      <a:pt x="4103" y="0"/>
                    </a:cubicBezTo>
                    <a:cubicBezTo>
                      <a:pt x="1835" y="0"/>
                      <a:pt x="0" y="1835"/>
                      <a:pt x="0" y="4070"/>
                    </a:cubicBezTo>
                    <a:cubicBezTo>
                      <a:pt x="0" y="6338"/>
                      <a:pt x="1835" y="8139"/>
                      <a:pt x="4103" y="8139"/>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9"/>
              <p:cNvSpPr/>
              <p:nvPr/>
            </p:nvSpPr>
            <p:spPr>
              <a:xfrm>
                <a:off x="2117925" y="3880713"/>
                <a:ext cx="204325" cy="203500"/>
              </a:xfrm>
              <a:custGeom>
                <a:rect b="b" l="l" r="r" t="t"/>
                <a:pathLst>
                  <a:path extrusionOk="0" fill="none" h="8140" w="8173">
                    <a:moveTo>
                      <a:pt x="4103" y="8140"/>
                    </a:moveTo>
                    <a:cubicBezTo>
                      <a:pt x="6338" y="8140"/>
                      <a:pt x="8173" y="6338"/>
                      <a:pt x="8173" y="4070"/>
                    </a:cubicBezTo>
                    <a:cubicBezTo>
                      <a:pt x="8173" y="1835"/>
                      <a:pt x="6338" y="1"/>
                      <a:pt x="4103" y="1"/>
                    </a:cubicBezTo>
                    <a:cubicBezTo>
                      <a:pt x="1835" y="1"/>
                      <a:pt x="34" y="1835"/>
                      <a:pt x="34" y="4070"/>
                    </a:cubicBezTo>
                    <a:cubicBezTo>
                      <a:pt x="0" y="6338"/>
                      <a:pt x="1835" y="8140"/>
                      <a:pt x="4103" y="8140"/>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9"/>
              <p:cNvSpPr/>
              <p:nvPr/>
            </p:nvSpPr>
            <p:spPr>
              <a:xfrm>
                <a:off x="1653425" y="4149238"/>
                <a:ext cx="203500" cy="203500"/>
              </a:xfrm>
              <a:custGeom>
                <a:rect b="b" l="l" r="r" t="t"/>
                <a:pathLst>
                  <a:path extrusionOk="0" fill="none" h="8140" w="8140">
                    <a:moveTo>
                      <a:pt x="4070" y="8140"/>
                    </a:moveTo>
                    <a:cubicBezTo>
                      <a:pt x="6338" y="8140"/>
                      <a:pt x="8140" y="6338"/>
                      <a:pt x="8140" y="4070"/>
                    </a:cubicBezTo>
                    <a:cubicBezTo>
                      <a:pt x="8140" y="1835"/>
                      <a:pt x="6338" y="1"/>
                      <a:pt x="4070" y="1"/>
                    </a:cubicBezTo>
                    <a:cubicBezTo>
                      <a:pt x="1835" y="1"/>
                      <a:pt x="0" y="1835"/>
                      <a:pt x="0" y="4070"/>
                    </a:cubicBezTo>
                    <a:cubicBezTo>
                      <a:pt x="0" y="6338"/>
                      <a:pt x="1835" y="8140"/>
                      <a:pt x="4070" y="8140"/>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9"/>
              <p:cNvSpPr/>
              <p:nvPr/>
            </p:nvSpPr>
            <p:spPr>
              <a:xfrm>
                <a:off x="1653425" y="4682113"/>
                <a:ext cx="203500" cy="204350"/>
              </a:xfrm>
              <a:custGeom>
                <a:rect b="b" l="l" r="r" t="t"/>
                <a:pathLst>
                  <a:path extrusionOk="0" fill="none" h="8174" w="8140">
                    <a:moveTo>
                      <a:pt x="4070" y="8173"/>
                    </a:moveTo>
                    <a:cubicBezTo>
                      <a:pt x="6338" y="8173"/>
                      <a:pt x="8140" y="6339"/>
                      <a:pt x="8140" y="4070"/>
                    </a:cubicBezTo>
                    <a:cubicBezTo>
                      <a:pt x="8140" y="1836"/>
                      <a:pt x="6338" y="1"/>
                      <a:pt x="4070" y="1"/>
                    </a:cubicBezTo>
                    <a:cubicBezTo>
                      <a:pt x="1835" y="1"/>
                      <a:pt x="0" y="1836"/>
                      <a:pt x="0" y="4070"/>
                    </a:cubicBezTo>
                    <a:cubicBezTo>
                      <a:pt x="0" y="6339"/>
                      <a:pt x="1835" y="8173"/>
                      <a:pt x="4070" y="8173"/>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9"/>
              <p:cNvSpPr/>
              <p:nvPr/>
            </p:nvSpPr>
            <p:spPr>
              <a:xfrm>
                <a:off x="1755175" y="4248488"/>
                <a:ext cx="929850" cy="537075"/>
              </a:xfrm>
              <a:custGeom>
                <a:rect b="b" l="l" r="r" t="t"/>
                <a:pathLst>
                  <a:path extrusionOk="0" fill="none" h="21483" w="37194">
                    <a:moveTo>
                      <a:pt x="37193" y="0"/>
                    </a:moveTo>
                    <a:lnTo>
                      <a:pt x="0" y="21482"/>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9"/>
              <p:cNvSpPr/>
              <p:nvPr/>
            </p:nvSpPr>
            <p:spPr>
              <a:xfrm>
                <a:off x="1755175" y="4248488"/>
                <a:ext cx="929850" cy="540400"/>
              </a:xfrm>
              <a:custGeom>
                <a:rect b="b" l="l" r="r" t="t"/>
                <a:pathLst>
                  <a:path extrusionOk="0" fill="none" h="21616" w="37194">
                    <a:moveTo>
                      <a:pt x="37193" y="21616"/>
                    </a:moveTo>
                    <a:lnTo>
                      <a:pt x="0" y="0"/>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9"/>
              <p:cNvSpPr/>
              <p:nvPr/>
            </p:nvSpPr>
            <p:spPr>
              <a:xfrm>
                <a:off x="2220500" y="3982463"/>
                <a:ext cx="25" cy="1068275"/>
              </a:xfrm>
              <a:custGeom>
                <a:rect b="b" l="l" r="r" t="t"/>
                <a:pathLst>
                  <a:path extrusionOk="0" fill="none" h="42731" w="1">
                    <a:moveTo>
                      <a:pt x="0" y="0"/>
                    </a:moveTo>
                    <a:lnTo>
                      <a:pt x="0" y="42731"/>
                    </a:lnTo>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9"/>
              <p:cNvSpPr/>
              <p:nvPr/>
            </p:nvSpPr>
            <p:spPr>
              <a:xfrm>
                <a:off x="2268875" y="4419438"/>
                <a:ext cx="184300" cy="191825"/>
              </a:xfrm>
              <a:custGeom>
                <a:rect b="b" l="l" r="r" t="t"/>
                <a:pathLst>
                  <a:path extrusionOk="0" fill="none" h="7673" w="7372">
                    <a:moveTo>
                      <a:pt x="0" y="3903"/>
                    </a:moveTo>
                    <a:cubicBezTo>
                      <a:pt x="0" y="3903"/>
                      <a:pt x="7372" y="0"/>
                      <a:pt x="7372" y="3836"/>
                    </a:cubicBezTo>
                    <a:cubicBezTo>
                      <a:pt x="7372" y="7673"/>
                      <a:pt x="0" y="3903"/>
                      <a:pt x="0" y="3903"/>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9"/>
              <p:cNvSpPr/>
              <p:nvPr/>
            </p:nvSpPr>
            <p:spPr>
              <a:xfrm>
                <a:off x="1987825" y="4421938"/>
                <a:ext cx="183500" cy="192650"/>
              </a:xfrm>
              <a:custGeom>
                <a:rect b="b" l="l" r="r" t="t"/>
                <a:pathLst>
                  <a:path extrusionOk="0" fill="none" h="7706" w="7340">
                    <a:moveTo>
                      <a:pt x="7339" y="3803"/>
                    </a:moveTo>
                    <a:cubicBezTo>
                      <a:pt x="7339" y="3803"/>
                      <a:pt x="1" y="7706"/>
                      <a:pt x="1" y="3870"/>
                    </a:cubicBezTo>
                    <a:cubicBezTo>
                      <a:pt x="1" y="0"/>
                      <a:pt x="7339" y="3803"/>
                      <a:pt x="7339" y="3803"/>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9"/>
              <p:cNvSpPr/>
              <p:nvPr/>
            </p:nvSpPr>
            <p:spPr>
              <a:xfrm>
                <a:off x="2244675" y="4559538"/>
                <a:ext cx="175150" cy="206000"/>
              </a:xfrm>
              <a:custGeom>
                <a:rect b="b" l="l" r="r" t="t"/>
                <a:pathLst>
                  <a:path extrusionOk="0" fill="none" h="8240" w="7006">
                    <a:moveTo>
                      <a:pt x="1" y="0"/>
                    </a:moveTo>
                    <a:cubicBezTo>
                      <a:pt x="1" y="0"/>
                      <a:pt x="7006" y="4437"/>
                      <a:pt x="3670" y="6338"/>
                    </a:cubicBezTo>
                    <a:cubicBezTo>
                      <a:pt x="334" y="8240"/>
                      <a:pt x="1" y="0"/>
                      <a:pt x="1" y="0"/>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9"/>
              <p:cNvSpPr/>
              <p:nvPr/>
            </p:nvSpPr>
            <p:spPr>
              <a:xfrm>
                <a:off x="2020350" y="4267663"/>
                <a:ext cx="175975" cy="206825"/>
              </a:xfrm>
              <a:custGeom>
                <a:rect b="b" l="l" r="r" t="t"/>
                <a:pathLst>
                  <a:path extrusionOk="0" fill="none" h="8273" w="7039">
                    <a:moveTo>
                      <a:pt x="7039" y="8273"/>
                    </a:moveTo>
                    <a:cubicBezTo>
                      <a:pt x="7039" y="8273"/>
                      <a:pt x="1" y="3803"/>
                      <a:pt x="3336" y="1902"/>
                    </a:cubicBezTo>
                    <a:cubicBezTo>
                      <a:pt x="6672" y="0"/>
                      <a:pt x="7039" y="8273"/>
                      <a:pt x="7039" y="8273"/>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9"/>
              <p:cNvSpPr/>
              <p:nvPr/>
            </p:nvSpPr>
            <p:spPr>
              <a:xfrm>
                <a:off x="2017025" y="4557863"/>
                <a:ext cx="177650" cy="207675"/>
              </a:xfrm>
              <a:custGeom>
                <a:rect b="b" l="l" r="r" t="t"/>
                <a:pathLst>
                  <a:path extrusionOk="0" fill="none" h="8307" w="7106">
                    <a:moveTo>
                      <a:pt x="7105" y="1"/>
                    </a:moveTo>
                    <a:cubicBezTo>
                      <a:pt x="7105" y="1"/>
                      <a:pt x="6505" y="8307"/>
                      <a:pt x="3236" y="6272"/>
                    </a:cubicBezTo>
                    <a:cubicBezTo>
                      <a:pt x="0" y="4237"/>
                      <a:pt x="7105" y="1"/>
                      <a:pt x="7105" y="1"/>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9"/>
              <p:cNvSpPr/>
              <p:nvPr/>
            </p:nvSpPr>
            <p:spPr>
              <a:xfrm>
                <a:off x="2246350" y="4267663"/>
                <a:ext cx="177650" cy="207675"/>
              </a:xfrm>
              <a:custGeom>
                <a:rect b="b" l="l" r="r" t="t"/>
                <a:pathLst>
                  <a:path extrusionOk="0" fill="none" h="8307" w="7106">
                    <a:moveTo>
                      <a:pt x="0" y="8306"/>
                    </a:moveTo>
                    <a:cubicBezTo>
                      <a:pt x="0" y="8306"/>
                      <a:pt x="601" y="0"/>
                      <a:pt x="3836" y="2035"/>
                    </a:cubicBezTo>
                    <a:cubicBezTo>
                      <a:pt x="7105" y="4070"/>
                      <a:pt x="0" y="8306"/>
                      <a:pt x="0" y="8306"/>
                    </a:cubicBezTo>
                    <a:close/>
                  </a:path>
                </a:pathLst>
              </a:custGeom>
              <a:noFill/>
              <a:ln cap="flat" cmpd="sng" w="75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9"/>
              <p:cNvSpPr/>
              <p:nvPr/>
            </p:nvSpPr>
            <p:spPr>
              <a:xfrm>
                <a:off x="2481525" y="4503663"/>
                <a:ext cx="27525" cy="26700"/>
              </a:xfrm>
              <a:custGeom>
                <a:rect b="b" l="l" r="r" t="t"/>
                <a:pathLst>
                  <a:path extrusionOk="0" h="1068" w="1101">
                    <a:moveTo>
                      <a:pt x="567" y="0"/>
                    </a:moveTo>
                    <a:cubicBezTo>
                      <a:pt x="267" y="0"/>
                      <a:pt x="0" y="234"/>
                      <a:pt x="0" y="534"/>
                    </a:cubicBezTo>
                    <a:cubicBezTo>
                      <a:pt x="0" y="834"/>
                      <a:pt x="267" y="1068"/>
                      <a:pt x="567" y="1068"/>
                    </a:cubicBezTo>
                    <a:cubicBezTo>
                      <a:pt x="834" y="1068"/>
                      <a:pt x="1101" y="834"/>
                      <a:pt x="1101" y="534"/>
                    </a:cubicBezTo>
                    <a:cubicBezTo>
                      <a:pt x="1101" y="234"/>
                      <a:pt x="834" y="0"/>
                      <a:pt x="567"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9"/>
              <p:cNvSpPr/>
              <p:nvPr/>
            </p:nvSpPr>
            <p:spPr>
              <a:xfrm>
                <a:off x="1931950" y="4503663"/>
                <a:ext cx="26725" cy="26700"/>
              </a:xfrm>
              <a:custGeom>
                <a:rect b="b" l="l" r="r" t="t"/>
                <a:pathLst>
                  <a:path extrusionOk="0" h="1068" w="1069">
                    <a:moveTo>
                      <a:pt x="534" y="0"/>
                    </a:moveTo>
                    <a:cubicBezTo>
                      <a:pt x="234" y="0"/>
                      <a:pt x="1" y="234"/>
                      <a:pt x="1" y="534"/>
                    </a:cubicBezTo>
                    <a:cubicBezTo>
                      <a:pt x="1" y="834"/>
                      <a:pt x="234" y="1068"/>
                      <a:pt x="534" y="1068"/>
                    </a:cubicBezTo>
                    <a:cubicBezTo>
                      <a:pt x="835" y="1068"/>
                      <a:pt x="1068" y="834"/>
                      <a:pt x="1068" y="534"/>
                    </a:cubicBezTo>
                    <a:cubicBezTo>
                      <a:pt x="1068" y="234"/>
                      <a:pt x="835" y="0"/>
                      <a:pt x="53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9"/>
              <p:cNvSpPr/>
              <p:nvPr/>
            </p:nvSpPr>
            <p:spPr>
              <a:xfrm>
                <a:off x="2337250" y="4744288"/>
                <a:ext cx="30875" cy="26925"/>
              </a:xfrm>
              <a:custGeom>
                <a:rect b="b" l="l" r="r" t="t"/>
                <a:pathLst>
                  <a:path extrusionOk="0" h="1077" w="1235">
                    <a:moveTo>
                      <a:pt x="624" y="1"/>
                    </a:moveTo>
                    <a:cubicBezTo>
                      <a:pt x="534" y="1"/>
                      <a:pt x="445" y="27"/>
                      <a:pt x="367" y="82"/>
                    </a:cubicBezTo>
                    <a:cubicBezTo>
                      <a:pt x="100" y="216"/>
                      <a:pt x="0" y="549"/>
                      <a:pt x="134" y="816"/>
                    </a:cubicBezTo>
                    <a:cubicBezTo>
                      <a:pt x="226" y="978"/>
                      <a:pt x="415" y="1076"/>
                      <a:pt x="612" y="1076"/>
                    </a:cubicBezTo>
                    <a:cubicBezTo>
                      <a:pt x="698" y="1076"/>
                      <a:pt x="786" y="1057"/>
                      <a:pt x="868" y="1016"/>
                    </a:cubicBezTo>
                    <a:cubicBezTo>
                      <a:pt x="1134" y="883"/>
                      <a:pt x="1235" y="549"/>
                      <a:pt x="1101" y="283"/>
                    </a:cubicBezTo>
                    <a:cubicBezTo>
                      <a:pt x="990" y="105"/>
                      <a:pt x="805" y="1"/>
                      <a:pt x="62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9"/>
              <p:cNvSpPr/>
              <p:nvPr/>
            </p:nvSpPr>
            <p:spPr>
              <a:xfrm>
                <a:off x="2072900" y="4262013"/>
                <a:ext cx="30875" cy="27150"/>
              </a:xfrm>
              <a:custGeom>
                <a:rect b="b" l="l" r="r" t="t"/>
                <a:pathLst>
                  <a:path extrusionOk="0" h="1086" w="1235">
                    <a:moveTo>
                      <a:pt x="583" y="1"/>
                    </a:moveTo>
                    <a:cubicBezTo>
                      <a:pt x="499" y="1"/>
                      <a:pt x="413" y="20"/>
                      <a:pt x="334" y="60"/>
                    </a:cubicBezTo>
                    <a:cubicBezTo>
                      <a:pt x="67" y="226"/>
                      <a:pt x="0" y="560"/>
                      <a:pt x="134" y="793"/>
                    </a:cubicBezTo>
                    <a:cubicBezTo>
                      <a:pt x="227" y="981"/>
                      <a:pt x="419" y="1086"/>
                      <a:pt x="618" y="1086"/>
                    </a:cubicBezTo>
                    <a:cubicBezTo>
                      <a:pt x="702" y="1086"/>
                      <a:pt x="788" y="1067"/>
                      <a:pt x="867" y="1027"/>
                    </a:cubicBezTo>
                    <a:cubicBezTo>
                      <a:pt x="1134" y="860"/>
                      <a:pt x="1234" y="560"/>
                      <a:pt x="1068" y="293"/>
                    </a:cubicBezTo>
                    <a:cubicBezTo>
                      <a:pt x="974" y="106"/>
                      <a:pt x="782" y="1"/>
                      <a:pt x="5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9"/>
              <p:cNvSpPr/>
              <p:nvPr/>
            </p:nvSpPr>
            <p:spPr>
              <a:xfrm>
                <a:off x="2064550" y="4739663"/>
                <a:ext cx="30875" cy="27125"/>
              </a:xfrm>
              <a:custGeom>
                <a:rect b="b" l="l" r="r" t="t"/>
                <a:pathLst>
                  <a:path extrusionOk="0" h="1085" w="1235">
                    <a:moveTo>
                      <a:pt x="621" y="1"/>
                    </a:moveTo>
                    <a:cubicBezTo>
                      <a:pt x="430" y="1"/>
                      <a:pt x="245" y="89"/>
                      <a:pt x="134" y="267"/>
                    </a:cubicBezTo>
                    <a:cubicBezTo>
                      <a:pt x="1" y="534"/>
                      <a:pt x="67" y="868"/>
                      <a:pt x="334" y="1001"/>
                    </a:cubicBezTo>
                    <a:cubicBezTo>
                      <a:pt x="425" y="1058"/>
                      <a:pt x="524" y="1084"/>
                      <a:pt x="620" y="1084"/>
                    </a:cubicBezTo>
                    <a:cubicBezTo>
                      <a:pt x="806" y="1084"/>
                      <a:pt x="980" y="988"/>
                      <a:pt x="1068" y="834"/>
                    </a:cubicBezTo>
                    <a:cubicBezTo>
                      <a:pt x="1235" y="568"/>
                      <a:pt x="1135" y="234"/>
                      <a:pt x="901" y="67"/>
                    </a:cubicBezTo>
                    <a:cubicBezTo>
                      <a:pt x="812" y="23"/>
                      <a:pt x="716" y="1"/>
                      <a:pt x="62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9"/>
              <p:cNvSpPr/>
              <p:nvPr/>
            </p:nvSpPr>
            <p:spPr>
              <a:xfrm>
                <a:off x="2345575" y="4266813"/>
                <a:ext cx="30900" cy="27100"/>
              </a:xfrm>
              <a:custGeom>
                <a:rect b="b" l="l" r="r" t="t"/>
                <a:pathLst>
                  <a:path extrusionOk="0" h="1084" w="1236">
                    <a:moveTo>
                      <a:pt x="611" y="1"/>
                    </a:moveTo>
                    <a:cubicBezTo>
                      <a:pt x="431" y="1"/>
                      <a:pt x="245" y="90"/>
                      <a:pt x="134" y="268"/>
                    </a:cubicBezTo>
                    <a:cubicBezTo>
                      <a:pt x="1" y="535"/>
                      <a:pt x="68" y="835"/>
                      <a:pt x="334" y="1002"/>
                    </a:cubicBezTo>
                    <a:cubicBezTo>
                      <a:pt x="423" y="1057"/>
                      <a:pt x="516" y="1083"/>
                      <a:pt x="606" y="1083"/>
                    </a:cubicBezTo>
                    <a:cubicBezTo>
                      <a:pt x="787" y="1083"/>
                      <a:pt x="957" y="979"/>
                      <a:pt x="1068" y="802"/>
                    </a:cubicBezTo>
                    <a:cubicBezTo>
                      <a:pt x="1235" y="568"/>
                      <a:pt x="1135" y="234"/>
                      <a:pt x="868" y="68"/>
                    </a:cubicBezTo>
                    <a:cubicBezTo>
                      <a:pt x="790" y="23"/>
                      <a:pt x="701" y="1"/>
                      <a:pt x="61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9"/>
              <p:cNvSpPr/>
              <p:nvPr/>
            </p:nvSpPr>
            <p:spPr>
              <a:xfrm>
                <a:off x="2160450" y="4456138"/>
                <a:ext cx="119275" cy="118425"/>
              </a:xfrm>
              <a:custGeom>
                <a:rect b="b" l="l" r="r" t="t"/>
                <a:pathLst>
                  <a:path extrusionOk="0" h="4737" w="4771">
                    <a:moveTo>
                      <a:pt x="2402" y="0"/>
                    </a:moveTo>
                    <a:cubicBezTo>
                      <a:pt x="1068" y="0"/>
                      <a:pt x="1" y="1067"/>
                      <a:pt x="1" y="2368"/>
                    </a:cubicBezTo>
                    <a:cubicBezTo>
                      <a:pt x="1" y="3703"/>
                      <a:pt x="1068" y="4737"/>
                      <a:pt x="2402" y="4737"/>
                    </a:cubicBezTo>
                    <a:cubicBezTo>
                      <a:pt x="3703" y="4737"/>
                      <a:pt x="4771" y="3703"/>
                      <a:pt x="4771" y="2368"/>
                    </a:cubicBezTo>
                    <a:cubicBezTo>
                      <a:pt x="4771" y="1067"/>
                      <a:pt x="3703" y="0"/>
                      <a:pt x="240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9"/>
              <p:cNvSpPr/>
              <p:nvPr/>
            </p:nvSpPr>
            <p:spPr>
              <a:xfrm>
                <a:off x="2078725" y="4373563"/>
                <a:ext cx="283575" cy="283575"/>
              </a:xfrm>
              <a:custGeom>
                <a:rect b="b" l="l" r="r" t="t"/>
                <a:pathLst>
                  <a:path extrusionOk="0" fill="none" h="11343" w="11343">
                    <a:moveTo>
                      <a:pt x="5671" y="11342"/>
                    </a:moveTo>
                    <a:cubicBezTo>
                      <a:pt x="8807" y="11342"/>
                      <a:pt x="11342" y="8807"/>
                      <a:pt x="11342" y="5671"/>
                    </a:cubicBezTo>
                    <a:cubicBezTo>
                      <a:pt x="11342" y="2536"/>
                      <a:pt x="8807" y="1"/>
                      <a:pt x="5671" y="1"/>
                    </a:cubicBezTo>
                    <a:cubicBezTo>
                      <a:pt x="2536" y="1"/>
                      <a:pt x="1" y="2536"/>
                      <a:pt x="1" y="5671"/>
                    </a:cubicBezTo>
                    <a:cubicBezTo>
                      <a:pt x="1" y="8807"/>
                      <a:pt x="2536" y="11342"/>
                      <a:pt x="5671" y="11342"/>
                    </a:cubicBezTo>
                    <a:close/>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 name="Google Shape;1010;p49"/>
            <p:cNvGrpSpPr/>
            <p:nvPr/>
          </p:nvGrpSpPr>
          <p:grpSpPr>
            <a:xfrm>
              <a:off x="-2750250" y="500100"/>
              <a:ext cx="2274150" cy="2353375"/>
              <a:chOff x="1595475" y="1033675"/>
              <a:chExt cx="2274150" cy="2353375"/>
            </a:xfrm>
          </p:grpSpPr>
          <p:sp>
            <p:nvSpPr>
              <p:cNvPr id="1011" name="Google Shape;1011;p49"/>
              <p:cNvSpPr/>
              <p:nvPr/>
            </p:nvSpPr>
            <p:spPr>
              <a:xfrm>
                <a:off x="2172550" y="1649950"/>
                <a:ext cx="1120000" cy="1120000"/>
              </a:xfrm>
              <a:custGeom>
                <a:rect b="b" l="l" r="r" t="t"/>
                <a:pathLst>
                  <a:path extrusionOk="0" fill="none" h="44800" w="44800">
                    <a:moveTo>
                      <a:pt x="43665" y="20315"/>
                    </a:moveTo>
                    <a:cubicBezTo>
                      <a:pt x="44799" y="32057"/>
                      <a:pt x="36227" y="42498"/>
                      <a:pt x="24485" y="43665"/>
                    </a:cubicBezTo>
                    <a:cubicBezTo>
                      <a:pt x="12743" y="44799"/>
                      <a:pt x="2302" y="36227"/>
                      <a:pt x="1135" y="24485"/>
                    </a:cubicBezTo>
                    <a:cubicBezTo>
                      <a:pt x="1" y="12743"/>
                      <a:pt x="8574" y="2302"/>
                      <a:pt x="20315" y="1135"/>
                    </a:cubicBezTo>
                    <a:cubicBezTo>
                      <a:pt x="32057" y="1"/>
                      <a:pt x="42498" y="8574"/>
                      <a:pt x="43665" y="20315"/>
                    </a:cubicBezTo>
                    <a:close/>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9"/>
              <p:cNvSpPr/>
              <p:nvPr/>
            </p:nvSpPr>
            <p:spPr>
              <a:xfrm>
                <a:off x="1988250" y="1466500"/>
                <a:ext cx="1487750" cy="1487750"/>
              </a:xfrm>
              <a:custGeom>
                <a:rect b="b" l="l" r="r" t="t"/>
                <a:pathLst>
                  <a:path extrusionOk="0" fill="none" h="59510" w="59510">
                    <a:moveTo>
                      <a:pt x="59510" y="29755"/>
                    </a:moveTo>
                    <a:cubicBezTo>
                      <a:pt x="59510" y="46167"/>
                      <a:pt x="46200" y="59509"/>
                      <a:pt x="29755" y="59509"/>
                    </a:cubicBezTo>
                    <a:cubicBezTo>
                      <a:pt x="13344" y="59509"/>
                      <a:pt x="1" y="46167"/>
                      <a:pt x="1" y="29755"/>
                    </a:cubicBezTo>
                    <a:cubicBezTo>
                      <a:pt x="1" y="13310"/>
                      <a:pt x="13344" y="0"/>
                      <a:pt x="29755" y="0"/>
                    </a:cubicBezTo>
                    <a:cubicBezTo>
                      <a:pt x="46200" y="0"/>
                      <a:pt x="59510" y="13310"/>
                      <a:pt x="59510" y="29755"/>
                    </a:cubicBezTo>
                    <a:close/>
                  </a:path>
                </a:pathLst>
              </a:custGeom>
              <a:noFill/>
              <a:ln cap="rnd" cmpd="sng" w="10850">
                <a:solidFill>
                  <a:schemeClr val="accent2"/>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9"/>
              <p:cNvSpPr/>
              <p:nvPr/>
            </p:nvSpPr>
            <p:spPr>
              <a:xfrm>
                <a:off x="1868175" y="1345575"/>
                <a:ext cx="1728750" cy="1728750"/>
              </a:xfrm>
              <a:custGeom>
                <a:rect b="b" l="l" r="r" t="t"/>
                <a:pathLst>
                  <a:path extrusionOk="0" fill="none" h="69150" w="69150">
                    <a:moveTo>
                      <a:pt x="69150" y="34592"/>
                    </a:moveTo>
                    <a:cubicBezTo>
                      <a:pt x="69150" y="53672"/>
                      <a:pt x="53672" y="69150"/>
                      <a:pt x="34558" y="69150"/>
                    </a:cubicBezTo>
                    <a:cubicBezTo>
                      <a:pt x="15478" y="69150"/>
                      <a:pt x="0" y="53672"/>
                      <a:pt x="0" y="34592"/>
                    </a:cubicBezTo>
                    <a:cubicBezTo>
                      <a:pt x="0" y="15478"/>
                      <a:pt x="15478" y="0"/>
                      <a:pt x="34558" y="0"/>
                    </a:cubicBezTo>
                    <a:cubicBezTo>
                      <a:pt x="53672" y="0"/>
                      <a:pt x="69150" y="15478"/>
                      <a:pt x="69150" y="34592"/>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9"/>
              <p:cNvSpPr/>
              <p:nvPr/>
            </p:nvSpPr>
            <p:spPr>
              <a:xfrm>
                <a:off x="2673750" y="1287200"/>
                <a:ext cx="117600" cy="117600"/>
              </a:xfrm>
              <a:custGeom>
                <a:rect b="b" l="l" r="r" t="t"/>
                <a:pathLst>
                  <a:path extrusionOk="0" h="4704" w="4704">
                    <a:moveTo>
                      <a:pt x="2335" y="0"/>
                    </a:moveTo>
                    <a:cubicBezTo>
                      <a:pt x="1034" y="0"/>
                      <a:pt x="0" y="1068"/>
                      <a:pt x="0" y="2335"/>
                    </a:cubicBezTo>
                    <a:cubicBezTo>
                      <a:pt x="0" y="3636"/>
                      <a:pt x="1034" y="4704"/>
                      <a:pt x="2335" y="4704"/>
                    </a:cubicBezTo>
                    <a:cubicBezTo>
                      <a:pt x="3636" y="4704"/>
                      <a:pt x="4704" y="3636"/>
                      <a:pt x="4704" y="2335"/>
                    </a:cubicBezTo>
                    <a:cubicBezTo>
                      <a:pt x="4704" y="1068"/>
                      <a:pt x="3636" y="0"/>
                      <a:pt x="233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9"/>
              <p:cNvSpPr/>
              <p:nvPr/>
            </p:nvSpPr>
            <p:spPr>
              <a:xfrm>
                <a:off x="2673750" y="3015925"/>
                <a:ext cx="117600" cy="117625"/>
              </a:xfrm>
              <a:custGeom>
                <a:rect b="b" l="l" r="r" t="t"/>
                <a:pathLst>
                  <a:path extrusionOk="0" h="4705" w="4704">
                    <a:moveTo>
                      <a:pt x="2335" y="1"/>
                    </a:moveTo>
                    <a:cubicBezTo>
                      <a:pt x="1034" y="1"/>
                      <a:pt x="0" y="1035"/>
                      <a:pt x="0" y="2336"/>
                    </a:cubicBezTo>
                    <a:cubicBezTo>
                      <a:pt x="0" y="3637"/>
                      <a:pt x="1034" y="4704"/>
                      <a:pt x="2335" y="4704"/>
                    </a:cubicBezTo>
                    <a:cubicBezTo>
                      <a:pt x="3636" y="4704"/>
                      <a:pt x="4704" y="3637"/>
                      <a:pt x="4704" y="2336"/>
                    </a:cubicBezTo>
                    <a:cubicBezTo>
                      <a:pt x="4704" y="1035"/>
                      <a:pt x="3636" y="1"/>
                      <a:pt x="233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9"/>
              <p:cNvSpPr/>
              <p:nvPr/>
            </p:nvSpPr>
            <p:spPr>
              <a:xfrm>
                <a:off x="3537700" y="2151975"/>
                <a:ext cx="117600" cy="116775"/>
              </a:xfrm>
              <a:custGeom>
                <a:rect b="b" l="l" r="r" t="t"/>
                <a:pathLst>
                  <a:path extrusionOk="0" h="4671" w="4704">
                    <a:moveTo>
                      <a:pt x="2369" y="1"/>
                    </a:moveTo>
                    <a:cubicBezTo>
                      <a:pt x="1068" y="1"/>
                      <a:pt x="0" y="1035"/>
                      <a:pt x="0" y="2336"/>
                    </a:cubicBezTo>
                    <a:cubicBezTo>
                      <a:pt x="0" y="3637"/>
                      <a:pt x="1068" y="4671"/>
                      <a:pt x="2369" y="4671"/>
                    </a:cubicBezTo>
                    <a:cubicBezTo>
                      <a:pt x="3670" y="4671"/>
                      <a:pt x="4704" y="3637"/>
                      <a:pt x="4704" y="2336"/>
                    </a:cubicBezTo>
                    <a:cubicBezTo>
                      <a:pt x="4704" y="1035"/>
                      <a:pt x="3670" y="1"/>
                      <a:pt x="236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9"/>
              <p:cNvSpPr/>
              <p:nvPr/>
            </p:nvSpPr>
            <p:spPr>
              <a:xfrm>
                <a:off x="1809800" y="2151975"/>
                <a:ext cx="116775" cy="116775"/>
              </a:xfrm>
              <a:custGeom>
                <a:rect b="b" l="l" r="r" t="t"/>
                <a:pathLst>
                  <a:path extrusionOk="0" h="4671" w="4671">
                    <a:moveTo>
                      <a:pt x="2335" y="1"/>
                    </a:moveTo>
                    <a:cubicBezTo>
                      <a:pt x="1034" y="1"/>
                      <a:pt x="0" y="1035"/>
                      <a:pt x="0" y="2336"/>
                    </a:cubicBezTo>
                    <a:cubicBezTo>
                      <a:pt x="0" y="3637"/>
                      <a:pt x="1034" y="4671"/>
                      <a:pt x="2335" y="4671"/>
                    </a:cubicBezTo>
                    <a:cubicBezTo>
                      <a:pt x="3636" y="4671"/>
                      <a:pt x="4670" y="3637"/>
                      <a:pt x="4670" y="2336"/>
                    </a:cubicBezTo>
                    <a:cubicBezTo>
                      <a:pt x="4670" y="1035"/>
                      <a:pt x="3636" y="1"/>
                      <a:pt x="233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9"/>
              <p:cNvSpPr/>
              <p:nvPr/>
            </p:nvSpPr>
            <p:spPr>
              <a:xfrm>
                <a:off x="2432750" y="1452325"/>
                <a:ext cx="598775" cy="598775"/>
              </a:xfrm>
              <a:custGeom>
                <a:rect b="b" l="l" r="r" t="t"/>
                <a:pathLst>
                  <a:path extrusionOk="0" fill="none" h="23951" w="23951">
                    <a:moveTo>
                      <a:pt x="23350" y="10841"/>
                    </a:moveTo>
                    <a:cubicBezTo>
                      <a:pt x="23951" y="17112"/>
                      <a:pt x="19381" y="22716"/>
                      <a:pt x="13110" y="23317"/>
                    </a:cubicBezTo>
                    <a:cubicBezTo>
                      <a:pt x="6838" y="23951"/>
                      <a:pt x="1234" y="19347"/>
                      <a:pt x="634" y="13076"/>
                    </a:cubicBezTo>
                    <a:cubicBezTo>
                      <a:pt x="0" y="6805"/>
                      <a:pt x="4603" y="1234"/>
                      <a:pt x="10875" y="634"/>
                    </a:cubicBezTo>
                    <a:cubicBezTo>
                      <a:pt x="17146" y="0"/>
                      <a:pt x="22716" y="4570"/>
                      <a:pt x="23350" y="10841"/>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9"/>
              <p:cNvSpPr/>
              <p:nvPr/>
            </p:nvSpPr>
            <p:spPr>
              <a:xfrm>
                <a:off x="2446925" y="2383825"/>
                <a:ext cx="570425" cy="570425"/>
              </a:xfrm>
              <a:custGeom>
                <a:rect b="b" l="l" r="r" t="t"/>
                <a:pathLst>
                  <a:path extrusionOk="0" fill="none" h="22817" w="22817">
                    <a:moveTo>
                      <a:pt x="0" y="11408"/>
                    </a:moveTo>
                    <a:cubicBezTo>
                      <a:pt x="0" y="5104"/>
                      <a:pt x="5104" y="0"/>
                      <a:pt x="11408" y="0"/>
                    </a:cubicBezTo>
                    <a:cubicBezTo>
                      <a:pt x="17713" y="0"/>
                      <a:pt x="22817" y="5104"/>
                      <a:pt x="22817" y="11408"/>
                    </a:cubicBezTo>
                    <a:cubicBezTo>
                      <a:pt x="22817" y="17713"/>
                      <a:pt x="17713" y="22816"/>
                      <a:pt x="11408" y="22816"/>
                    </a:cubicBezTo>
                    <a:cubicBezTo>
                      <a:pt x="5104" y="22816"/>
                      <a:pt x="0" y="17713"/>
                      <a:pt x="0" y="11408"/>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9"/>
              <p:cNvSpPr/>
              <p:nvPr/>
            </p:nvSpPr>
            <p:spPr>
              <a:xfrm>
                <a:off x="2905575" y="1925150"/>
                <a:ext cx="570425" cy="570425"/>
              </a:xfrm>
              <a:custGeom>
                <a:rect b="b" l="l" r="r" t="t"/>
                <a:pathLst>
                  <a:path extrusionOk="0" fill="none" h="22817" w="22817">
                    <a:moveTo>
                      <a:pt x="11409" y="22817"/>
                    </a:moveTo>
                    <a:cubicBezTo>
                      <a:pt x="5104" y="22817"/>
                      <a:pt x="1" y="17713"/>
                      <a:pt x="1" y="11409"/>
                    </a:cubicBezTo>
                    <a:cubicBezTo>
                      <a:pt x="1" y="5104"/>
                      <a:pt x="5104" y="1"/>
                      <a:pt x="11409" y="1"/>
                    </a:cubicBezTo>
                    <a:cubicBezTo>
                      <a:pt x="17713" y="1"/>
                      <a:pt x="22817" y="5104"/>
                      <a:pt x="22817" y="11409"/>
                    </a:cubicBezTo>
                    <a:cubicBezTo>
                      <a:pt x="22817" y="17713"/>
                      <a:pt x="17713" y="22817"/>
                      <a:pt x="11409" y="22817"/>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9"/>
              <p:cNvSpPr/>
              <p:nvPr/>
            </p:nvSpPr>
            <p:spPr>
              <a:xfrm>
                <a:off x="1988250" y="1925150"/>
                <a:ext cx="570450" cy="570425"/>
              </a:xfrm>
              <a:custGeom>
                <a:rect b="b" l="l" r="r" t="t"/>
                <a:pathLst>
                  <a:path extrusionOk="0" fill="none" h="22817" w="22818">
                    <a:moveTo>
                      <a:pt x="11409" y="1"/>
                    </a:moveTo>
                    <a:cubicBezTo>
                      <a:pt x="17713" y="1"/>
                      <a:pt x="22817" y="5104"/>
                      <a:pt x="22817" y="11409"/>
                    </a:cubicBezTo>
                    <a:cubicBezTo>
                      <a:pt x="22817" y="17713"/>
                      <a:pt x="17713" y="22817"/>
                      <a:pt x="11409" y="22817"/>
                    </a:cubicBezTo>
                    <a:cubicBezTo>
                      <a:pt x="5138" y="22817"/>
                      <a:pt x="1" y="17713"/>
                      <a:pt x="1" y="11409"/>
                    </a:cubicBezTo>
                    <a:cubicBezTo>
                      <a:pt x="1" y="5104"/>
                      <a:pt x="5138" y="1"/>
                      <a:pt x="11409" y="1"/>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9"/>
              <p:cNvSpPr/>
              <p:nvPr/>
            </p:nvSpPr>
            <p:spPr>
              <a:xfrm>
                <a:off x="2837200" y="1666625"/>
                <a:ext cx="438675" cy="438675"/>
              </a:xfrm>
              <a:custGeom>
                <a:rect b="b" l="l" r="r" t="t"/>
                <a:pathLst>
                  <a:path extrusionOk="0" fill="none" h="17547" w="17547">
                    <a:moveTo>
                      <a:pt x="14411" y="14411"/>
                    </a:moveTo>
                    <a:cubicBezTo>
                      <a:pt x="11308" y="17547"/>
                      <a:pt x="6238" y="17547"/>
                      <a:pt x="3136" y="14411"/>
                    </a:cubicBezTo>
                    <a:cubicBezTo>
                      <a:pt x="0" y="11309"/>
                      <a:pt x="0" y="6239"/>
                      <a:pt x="3136" y="3136"/>
                    </a:cubicBezTo>
                    <a:cubicBezTo>
                      <a:pt x="6238" y="1"/>
                      <a:pt x="11308" y="1"/>
                      <a:pt x="14411" y="3136"/>
                    </a:cubicBezTo>
                    <a:cubicBezTo>
                      <a:pt x="17546" y="6239"/>
                      <a:pt x="17546" y="11309"/>
                      <a:pt x="14411" y="14411"/>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9"/>
              <p:cNvSpPr/>
              <p:nvPr/>
            </p:nvSpPr>
            <p:spPr>
              <a:xfrm>
                <a:off x="2189225" y="2315425"/>
                <a:ext cx="437850" cy="437850"/>
              </a:xfrm>
              <a:custGeom>
                <a:rect b="b" l="l" r="r" t="t"/>
                <a:pathLst>
                  <a:path extrusionOk="0" fill="none" h="17514" w="17514">
                    <a:moveTo>
                      <a:pt x="3103" y="3103"/>
                    </a:moveTo>
                    <a:cubicBezTo>
                      <a:pt x="6239" y="1"/>
                      <a:pt x="11276" y="1"/>
                      <a:pt x="14411" y="3103"/>
                    </a:cubicBezTo>
                    <a:cubicBezTo>
                      <a:pt x="17513" y="6239"/>
                      <a:pt x="17513" y="11276"/>
                      <a:pt x="14411" y="14411"/>
                    </a:cubicBezTo>
                    <a:cubicBezTo>
                      <a:pt x="11276" y="17513"/>
                      <a:pt x="6239" y="17513"/>
                      <a:pt x="3103" y="14411"/>
                    </a:cubicBezTo>
                    <a:cubicBezTo>
                      <a:pt x="1" y="11276"/>
                      <a:pt x="1" y="6239"/>
                      <a:pt x="3103" y="3103"/>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9"/>
              <p:cNvSpPr/>
              <p:nvPr/>
            </p:nvSpPr>
            <p:spPr>
              <a:xfrm>
                <a:off x="2837200" y="2315425"/>
                <a:ext cx="438675" cy="437850"/>
              </a:xfrm>
              <a:custGeom>
                <a:rect b="b" l="l" r="r" t="t"/>
                <a:pathLst>
                  <a:path extrusionOk="0" fill="none" h="17514" w="17547">
                    <a:moveTo>
                      <a:pt x="3136" y="14411"/>
                    </a:moveTo>
                    <a:cubicBezTo>
                      <a:pt x="0" y="11276"/>
                      <a:pt x="0" y="6239"/>
                      <a:pt x="3136" y="3103"/>
                    </a:cubicBezTo>
                    <a:cubicBezTo>
                      <a:pt x="6238" y="1"/>
                      <a:pt x="11308" y="1"/>
                      <a:pt x="14411" y="3103"/>
                    </a:cubicBezTo>
                    <a:cubicBezTo>
                      <a:pt x="17546" y="6239"/>
                      <a:pt x="17546" y="11276"/>
                      <a:pt x="14411" y="14411"/>
                    </a:cubicBezTo>
                    <a:cubicBezTo>
                      <a:pt x="11308" y="17513"/>
                      <a:pt x="6238" y="17513"/>
                      <a:pt x="3136" y="14411"/>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9"/>
              <p:cNvSpPr/>
              <p:nvPr/>
            </p:nvSpPr>
            <p:spPr>
              <a:xfrm>
                <a:off x="2189225" y="1666625"/>
                <a:ext cx="437850" cy="438675"/>
              </a:xfrm>
              <a:custGeom>
                <a:rect b="b" l="l" r="r" t="t"/>
                <a:pathLst>
                  <a:path extrusionOk="0" fill="none" h="17547" w="17514">
                    <a:moveTo>
                      <a:pt x="14411" y="3136"/>
                    </a:moveTo>
                    <a:cubicBezTo>
                      <a:pt x="17513" y="6239"/>
                      <a:pt x="17513" y="11309"/>
                      <a:pt x="14411" y="14411"/>
                    </a:cubicBezTo>
                    <a:cubicBezTo>
                      <a:pt x="11276" y="17547"/>
                      <a:pt x="6239" y="17547"/>
                      <a:pt x="3103" y="14411"/>
                    </a:cubicBezTo>
                    <a:cubicBezTo>
                      <a:pt x="1" y="11309"/>
                      <a:pt x="1" y="6239"/>
                      <a:pt x="3103" y="3136"/>
                    </a:cubicBezTo>
                    <a:cubicBezTo>
                      <a:pt x="6239" y="1"/>
                      <a:pt x="11276" y="1"/>
                      <a:pt x="14411" y="3136"/>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9"/>
              <p:cNvSpPr/>
              <p:nvPr/>
            </p:nvSpPr>
            <p:spPr>
              <a:xfrm>
                <a:off x="2732125" y="1072875"/>
                <a:ext cx="25" cy="2274150"/>
              </a:xfrm>
              <a:custGeom>
                <a:rect b="b" l="l" r="r" t="t"/>
                <a:pathLst>
                  <a:path extrusionOk="0" fill="none" h="90966" w="1">
                    <a:moveTo>
                      <a:pt x="0" y="90966"/>
                    </a:moveTo>
                    <a:lnTo>
                      <a:pt x="0" y="1"/>
                    </a:lnTo>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9"/>
              <p:cNvSpPr/>
              <p:nvPr/>
            </p:nvSpPr>
            <p:spPr>
              <a:xfrm>
                <a:off x="2692925" y="1033675"/>
                <a:ext cx="79250" cy="79250"/>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9"/>
              <p:cNvSpPr/>
              <p:nvPr/>
            </p:nvSpPr>
            <p:spPr>
              <a:xfrm>
                <a:off x="2692925" y="3307800"/>
                <a:ext cx="79250" cy="79250"/>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9"/>
              <p:cNvSpPr/>
              <p:nvPr/>
            </p:nvSpPr>
            <p:spPr>
              <a:xfrm>
                <a:off x="1595475" y="1345575"/>
                <a:ext cx="2274150" cy="1728750"/>
              </a:xfrm>
              <a:custGeom>
                <a:rect b="b" l="l" r="r" t="t"/>
                <a:pathLst>
                  <a:path extrusionOk="0" fill="none" h="69150" w="90966">
                    <a:moveTo>
                      <a:pt x="90966" y="34592"/>
                    </a:moveTo>
                    <a:cubicBezTo>
                      <a:pt x="90966" y="53672"/>
                      <a:pt x="70584" y="69150"/>
                      <a:pt x="45466" y="69150"/>
                    </a:cubicBezTo>
                    <a:cubicBezTo>
                      <a:pt x="20348" y="69150"/>
                      <a:pt x="1" y="53672"/>
                      <a:pt x="1" y="34592"/>
                    </a:cubicBezTo>
                    <a:cubicBezTo>
                      <a:pt x="1" y="15478"/>
                      <a:pt x="20348" y="0"/>
                      <a:pt x="45466" y="0"/>
                    </a:cubicBezTo>
                    <a:cubicBezTo>
                      <a:pt x="70584" y="0"/>
                      <a:pt x="90966" y="15478"/>
                      <a:pt x="90966" y="34592"/>
                    </a:cubicBezTo>
                    <a:close/>
                  </a:path>
                </a:pathLst>
              </a:custGeom>
              <a:noFill/>
              <a:ln cap="rnd" cmpd="sng" w="10850">
                <a:solidFill>
                  <a:schemeClr val="accent2"/>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 name="Shape 1033"/>
        <p:cNvGrpSpPr/>
        <p:nvPr/>
      </p:nvGrpSpPr>
      <p:grpSpPr>
        <a:xfrm>
          <a:off x="0" y="0"/>
          <a:ext cx="0" cy="0"/>
          <a:chOff x="0" y="0"/>
          <a:chExt cx="0" cy="0"/>
        </a:xfrm>
      </p:grpSpPr>
      <p:grpSp>
        <p:nvGrpSpPr>
          <p:cNvPr id="1034" name="Google Shape;1034;p50"/>
          <p:cNvGrpSpPr/>
          <p:nvPr/>
        </p:nvGrpSpPr>
        <p:grpSpPr>
          <a:xfrm rot="5400000">
            <a:off x="1127571" y="1954047"/>
            <a:ext cx="2712179" cy="1846754"/>
            <a:chOff x="825050" y="2254625"/>
            <a:chExt cx="1269925" cy="423150"/>
          </a:xfrm>
        </p:grpSpPr>
        <p:sp>
          <p:nvSpPr>
            <p:cNvPr id="1035" name="Google Shape;1035;p50"/>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0"/>
            <p:cNvSpPr/>
            <p:nvPr/>
          </p:nvSpPr>
          <p:spPr>
            <a:xfrm>
              <a:off x="825050" y="2318975"/>
              <a:ext cx="1199700" cy="358800"/>
            </a:xfrm>
            <a:prstGeom prst="roundRect">
              <a:avLst>
                <a:gd fmla="val 50000"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 name="Google Shape;1037;p50"/>
          <p:cNvSpPr txBox="1"/>
          <p:nvPr>
            <p:ph idx="2" type="title"/>
          </p:nvPr>
        </p:nvSpPr>
        <p:spPr>
          <a:xfrm>
            <a:off x="4663800" y="2455650"/>
            <a:ext cx="3760200" cy="119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MY EXPERIENCE</a:t>
            </a:r>
            <a:endParaRPr/>
          </a:p>
        </p:txBody>
      </p:sp>
      <p:sp>
        <p:nvSpPr>
          <p:cNvPr id="1038" name="Google Shape;1038;p50"/>
          <p:cNvSpPr txBox="1"/>
          <p:nvPr>
            <p:ph idx="1" type="subTitle"/>
          </p:nvPr>
        </p:nvSpPr>
        <p:spPr>
          <a:xfrm>
            <a:off x="5049150" y="3696325"/>
            <a:ext cx="2989500" cy="4521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Here you can add a subtitle for the section if you need it</a:t>
            </a:r>
            <a:endParaRPr/>
          </a:p>
        </p:txBody>
      </p:sp>
      <p:cxnSp>
        <p:nvCxnSpPr>
          <p:cNvPr id="1039" name="Google Shape;1039;p50"/>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040" name="Google Shape;1040;p50"/>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041" name="Google Shape;1041;p50"/>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042" name="Google Shape;1042;p50"/>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0"/>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0">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045" name="Google Shape;1045;p50">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046" name="Google Shape;1046;p50"/>
          <p:cNvSpPr txBox="1"/>
          <p:nvPr>
            <p:ph type="title"/>
          </p:nvPr>
        </p:nvSpPr>
        <p:spPr>
          <a:xfrm>
            <a:off x="1566050" y="2196650"/>
            <a:ext cx="1928400" cy="119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047" name="Google Shape;1047;p50"/>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 name="Shape 1051"/>
        <p:cNvGrpSpPr/>
        <p:nvPr/>
      </p:nvGrpSpPr>
      <p:grpSpPr>
        <a:xfrm>
          <a:off x="0" y="0"/>
          <a:ext cx="0" cy="0"/>
          <a:chOff x="0" y="0"/>
          <a:chExt cx="0" cy="0"/>
        </a:xfrm>
      </p:grpSpPr>
      <p:sp>
        <p:nvSpPr>
          <p:cNvPr id="1052" name="Google Shape;1052;p51"/>
          <p:cNvSpPr/>
          <p:nvPr/>
        </p:nvSpPr>
        <p:spPr>
          <a:xfrm rot="10800000">
            <a:off x="720000" y="2062450"/>
            <a:ext cx="1853400" cy="321300"/>
          </a:xfrm>
          <a:prstGeom prst="roundRect">
            <a:avLst>
              <a:gd fmla="val 50000"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1"/>
          <p:cNvSpPr/>
          <p:nvPr/>
        </p:nvSpPr>
        <p:spPr>
          <a:xfrm rot="10800000">
            <a:off x="3474813" y="2062450"/>
            <a:ext cx="1853400" cy="321300"/>
          </a:xfrm>
          <a:prstGeom prst="roundRect">
            <a:avLst>
              <a:gd fmla="val 50000"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1"/>
          <p:cNvSpPr/>
          <p:nvPr/>
        </p:nvSpPr>
        <p:spPr>
          <a:xfrm rot="10800000">
            <a:off x="6229638" y="2062450"/>
            <a:ext cx="1853400" cy="321300"/>
          </a:xfrm>
          <a:prstGeom prst="roundRect">
            <a:avLst>
              <a:gd fmla="val 50000"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1"/>
          <p:cNvSpPr/>
          <p:nvPr/>
        </p:nvSpPr>
        <p:spPr>
          <a:xfrm rot="10800000">
            <a:off x="720000" y="3462850"/>
            <a:ext cx="1853400" cy="321300"/>
          </a:xfrm>
          <a:prstGeom prst="roundRect">
            <a:avLst>
              <a:gd fmla="val 50000"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1"/>
          <p:cNvSpPr/>
          <p:nvPr/>
        </p:nvSpPr>
        <p:spPr>
          <a:xfrm rot="10800000">
            <a:off x="3474813" y="3462850"/>
            <a:ext cx="1853400" cy="321300"/>
          </a:xfrm>
          <a:prstGeom prst="roundRect">
            <a:avLst>
              <a:gd fmla="val 50000"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1"/>
          <p:cNvSpPr/>
          <p:nvPr/>
        </p:nvSpPr>
        <p:spPr>
          <a:xfrm rot="10800000">
            <a:off x="6229638" y="3462850"/>
            <a:ext cx="1853400" cy="321300"/>
          </a:xfrm>
          <a:prstGeom prst="roundRect">
            <a:avLst>
              <a:gd fmla="val 50000"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8" name="Google Shape;1058;p51"/>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059" name="Google Shape;1059;p51"/>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060" name="Google Shape;1060;p51"/>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1"/>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1">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063" name="Google Shape;1063;p51">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064" name="Google Shape;1064;p51"/>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065" name="Google Shape;1065;p51"/>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EXPERIENCE</a:t>
            </a:r>
            <a:endParaRPr/>
          </a:p>
        </p:txBody>
      </p:sp>
      <p:sp>
        <p:nvSpPr>
          <p:cNvPr id="1066" name="Google Shape;1066;p51"/>
          <p:cNvSpPr txBox="1"/>
          <p:nvPr>
            <p:ph idx="3" type="subTitle"/>
          </p:nvPr>
        </p:nvSpPr>
        <p:spPr>
          <a:xfrm>
            <a:off x="720000" y="3399550"/>
            <a:ext cx="2211300" cy="384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SATURN</a:t>
            </a:r>
            <a:endParaRPr/>
          </a:p>
        </p:txBody>
      </p:sp>
      <p:sp>
        <p:nvSpPr>
          <p:cNvPr id="1067" name="Google Shape;1067;p51"/>
          <p:cNvSpPr txBox="1"/>
          <p:nvPr>
            <p:ph idx="1" type="subTitle"/>
          </p:nvPr>
        </p:nvSpPr>
        <p:spPr>
          <a:xfrm>
            <a:off x="720000" y="1999150"/>
            <a:ext cx="2211300" cy="384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MERCURY</a:t>
            </a:r>
            <a:endParaRPr/>
          </a:p>
        </p:txBody>
      </p:sp>
      <p:sp>
        <p:nvSpPr>
          <p:cNvPr id="1068" name="Google Shape;1068;p51"/>
          <p:cNvSpPr txBox="1"/>
          <p:nvPr>
            <p:ph idx="4" type="subTitle"/>
          </p:nvPr>
        </p:nvSpPr>
        <p:spPr>
          <a:xfrm>
            <a:off x="720000" y="3784150"/>
            <a:ext cx="2211300" cy="749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Saturn is the ringed planet and a gas giant</a:t>
            </a:r>
            <a:endParaRPr/>
          </a:p>
        </p:txBody>
      </p:sp>
      <p:sp>
        <p:nvSpPr>
          <p:cNvPr id="1069" name="Google Shape;1069;p51"/>
          <p:cNvSpPr txBox="1"/>
          <p:nvPr>
            <p:ph idx="5" type="subTitle"/>
          </p:nvPr>
        </p:nvSpPr>
        <p:spPr>
          <a:xfrm>
            <a:off x="3483214" y="1999150"/>
            <a:ext cx="2194500" cy="384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VENUS</a:t>
            </a:r>
            <a:endParaRPr/>
          </a:p>
        </p:txBody>
      </p:sp>
      <p:sp>
        <p:nvSpPr>
          <p:cNvPr id="1070" name="Google Shape;1070;p51"/>
          <p:cNvSpPr txBox="1"/>
          <p:nvPr>
            <p:ph idx="6" type="subTitle"/>
          </p:nvPr>
        </p:nvSpPr>
        <p:spPr>
          <a:xfrm>
            <a:off x="3483214" y="2383650"/>
            <a:ext cx="2194500" cy="749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Venus has a beautiful name, but it’s hot</a:t>
            </a:r>
            <a:endParaRPr/>
          </a:p>
        </p:txBody>
      </p:sp>
      <p:sp>
        <p:nvSpPr>
          <p:cNvPr id="1071" name="Google Shape;1071;p51"/>
          <p:cNvSpPr txBox="1"/>
          <p:nvPr>
            <p:ph idx="7" type="subTitle"/>
          </p:nvPr>
        </p:nvSpPr>
        <p:spPr>
          <a:xfrm>
            <a:off x="3483214" y="3399550"/>
            <a:ext cx="2194500" cy="384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JUPITER</a:t>
            </a:r>
            <a:endParaRPr/>
          </a:p>
        </p:txBody>
      </p:sp>
      <p:sp>
        <p:nvSpPr>
          <p:cNvPr id="1072" name="Google Shape;1072;p51"/>
          <p:cNvSpPr txBox="1"/>
          <p:nvPr>
            <p:ph idx="2" type="subTitle"/>
          </p:nvPr>
        </p:nvSpPr>
        <p:spPr>
          <a:xfrm>
            <a:off x="720000" y="2383650"/>
            <a:ext cx="2211300" cy="749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Clr>
                <a:schemeClr val="dk1"/>
              </a:buClr>
              <a:buSzPts val="1100"/>
              <a:buFont typeface="Arial"/>
              <a:buNone/>
            </a:pPr>
            <a:r>
              <a:rPr lang="en"/>
              <a:t>Mercury is the closest planet to the Sun</a:t>
            </a:r>
            <a:endParaRPr/>
          </a:p>
        </p:txBody>
      </p:sp>
      <p:sp>
        <p:nvSpPr>
          <p:cNvPr id="1073" name="Google Shape;1073;p51"/>
          <p:cNvSpPr txBox="1"/>
          <p:nvPr>
            <p:ph idx="8" type="subTitle"/>
          </p:nvPr>
        </p:nvSpPr>
        <p:spPr>
          <a:xfrm>
            <a:off x="3483214" y="3784150"/>
            <a:ext cx="2194500" cy="749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It’s the biggest planet in the Solar System</a:t>
            </a:r>
            <a:endParaRPr/>
          </a:p>
        </p:txBody>
      </p:sp>
      <p:sp>
        <p:nvSpPr>
          <p:cNvPr id="1074" name="Google Shape;1074;p51"/>
          <p:cNvSpPr txBox="1"/>
          <p:nvPr>
            <p:ph idx="9" type="subTitle"/>
          </p:nvPr>
        </p:nvSpPr>
        <p:spPr>
          <a:xfrm>
            <a:off x="6229625" y="1999150"/>
            <a:ext cx="2194500" cy="384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MARS</a:t>
            </a:r>
            <a:endParaRPr/>
          </a:p>
        </p:txBody>
      </p:sp>
      <p:sp>
        <p:nvSpPr>
          <p:cNvPr id="1075" name="Google Shape;1075;p51"/>
          <p:cNvSpPr txBox="1"/>
          <p:nvPr>
            <p:ph idx="13" type="subTitle"/>
          </p:nvPr>
        </p:nvSpPr>
        <p:spPr>
          <a:xfrm>
            <a:off x="6229625" y="2383650"/>
            <a:ext cx="2194500" cy="749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Despite being red, Mars is a cold place</a:t>
            </a:r>
            <a:endParaRPr/>
          </a:p>
        </p:txBody>
      </p:sp>
      <p:sp>
        <p:nvSpPr>
          <p:cNvPr id="1076" name="Google Shape;1076;p51"/>
          <p:cNvSpPr txBox="1"/>
          <p:nvPr>
            <p:ph idx="14" type="subTitle"/>
          </p:nvPr>
        </p:nvSpPr>
        <p:spPr>
          <a:xfrm>
            <a:off x="6229625" y="3399550"/>
            <a:ext cx="2194500" cy="3846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NEPTUNE</a:t>
            </a:r>
            <a:endParaRPr/>
          </a:p>
        </p:txBody>
      </p:sp>
      <p:sp>
        <p:nvSpPr>
          <p:cNvPr id="1077" name="Google Shape;1077;p51"/>
          <p:cNvSpPr txBox="1"/>
          <p:nvPr>
            <p:ph idx="15" type="subTitle"/>
          </p:nvPr>
        </p:nvSpPr>
        <p:spPr>
          <a:xfrm>
            <a:off x="6229625" y="3784150"/>
            <a:ext cx="2194500" cy="749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Neptune is the farthest planet from the Sun</a:t>
            </a:r>
            <a:endParaRPr/>
          </a:p>
        </p:txBody>
      </p:sp>
      <p:sp>
        <p:nvSpPr>
          <p:cNvPr id="1078" name="Google Shape;1078;p51"/>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2" name="Shape 1082"/>
        <p:cNvGrpSpPr/>
        <p:nvPr/>
      </p:nvGrpSpPr>
      <p:grpSpPr>
        <a:xfrm>
          <a:off x="0" y="0"/>
          <a:ext cx="0" cy="0"/>
          <a:chOff x="0" y="0"/>
          <a:chExt cx="0" cy="0"/>
        </a:xfrm>
      </p:grpSpPr>
      <p:grpSp>
        <p:nvGrpSpPr>
          <p:cNvPr id="1083" name="Google Shape;1083;p52"/>
          <p:cNvGrpSpPr/>
          <p:nvPr/>
        </p:nvGrpSpPr>
        <p:grpSpPr>
          <a:xfrm>
            <a:off x="1982460" y="3551470"/>
            <a:ext cx="5179079" cy="597107"/>
            <a:chOff x="720000" y="1799625"/>
            <a:chExt cx="4417125" cy="1275325"/>
          </a:xfrm>
        </p:grpSpPr>
        <p:sp>
          <p:nvSpPr>
            <p:cNvPr id="1084" name="Google Shape;1084;p52"/>
            <p:cNvSpPr/>
            <p:nvPr/>
          </p:nvSpPr>
          <p:spPr>
            <a:xfrm>
              <a:off x="929025" y="1888750"/>
              <a:ext cx="4208100" cy="1186200"/>
            </a:xfrm>
            <a:prstGeom prst="roundRect">
              <a:avLst>
                <a:gd fmla="val 5000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2"/>
            <p:cNvSpPr/>
            <p:nvPr/>
          </p:nvSpPr>
          <p:spPr>
            <a:xfrm>
              <a:off x="720000" y="1799625"/>
              <a:ext cx="4208100" cy="1186200"/>
            </a:xfrm>
            <a:prstGeom prst="roundRect">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86" name="Google Shape;1086;p52"/>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087" name="Google Shape;1087;p52"/>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088" name="Google Shape;1088;p52"/>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2"/>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2">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091" name="Google Shape;1091;p52">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092" name="Google Shape;1092;p52"/>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093" name="Google Shape;1093;p52"/>
          <p:cNvSpPr txBox="1"/>
          <p:nvPr>
            <p:ph type="title"/>
          </p:nvPr>
        </p:nvSpPr>
        <p:spPr>
          <a:xfrm>
            <a:off x="720000" y="2245850"/>
            <a:ext cx="7704000" cy="1098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4,449,000</a:t>
            </a:r>
            <a:endParaRPr/>
          </a:p>
        </p:txBody>
      </p:sp>
      <p:sp>
        <p:nvSpPr>
          <p:cNvPr id="1094" name="Google Shape;1094;p52"/>
          <p:cNvSpPr txBox="1"/>
          <p:nvPr>
            <p:ph idx="1" type="subTitle"/>
          </p:nvPr>
        </p:nvSpPr>
        <p:spPr>
          <a:xfrm>
            <a:off x="2212650" y="3654125"/>
            <a:ext cx="4718700" cy="3918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200"/>
              </a:spcAft>
              <a:buNone/>
            </a:pPr>
            <a:r>
              <a:rPr lang="en"/>
              <a:t>Big numbers catch your audience’s attention</a:t>
            </a:r>
            <a:endParaRPr/>
          </a:p>
        </p:txBody>
      </p:sp>
      <p:sp>
        <p:nvSpPr>
          <p:cNvPr id="1095" name="Google Shape;1095;p52"/>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9" name="Shape 1099"/>
        <p:cNvGrpSpPr/>
        <p:nvPr/>
      </p:nvGrpSpPr>
      <p:grpSpPr>
        <a:xfrm>
          <a:off x="0" y="0"/>
          <a:ext cx="0" cy="0"/>
          <a:chOff x="0" y="0"/>
          <a:chExt cx="0" cy="0"/>
        </a:xfrm>
      </p:grpSpPr>
      <p:cxnSp>
        <p:nvCxnSpPr>
          <p:cNvPr id="1100" name="Google Shape;1100;p53"/>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101" name="Google Shape;1101;p53"/>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102" name="Google Shape;1102;p53"/>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3"/>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3">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105" name="Google Shape;1105;p53">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106" name="Google Shape;1106;p53"/>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107" name="Google Shape;1107;p53"/>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PERSONAL SKILLS</a:t>
            </a:r>
            <a:endParaRPr/>
          </a:p>
        </p:txBody>
      </p:sp>
      <p:sp>
        <p:nvSpPr>
          <p:cNvPr id="1108" name="Google Shape;1108;p53"/>
          <p:cNvSpPr txBox="1"/>
          <p:nvPr>
            <p:ph idx="2" type="title"/>
          </p:nvPr>
        </p:nvSpPr>
        <p:spPr>
          <a:xfrm>
            <a:off x="724800" y="2407075"/>
            <a:ext cx="2232600" cy="68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90%</a:t>
            </a:r>
            <a:endParaRPr/>
          </a:p>
        </p:txBody>
      </p:sp>
      <p:sp>
        <p:nvSpPr>
          <p:cNvPr id="1109" name="Google Shape;1109;p53"/>
          <p:cNvSpPr txBox="1"/>
          <p:nvPr>
            <p:ph idx="3" type="title"/>
          </p:nvPr>
        </p:nvSpPr>
        <p:spPr>
          <a:xfrm>
            <a:off x="3460767" y="2407075"/>
            <a:ext cx="2232600" cy="68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95%</a:t>
            </a:r>
            <a:endParaRPr/>
          </a:p>
        </p:txBody>
      </p:sp>
      <p:sp>
        <p:nvSpPr>
          <p:cNvPr id="1110" name="Google Shape;1110;p53"/>
          <p:cNvSpPr txBox="1"/>
          <p:nvPr>
            <p:ph idx="4" type="title"/>
          </p:nvPr>
        </p:nvSpPr>
        <p:spPr>
          <a:xfrm>
            <a:off x="6186598" y="2407075"/>
            <a:ext cx="2232600" cy="68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83%</a:t>
            </a:r>
            <a:endParaRPr/>
          </a:p>
        </p:txBody>
      </p:sp>
      <p:sp>
        <p:nvSpPr>
          <p:cNvPr id="1111" name="Google Shape;1111;p53"/>
          <p:cNvSpPr txBox="1"/>
          <p:nvPr>
            <p:ph idx="1" type="subTitle"/>
          </p:nvPr>
        </p:nvSpPr>
        <p:spPr>
          <a:xfrm>
            <a:off x="6196200" y="3352800"/>
            <a:ext cx="2223000" cy="432900"/>
          </a:xfrm>
          <a:prstGeom prst="rect">
            <a:avLst/>
          </a:prstGeom>
        </p:spPr>
        <p:txBody>
          <a:bodyPr anchorCtr="0" anchor="t" bIns="91425" lIns="91425" spcFirstLastPara="1" rIns="91425" wrap="square" tIns="91425">
            <a:noAutofit/>
          </a:bodyPr>
          <a:lstStyle/>
          <a:p>
            <a:pPr indent="-228600" lvl="0" marL="457200" marR="215900" rtl="0" algn="l">
              <a:lnSpc>
                <a:spcPct val="115000"/>
              </a:lnSpc>
              <a:spcBef>
                <a:spcPts val="1500"/>
              </a:spcBef>
              <a:spcAft>
                <a:spcPts val="0"/>
              </a:spcAft>
              <a:buClr>
                <a:schemeClr val="dk1"/>
              </a:buClr>
              <a:buSzPts val="1800"/>
              <a:buFont typeface="Tenor Sans"/>
              <a:buNone/>
            </a:pPr>
            <a:r>
              <a:rPr b="0" lang="en"/>
              <a:t>ASSERTIVE</a:t>
            </a:r>
            <a:endParaRPr/>
          </a:p>
        </p:txBody>
      </p:sp>
      <p:sp>
        <p:nvSpPr>
          <p:cNvPr id="1112" name="Google Shape;1112;p53"/>
          <p:cNvSpPr txBox="1"/>
          <p:nvPr>
            <p:ph idx="5" type="subTitle"/>
          </p:nvPr>
        </p:nvSpPr>
        <p:spPr>
          <a:xfrm>
            <a:off x="6196200" y="3785756"/>
            <a:ext cx="2223000" cy="783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Insert here the description of your personal skills</a:t>
            </a:r>
            <a:endParaRPr/>
          </a:p>
        </p:txBody>
      </p:sp>
      <p:sp>
        <p:nvSpPr>
          <p:cNvPr id="1113" name="Google Shape;1113;p53"/>
          <p:cNvSpPr txBox="1"/>
          <p:nvPr>
            <p:ph idx="6" type="subTitle"/>
          </p:nvPr>
        </p:nvSpPr>
        <p:spPr>
          <a:xfrm>
            <a:off x="724800" y="3352800"/>
            <a:ext cx="2223000" cy="432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b="0" lang="en"/>
              <a:t>DYNAMIC</a:t>
            </a:r>
            <a:endParaRPr b="0" sz="1800"/>
          </a:p>
        </p:txBody>
      </p:sp>
      <p:sp>
        <p:nvSpPr>
          <p:cNvPr id="1114" name="Google Shape;1114;p53"/>
          <p:cNvSpPr txBox="1"/>
          <p:nvPr>
            <p:ph idx="7" type="subTitle"/>
          </p:nvPr>
        </p:nvSpPr>
        <p:spPr>
          <a:xfrm>
            <a:off x="724800" y="3785756"/>
            <a:ext cx="2223000" cy="783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Insert here the description of your personal skills</a:t>
            </a:r>
            <a:endParaRPr/>
          </a:p>
        </p:txBody>
      </p:sp>
      <p:sp>
        <p:nvSpPr>
          <p:cNvPr id="1115" name="Google Shape;1115;p53"/>
          <p:cNvSpPr txBox="1"/>
          <p:nvPr>
            <p:ph idx="8" type="subTitle"/>
          </p:nvPr>
        </p:nvSpPr>
        <p:spPr>
          <a:xfrm>
            <a:off x="3465309" y="3352800"/>
            <a:ext cx="2223000" cy="432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b="0" lang="en"/>
              <a:t>INTEGRITY</a:t>
            </a:r>
            <a:endParaRPr b="0"/>
          </a:p>
        </p:txBody>
      </p:sp>
      <p:sp>
        <p:nvSpPr>
          <p:cNvPr id="1116" name="Google Shape;1116;p53"/>
          <p:cNvSpPr txBox="1"/>
          <p:nvPr>
            <p:ph idx="9" type="subTitle"/>
          </p:nvPr>
        </p:nvSpPr>
        <p:spPr>
          <a:xfrm>
            <a:off x="3463025" y="3785756"/>
            <a:ext cx="2223000" cy="783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Insert here the description of your personal skills</a:t>
            </a:r>
            <a:endParaRPr/>
          </a:p>
        </p:txBody>
      </p:sp>
      <p:grpSp>
        <p:nvGrpSpPr>
          <p:cNvPr id="1117" name="Google Shape;1117;p53"/>
          <p:cNvGrpSpPr/>
          <p:nvPr/>
        </p:nvGrpSpPr>
        <p:grpSpPr>
          <a:xfrm>
            <a:off x="1265113" y="3253375"/>
            <a:ext cx="1142375" cy="70300"/>
            <a:chOff x="1239925" y="3253375"/>
            <a:chExt cx="1142375" cy="70300"/>
          </a:xfrm>
        </p:grpSpPr>
        <p:sp>
          <p:nvSpPr>
            <p:cNvPr id="1118" name="Google Shape;1118;p53"/>
            <p:cNvSpPr/>
            <p:nvPr/>
          </p:nvSpPr>
          <p:spPr>
            <a:xfrm rot="10800000">
              <a:off x="1299900" y="3280475"/>
              <a:ext cx="1082400" cy="43200"/>
            </a:xfrm>
            <a:prstGeom prst="roundRect">
              <a:avLst>
                <a:gd fmla="val 5000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3"/>
            <p:cNvSpPr/>
            <p:nvPr/>
          </p:nvSpPr>
          <p:spPr>
            <a:xfrm rot="10800000">
              <a:off x="1239925" y="3253375"/>
              <a:ext cx="1082400" cy="432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53"/>
          <p:cNvGrpSpPr/>
          <p:nvPr/>
        </p:nvGrpSpPr>
        <p:grpSpPr>
          <a:xfrm>
            <a:off x="4005600" y="3253375"/>
            <a:ext cx="1142375" cy="70300"/>
            <a:chOff x="1239925" y="3253375"/>
            <a:chExt cx="1142375" cy="70300"/>
          </a:xfrm>
        </p:grpSpPr>
        <p:sp>
          <p:nvSpPr>
            <p:cNvPr id="1121" name="Google Shape;1121;p53"/>
            <p:cNvSpPr/>
            <p:nvPr/>
          </p:nvSpPr>
          <p:spPr>
            <a:xfrm rot="10800000">
              <a:off x="1299900" y="3280475"/>
              <a:ext cx="1082400" cy="43200"/>
            </a:xfrm>
            <a:prstGeom prst="roundRect">
              <a:avLst>
                <a:gd fmla="val 5000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3"/>
            <p:cNvSpPr/>
            <p:nvPr/>
          </p:nvSpPr>
          <p:spPr>
            <a:xfrm rot="10800000">
              <a:off x="1239925" y="3253375"/>
              <a:ext cx="1082400" cy="432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53"/>
          <p:cNvGrpSpPr/>
          <p:nvPr/>
        </p:nvGrpSpPr>
        <p:grpSpPr>
          <a:xfrm>
            <a:off x="6731713" y="3253375"/>
            <a:ext cx="1142375" cy="70300"/>
            <a:chOff x="1239925" y="3253375"/>
            <a:chExt cx="1142375" cy="70300"/>
          </a:xfrm>
        </p:grpSpPr>
        <p:sp>
          <p:nvSpPr>
            <p:cNvPr id="1124" name="Google Shape;1124;p53"/>
            <p:cNvSpPr/>
            <p:nvPr/>
          </p:nvSpPr>
          <p:spPr>
            <a:xfrm rot="10800000">
              <a:off x="1299900" y="3280475"/>
              <a:ext cx="1082400" cy="43200"/>
            </a:xfrm>
            <a:prstGeom prst="roundRect">
              <a:avLst>
                <a:gd fmla="val 50000" name="adj"/>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3"/>
            <p:cNvSpPr/>
            <p:nvPr/>
          </p:nvSpPr>
          <p:spPr>
            <a:xfrm rot="10800000">
              <a:off x="1239925" y="3253375"/>
              <a:ext cx="1082400" cy="432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 name="Google Shape;1126;p53"/>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 name="Shape 1130"/>
        <p:cNvGrpSpPr/>
        <p:nvPr/>
      </p:nvGrpSpPr>
      <p:grpSpPr>
        <a:xfrm>
          <a:off x="0" y="0"/>
          <a:ext cx="0" cy="0"/>
          <a:chOff x="0" y="0"/>
          <a:chExt cx="0" cy="0"/>
        </a:xfrm>
      </p:grpSpPr>
      <p:cxnSp>
        <p:nvCxnSpPr>
          <p:cNvPr id="1131" name="Google Shape;1131;p54"/>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132" name="Google Shape;1132;p54"/>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133" name="Google Shape;1133;p54"/>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4"/>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4">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136" name="Google Shape;1136;p54">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137" name="Google Shape;1137;p54"/>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138" name="Google Shape;1138;p54"/>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PROCESS</a:t>
            </a:r>
            <a:endParaRPr/>
          </a:p>
        </p:txBody>
      </p:sp>
      <p:grpSp>
        <p:nvGrpSpPr>
          <p:cNvPr id="1139" name="Google Shape;1139;p54"/>
          <p:cNvGrpSpPr/>
          <p:nvPr/>
        </p:nvGrpSpPr>
        <p:grpSpPr>
          <a:xfrm>
            <a:off x="2915792" y="1535819"/>
            <a:ext cx="3312415" cy="3313198"/>
            <a:chOff x="5797446" y="2063053"/>
            <a:chExt cx="698100" cy="698280"/>
          </a:xfrm>
        </p:grpSpPr>
        <p:sp>
          <p:nvSpPr>
            <p:cNvPr id="1140" name="Google Shape;1140;p54"/>
            <p:cNvSpPr/>
            <p:nvPr/>
          </p:nvSpPr>
          <p:spPr>
            <a:xfrm>
              <a:off x="5797446" y="2063053"/>
              <a:ext cx="698100" cy="698100"/>
            </a:xfrm>
            <a:prstGeom prst="ellipse">
              <a:avLst/>
            </a:prstGeom>
            <a:solidFill>
              <a:srgbClr val="CC0000">
                <a:alpha val="4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a:off x="5872067" y="2212295"/>
              <a:ext cx="549000" cy="549000"/>
            </a:xfrm>
            <a:prstGeom prst="ellipse">
              <a:avLst/>
            </a:prstGeom>
            <a:solidFill>
              <a:srgbClr val="CC0000">
                <a:alpha val="47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a:off x="5921353" y="2310867"/>
              <a:ext cx="450300" cy="450300"/>
            </a:xfrm>
            <a:prstGeom prst="ellipse">
              <a:avLst/>
            </a:prstGeom>
            <a:solidFill>
              <a:srgbClr val="CC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a:off x="5967936" y="2404033"/>
              <a:ext cx="357300" cy="357300"/>
            </a:xfrm>
            <a:prstGeom prst="ellipse">
              <a:avLst/>
            </a:pr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 name="Google Shape;1144;p54"/>
          <p:cNvSpPr txBox="1"/>
          <p:nvPr/>
        </p:nvSpPr>
        <p:spPr>
          <a:xfrm>
            <a:off x="6926350" y="2729350"/>
            <a:ext cx="1497600" cy="450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Quicksand"/>
                <a:ea typeface="Quicksand"/>
                <a:cs typeface="Quicksand"/>
                <a:sym typeface="Quicksand"/>
              </a:rPr>
              <a:t>Venus has a beautiful name</a:t>
            </a:r>
            <a:endParaRPr>
              <a:solidFill>
                <a:schemeClr val="dk1"/>
              </a:solidFill>
              <a:latin typeface="Quicksand"/>
              <a:ea typeface="Quicksand"/>
              <a:cs typeface="Quicksand"/>
              <a:sym typeface="Quicksand"/>
            </a:endParaRPr>
          </a:p>
        </p:txBody>
      </p:sp>
      <p:sp>
        <p:nvSpPr>
          <p:cNvPr id="1145" name="Google Shape;1145;p54"/>
          <p:cNvSpPr txBox="1"/>
          <p:nvPr/>
        </p:nvSpPr>
        <p:spPr>
          <a:xfrm>
            <a:off x="720050" y="3374525"/>
            <a:ext cx="1497600" cy="450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1"/>
                </a:solidFill>
                <a:latin typeface="Quicksand"/>
                <a:ea typeface="Quicksand"/>
                <a:cs typeface="Quicksand"/>
                <a:sym typeface="Quicksand"/>
              </a:rPr>
              <a:t>Jupiter is the biggest planet</a:t>
            </a:r>
            <a:endParaRPr>
              <a:solidFill>
                <a:schemeClr val="dk1"/>
              </a:solidFill>
              <a:latin typeface="Quicksand"/>
              <a:ea typeface="Quicksand"/>
              <a:cs typeface="Quicksand"/>
              <a:sym typeface="Quicksand"/>
            </a:endParaRPr>
          </a:p>
        </p:txBody>
      </p:sp>
      <p:sp>
        <p:nvSpPr>
          <p:cNvPr id="1146" name="Google Shape;1146;p54"/>
          <p:cNvSpPr txBox="1"/>
          <p:nvPr/>
        </p:nvSpPr>
        <p:spPr>
          <a:xfrm>
            <a:off x="734700" y="2160350"/>
            <a:ext cx="1463100" cy="450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1"/>
                </a:solidFill>
                <a:latin typeface="Quicksand"/>
                <a:ea typeface="Quicksand"/>
                <a:cs typeface="Quicksand"/>
                <a:sym typeface="Quicksand"/>
              </a:rPr>
              <a:t>Mercury is the smallest planet </a:t>
            </a:r>
            <a:endParaRPr>
              <a:solidFill>
                <a:schemeClr val="dk1"/>
              </a:solidFill>
              <a:latin typeface="Quicksand"/>
              <a:ea typeface="Quicksand"/>
              <a:cs typeface="Quicksand"/>
              <a:sym typeface="Quicksand"/>
            </a:endParaRPr>
          </a:p>
        </p:txBody>
      </p:sp>
      <p:sp>
        <p:nvSpPr>
          <p:cNvPr id="1147" name="Google Shape;1147;p54"/>
          <p:cNvSpPr txBox="1"/>
          <p:nvPr/>
        </p:nvSpPr>
        <p:spPr>
          <a:xfrm>
            <a:off x="6926350" y="3867325"/>
            <a:ext cx="1463100" cy="450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Quicksand"/>
                <a:ea typeface="Quicksand"/>
                <a:cs typeface="Quicksand"/>
                <a:sym typeface="Quicksand"/>
              </a:rPr>
              <a:t>Mars is a very cold place </a:t>
            </a:r>
            <a:endParaRPr>
              <a:solidFill>
                <a:schemeClr val="dk1"/>
              </a:solidFill>
              <a:latin typeface="Quicksand"/>
              <a:ea typeface="Quicksand"/>
              <a:cs typeface="Quicksand"/>
              <a:sym typeface="Quicksand"/>
            </a:endParaRPr>
          </a:p>
        </p:txBody>
      </p:sp>
      <p:cxnSp>
        <p:nvCxnSpPr>
          <p:cNvPr id="1148" name="Google Shape;1148;p54"/>
          <p:cNvCxnSpPr/>
          <p:nvPr/>
        </p:nvCxnSpPr>
        <p:spPr>
          <a:xfrm>
            <a:off x="2197575" y="2385650"/>
            <a:ext cx="1203000" cy="0"/>
          </a:xfrm>
          <a:prstGeom prst="straightConnector1">
            <a:avLst/>
          </a:prstGeom>
          <a:noFill/>
          <a:ln cap="flat" cmpd="sng" w="19050">
            <a:solidFill>
              <a:schemeClr val="dk2"/>
            </a:solidFill>
            <a:prstDash val="solid"/>
            <a:round/>
            <a:headEnd len="med" w="med" type="none"/>
            <a:tailEnd len="med" w="med" type="oval"/>
          </a:ln>
        </p:spPr>
      </p:cxnSp>
      <p:cxnSp>
        <p:nvCxnSpPr>
          <p:cNvPr id="1149" name="Google Shape;1149;p54"/>
          <p:cNvCxnSpPr/>
          <p:nvPr/>
        </p:nvCxnSpPr>
        <p:spPr>
          <a:xfrm>
            <a:off x="5484975" y="2954650"/>
            <a:ext cx="1463100" cy="0"/>
          </a:xfrm>
          <a:prstGeom prst="straightConnector1">
            <a:avLst/>
          </a:prstGeom>
          <a:noFill/>
          <a:ln cap="flat" cmpd="sng" w="19050">
            <a:solidFill>
              <a:schemeClr val="dk2"/>
            </a:solidFill>
            <a:prstDash val="solid"/>
            <a:round/>
            <a:headEnd len="med" w="med" type="oval"/>
            <a:tailEnd len="med" w="med" type="none"/>
          </a:ln>
        </p:spPr>
      </p:cxnSp>
      <p:cxnSp>
        <p:nvCxnSpPr>
          <p:cNvPr id="1150" name="Google Shape;1150;p54"/>
          <p:cNvCxnSpPr/>
          <p:nvPr/>
        </p:nvCxnSpPr>
        <p:spPr>
          <a:xfrm>
            <a:off x="2197575" y="3599825"/>
            <a:ext cx="1566900" cy="0"/>
          </a:xfrm>
          <a:prstGeom prst="straightConnector1">
            <a:avLst/>
          </a:prstGeom>
          <a:noFill/>
          <a:ln cap="flat" cmpd="sng" w="19050">
            <a:solidFill>
              <a:schemeClr val="dk2"/>
            </a:solidFill>
            <a:prstDash val="solid"/>
            <a:round/>
            <a:headEnd len="med" w="med" type="none"/>
            <a:tailEnd len="med" w="med" type="oval"/>
          </a:ln>
        </p:spPr>
      </p:cxnSp>
      <p:cxnSp>
        <p:nvCxnSpPr>
          <p:cNvPr id="1151" name="Google Shape;1151;p54"/>
          <p:cNvCxnSpPr/>
          <p:nvPr/>
        </p:nvCxnSpPr>
        <p:spPr>
          <a:xfrm>
            <a:off x="4984275" y="4092625"/>
            <a:ext cx="1963800" cy="0"/>
          </a:xfrm>
          <a:prstGeom prst="straightConnector1">
            <a:avLst/>
          </a:prstGeom>
          <a:noFill/>
          <a:ln cap="flat" cmpd="sng" w="19050">
            <a:solidFill>
              <a:schemeClr val="dk2"/>
            </a:solidFill>
            <a:prstDash val="solid"/>
            <a:round/>
            <a:headEnd len="med" w="med" type="oval"/>
            <a:tailEnd len="med" w="med" type="none"/>
          </a:ln>
        </p:spPr>
      </p:cxnSp>
      <p:sp>
        <p:nvSpPr>
          <p:cNvPr id="1152" name="Google Shape;1152;p54"/>
          <p:cNvSpPr txBox="1"/>
          <p:nvPr/>
        </p:nvSpPr>
        <p:spPr>
          <a:xfrm>
            <a:off x="6946450" y="3503125"/>
            <a:ext cx="1463100" cy="36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1800">
                <a:solidFill>
                  <a:schemeClr val="dk2"/>
                </a:solidFill>
                <a:latin typeface="Tenor Sans"/>
                <a:ea typeface="Tenor Sans"/>
                <a:cs typeface="Tenor Sans"/>
                <a:sym typeface="Tenor Sans"/>
              </a:rPr>
              <a:t>MARS </a:t>
            </a:r>
            <a:endParaRPr b="1" sz="1800">
              <a:solidFill>
                <a:schemeClr val="dk2"/>
              </a:solidFill>
              <a:latin typeface="Tenor Sans"/>
              <a:ea typeface="Tenor Sans"/>
              <a:cs typeface="Tenor Sans"/>
              <a:sym typeface="Tenor Sans"/>
            </a:endParaRPr>
          </a:p>
        </p:txBody>
      </p:sp>
      <p:sp>
        <p:nvSpPr>
          <p:cNvPr id="1153" name="Google Shape;1153;p54"/>
          <p:cNvSpPr txBox="1"/>
          <p:nvPr/>
        </p:nvSpPr>
        <p:spPr>
          <a:xfrm>
            <a:off x="720000" y="3010325"/>
            <a:ext cx="1497600" cy="364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800">
                <a:solidFill>
                  <a:schemeClr val="dk2"/>
                </a:solidFill>
                <a:latin typeface="Tenor Sans"/>
                <a:ea typeface="Tenor Sans"/>
                <a:cs typeface="Tenor Sans"/>
                <a:sym typeface="Tenor Sans"/>
              </a:rPr>
              <a:t>JUPITER</a:t>
            </a:r>
            <a:endParaRPr b="1" sz="1800">
              <a:solidFill>
                <a:schemeClr val="dk2"/>
              </a:solidFill>
              <a:latin typeface="Tenor Sans"/>
              <a:ea typeface="Tenor Sans"/>
              <a:cs typeface="Tenor Sans"/>
              <a:sym typeface="Tenor Sans"/>
            </a:endParaRPr>
          </a:p>
        </p:txBody>
      </p:sp>
      <p:sp>
        <p:nvSpPr>
          <p:cNvPr id="1154" name="Google Shape;1154;p54"/>
          <p:cNvSpPr txBox="1"/>
          <p:nvPr/>
        </p:nvSpPr>
        <p:spPr>
          <a:xfrm>
            <a:off x="6926350" y="2333350"/>
            <a:ext cx="1463100" cy="36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1800">
                <a:solidFill>
                  <a:schemeClr val="dk2"/>
                </a:solidFill>
                <a:latin typeface="Tenor Sans"/>
                <a:ea typeface="Tenor Sans"/>
                <a:cs typeface="Tenor Sans"/>
                <a:sym typeface="Tenor Sans"/>
              </a:rPr>
              <a:t>VENUS </a:t>
            </a:r>
            <a:endParaRPr b="1" sz="1800">
              <a:solidFill>
                <a:schemeClr val="dk2"/>
              </a:solidFill>
              <a:latin typeface="Tenor Sans"/>
              <a:ea typeface="Tenor Sans"/>
              <a:cs typeface="Tenor Sans"/>
              <a:sym typeface="Tenor Sans"/>
            </a:endParaRPr>
          </a:p>
        </p:txBody>
      </p:sp>
      <p:sp>
        <p:nvSpPr>
          <p:cNvPr id="1155" name="Google Shape;1155;p54"/>
          <p:cNvSpPr txBox="1"/>
          <p:nvPr/>
        </p:nvSpPr>
        <p:spPr>
          <a:xfrm>
            <a:off x="734450" y="1796150"/>
            <a:ext cx="1463100" cy="364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800">
                <a:solidFill>
                  <a:schemeClr val="dk2"/>
                </a:solidFill>
                <a:latin typeface="Tenor Sans"/>
                <a:ea typeface="Tenor Sans"/>
                <a:cs typeface="Tenor Sans"/>
                <a:sym typeface="Tenor Sans"/>
              </a:rPr>
              <a:t>MERCURY </a:t>
            </a:r>
            <a:endParaRPr b="1" sz="1800">
              <a:solidFill>
                <a:schemeClr val="dk2"/>
              </a:solidFill>
              <a:latin typeface="Tenor Sans"/>
              <a:ea typeface="Tenor Sans"/>
              <a:cs typeface="Tenor Sans"/>
              <a:sym typeface="Tenor Sans"/>
            </a:endParaRPr>
          </a:p>
        </p:txBody>
      </p:sp>
      <p:sp>
        <p:nvSpPr>
          <p:cNvPr id="1156" name="Google Shape;1156;p54"/>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0" name="Shape 1160"/>
        <p:cNvGrpSpPr/>
        <p:nvPr/>
      </p:nvGrpSpPr>
      <p:grpSpPr>
        <a:xfrm>
          <a:off x="0" y="0"/>
          <a:ext cx="0" cy="0"/>
          <a:chOff x="0" y="0"/>
          <a:chExt cx="0" cy="0"/>
        </a:xfrm>
      </p:grpSpPr>
      <p:cxnSp>
        <p:nvCxnSpPr>
          <p:cNvPr id="1161" name="Google Shape;1161;p55"/>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162" name="Google Shape;1162;p55"/>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163" name="Google Shape;1163;p55"/>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5"/>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166" name="Google Shape;1166;p55">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167" name="Google Shape;1167;p55"/>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168" name="Google Shape;1168;p55"/>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MANAGEMENT PLAN </a:t>
            </a:r>
            <a:endParaRPr/>
          </a:p>
        </p:txBody>
      </p:sp>
      <p:graphicFrame>
        <p:nvGraphicFramePr>
          <p:cNvPr id="1169" name="Google Shape;1169;p55"/>
          <p:cNvGraphicFramePr/>
          <p:nvPr/>
        </p:nvGraphicFramePr>
        <p:xfrm>
          <a:off x="1248200" y="2109150"/>
          <a:ext cx="3000000" cy="3000000"/>
        </p:xfrm>
        <a:graphic>
          <a:graphicData uri="http://schemas.openxmlformats.org/drawingml/2006/table">
            <a:tbl>
              <a:tblPr>
                <a:noFill/>
                <a:tableStyleId>{BD168A96-DD54-46BA-A8F9-250594D402E5}</a:tableStyleId>
              </a:tblPr>
              <a:tblGrid>
                <a:gridCol w="1793950"/>
                <a:gridCol w="1793950"/>
                <a:gridCol w="1793950"/>
                <a:gridCol w="1793950"/>
              </a:tblGrid>
              <a:tr h="420875">
                <a:tc>
                  <a:txBody>
                    <a:bodyPr/>
                    <a:lstStyle/>
                    <a:p>
                      <a:pPr indent="0" lvl="0" marL="0" rtl="0" algn="l">
                        <a:spcBef>
                          <a:spcPts val="0"/>
                        </a:spcBef>
                        <a:spcAft>
                          <a:spcPts val="0"/>
                        </a:spcAft>
                        <a:buNone/>
                      </a:pPr>
                      <a:r>
                        <a:t/>
                      </a:r>
                      <a:endParaRPr>
                        <a:solidFill>
                          <a:schemeClr val="dk1"/>
                        </a:solidFill>
                        <a:latin typeface="Tenor Sans"/>
                        <a:ea typeface="Tenor Sans"/>
                        <a:cs typeface="Tenor Sans"/>
                        <a:sym typeface="Tenor Sans"/>
                      </a:endParaRPr>
                    </a:p>
                  </a:txBody>
                  <a:tcPr marT="91425" marB="91425" marR="91425" marL="91425" anchor="ctr">
                    <a:lnL cap="flat" cmpd="sng" w="28575">
                      <a:solidFill>
                        <a:srgbClr val="F2F2F2">
                          <a:alpha val="0"/>
                        </a:srgbClr>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rgbClr val="F2F2F2">
                          <a:alpha val="0"/>
                        </a:srgbClr>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Tenor Sans"/>
                          <a:ea typeface="Tenor Sans"/>
                          <a:cs typeface="Tenor Sans"/>
                          <a:sym typeface="Tenor Sans"/>
                        </a:rPr>
                        <a:t>2019</a:t>
                      </a:r>
                      <a:endParaRPr b="1" sz="1600">
                        <a:solidFill>
                          <a:schemeClr val="dk1"/>
                        </a:solidFill>
                        <a:latin typeface="Tenor Sans"/>
                        <a:ea typeface="Tenor Sans"/>
                        <a:cs typeface="Tenor Sans"/>
                        <a:sym typeface="Tenor Sans"/>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rgbClr val="F2F2F2">
                          <a:alpha val="0"/>
                        </a:srgbClr>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Tenor Sans"/>
                          <a:ea typeface="Tenor Sans"/>
                          <a:cs typeface="Tenor Sans"/>
                          <a:sym typeface="Tenor Sans"/>
                        </a:rPr>
                        <a:t>2020</a:t>
                      </a:r>
                      <a:endParaRPr b="1" sz="1600">
                        <a:solidFill>
                          <a:schemeClr val="dk1"/>
                        </a:solidFill>
                        <a:latin typeface="Tenor Sans"/>
                        <a:ea typeface="Tenor Sans"/>
                        <a:cs typeface="Tenor Sans"/>
                        <a:sym typeface="Tenor Sans"/>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rgbClr val="F2F2F2">
                          <a:alpha val="0"/>
                        </a:srgbClr>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Tenor Sans"/>
                          <a:ea typeface="Tenor Sans"/>
                          <a:cs typeface="Tenor Sans"/>
                          <a:sym typeface="Tenor Sans"/>
                        </a:rPr>
                        <a:t>2021</a:t>
                      </a:r>
                      <a:endParaRPr b="1" sz="1600">
                        <a:solidFill>
                          <a:schemeClr val="dk1"/>
                        </a:solidFill>
                        <a:latin typeface="Tenor Sans"/>
                        <a:ea typeface="Tenor Sans"/>
                        <a:cs typeface="Tenor Sans"/>
                        <a:sym typeface="Tenor Sans"/>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rgbClr val="F2F2F2">
                          <a:alpha val="0"/>
                        </a:srgbClr>
                      </a:solidFill>
                      <a:prstDash val="solid"/>
                      <a:round/>
                      <a:headEnd len="sm" w="sm" type="none"/>
                      <a:tailEnd len="sm" w="sm" type="none"/>
                    </a:lnR>
                    <a:lnT cap="flat" cmpd="sng" w="28575">
                      <a:solidFill>
                        <a:srgbClr val="F2F2F2">
                          <a:alpha val="0"/>
                        </a:srgbClr>
                      </a:solidFill>
                      <a:prstDash val="solid"/>
                      <a:round/>
                      <a:headEnd len="sm" w="sm" type="none"/>
                      <a:tailEnd len="sm" w="sm" type="none"/>
                    </a:lnT>
                    <a:lnB cap="flat" cmpd="sng" w="28575">
                      <a:solidFill>
                        <a:schemeClr val="accent2"/>
                      </a:solidFill>
                      <a:prstDash val="solid"/>
                      <a:round/>
                      <a:headEnd len="sm" w="sm" type="none"/>
                      <a:tailEnd len="sm" w="sm" type="none"/>
                    </a:lnB>
                  </a:tcPr>
                </a:tc>
              </a:tr>
              <a:tr h="530150">
                <a:tc>
                  <a:txBody>
                    <a:bodyPr/>
                    <a:lstStyle/>
                    <a:p>
                      <a:pPr indent="0" lvl="0" marL="0" rtl="0" algn="ctr">
                        <a:spcBef>
                          <a:spcPts val="0"/>
                        </a:spcBef>
                        <a:spcAft>
                          <a:spcPts val="0"/>
                        </a:spcAft>
                        <a:buNone/>
                      </a:pPr>
                      <a:r>
                        <a:rPr b="1" lang="en" sz="1700">
                          <a:solidFill>
                            <a:schemeClr val="dk1"/>
                          </a:solidFill>
                          <a:latin typeface="Tenor Sans"/>
                          <a:ea typeface="Tenor Sans"/>
                          <a:cs typeface="Tenor Sans"/>
                          <a:sym typeface="Tenor Sans"/>
                        </a:rPr>
                        <a:t>MERCURY</a:t>
                      </a:r>
                      <a:endParaRPr b="1" sz="1700">
                        <a:solidFill>
                          <a:schemeClr val="dk1"/>
                        </a:solidFill>
                        <a:latin typeface="Tenor Sans"/>
                        <a:ea typeface="Tenor Sans"/>
                        <a:cs typeface="Tenor Sans"/>
                        <a:sym typeface="Tenor Sans"/>
                      </a:endParaRPr>
                    </a:p>
                  </a:txBody>
                  <a:tcPr marT="91425" marB="91425" marR="91425" marL="91425" anchor="ctr">
                    <a:lnL cap="flat" cmpd="sng" w="28575">
                      <a:solidFill>
                        <a:srgbClr val="F2F2F2">
                          <a:alpha val="0"/>
                        </a:srgbClr>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Quicksand"/>
                          <a:ea typeface="Quicksand"/>
                          <a:cs typeface="Quicksand"/>
                          <a:sym typeface="Quicksand"/>
                        </a:rPr>
                        <a:t>0.06</a:t>
                      </a:r>
                      <a:endParaRPr>
                        <a:solidFill>
                          <a:schemeClr val="dk1"/>
                        </a:solidFill>
                        <a:latin typeface="Quicksand"/>
                        <a:ea typeface="Quicksand"/>
                        <a:cs typeface="Quicksand"/>
                        <a:sym typeface="Quicksand"/>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Quicksand"/>
                          <a:ea typeface="Quicksand"/>
                          <a:cs typeface="Quicksand"/>
                          <a:sym typeface="Quicksand"/>
                        </a:rPr>
                        <a:t>0.38</a:t>
                      </a:r>
                      <a:endParaRPr>
                        <a:solidFill>
                          <a:schemeClr val="dk1"/>
                        </a:solidFill>
                        <a:latin typeface="Quicksand"/>
                        <a:ea typeface="Quicksand"/>
                        <a:cs typeface="Quicksand"/>
                        <a:sym typeface="Quicksand"/>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Quicksand"/>
                          <a:ea typeface="Quicksand"/>
                          <a:cs typeface="Quicksand"/>
                          <a:sym typeface="Quicksand"/>
                        </a:rPr>
                        <a:t>0.38</a:t>
                      </a:r>
                      <a:endParaRPr>
                        <a:solidFill>
                          <a:schemeClr val="dk1"/>
                        </a:solidFill>
                        <a:latin typeface="Quicksand"/>
                        <a:ea typeface="Quicksand"/>
                        <a:cs typeface="Quicksand"/>
                        <a:sym typeface="Quicksand"/>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rgbClr val="F2F2F2">
                          <a:alpha val="0"/>
                        </a:srgbClr>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r>
              <a:tr h="502650">
                <a:tc>
                  <a:txBody>
                    <a:bodyPr/>
                    <a:lstStyle/>
                    <a:p>
                      <a:pPr indent="0" lvl="0" marL="0" rtl="0" algn="ctr">
                        <a:spcBef>
                          <a:spcPts val="0"/>
                        </a:spcBef>
                        <a:spcAft>
                          <a:spcPts val="0"/>
                        </a:spcAft>
                        <a:buNone/>
                      </a:pPr>
                      <a:r>
                        <a:rPr b="1" lang="en" sz="1700">
                          <a:solidFill>
                            <a:schemeClr val="dk1"/>
                          </a:solidFill>
                          <a:latin typeface="Tenor Sans"/>
                          <a:ea typeface="Tenor Sans"/>
                          <a:cs typeface="Tenor Sans"/>
                          <a:sym typeface="Tenor Sans"/>
                        </a:rPr>
                        <a:t>MARS</a:t>
                      </a:r>
                      <a:endParaRPr b="1" sz="1700">
                        <a:solidFill>
                          <a:schemeClr val="dk1"/>
                        </a:solidFill>
                        <a:latin typeface="Tenor Sans"/>
                        <a:ea typeface="Tenor Sans"/>
                        <a:cs typeface="Tenor Sans"/>
                        <a:sym typeface="Tenor Sans"/>
                      </a:endParaRPr>
                    </a:p>
                  </a:txBody>
                  <a:tcPr marT="91425" marB="91425" marR="91425" marL="91425" anchor="ctr">
                    <a:lnL cap="flat" cmpd="sng" w="28575">
                      <a:solidFill>
                        <a:srgbClr val="F2F2F2">
                          <a:alpha val="0"/>
                        </a:srgbClr>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Quicksand"/>
                          <a:ea typeface="Quicksand"/>
                          <a:cs typeface="Quicksand"/>
                          <a:sym typeface="Quicksand"/>
                        </a:rPr>
                        <a:t>0.11</a:t>
                      </a:r>
                      <a:endParaRPr>
                        <a:solidFill>
                          <a:schemeClr val="dk1"/>
                        </a:solidFill>
                        <a:latin typeface="Quicksand"/>
                        <a:ea typeface="Quicksand"/>
                        <a:cs typeface="Quicksand"/>
                        <a:sym typeface="Quicksand"/>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Quicksand"/>
                          <a:ea typeface="Quicksand"/>
                          <a:cs typeface="Quicksand"/>
                          <a:sym typeface="Quicksand"/>
                        </a:rPr>
                        <a:t>0.53</a:t>
                      </a:r>
                      <a:endParaRPr>
                        <a:solidFill>
                          <a:schemeClr val="dk1"/>
                        </a:solidFill>
                        <a:latin typeface="Quicksand"/>
                        <a:ea typeface="Quicksand"/>
                        <a:cs typeface="Quicksand"/>
                        <a:sym typeface="Quicksand"/>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Quicksand"/>
                          <a:ea typeface="Quicksand"/>
                          <a:cs typeface="Quicksand"/>
                          <a:sym typeface="Quicksand"/>
                        </a:rPr>
                        <a:t>0.38</a:t>
                      </a:r>
                      <a:endParaRPr>
                        <a:solidFill>
                          <a:schemeClr val="dk1"/>
                        </a:solidFill>
                        <a:latin typeface="Quicksand"/>
                        <a:ea typeface="Quicksand"/>
                        <a:cs typeface="Quicksand"/>
                        <a:sym typeface="Quicksand"/>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rgbClr val="F2F2F2">
                          <a:alpha val="0"/>
                        </a:srgbClr>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r>
              <a:tr h="516400">
                <a:tc>
                  <a:txBody>
                    <a:bodyPr/>
                    <a:lstStyle/>
                    <a:p>
                      <a:pPr indent="0" lvl="0" marL="0" rtl="0" algn="ctr">
                        <a:spcBef>
                          <a:spcPts val="0"/>
                        </a:spcBef>
                        <a:spcAft>
                          <a:spcPts val="0"/>
                        </a:spcAft>
                        <a:buNone/>
                      </a:pPr>
                      <a:r>
                        <a:rPr b="1" lang="en" sz="1700">
                          <a:solidFill>
                            <a:schemeClr val="dk1"/>
                          </a:solidFill>
                          <a:latin typeface="Tenor Sans"/>
                          <a:ea typeface="Tenor Sans"/>
                          <a:cs typeface="Tenor Sans"/>
                          <a:sym typeface="Tenor Sans"/>
                        </a:rPr>
                        <a:t>SATURN</a:t>
                      </a:r>
                      <a:endParaRPr b="1" sz="1700">
                        <a:solidFill>
                          <a:schemeClr val="dk1"/>
                        </a:solidFill>
                        <a:latin typeface="Tenor Sans"/>
                        <a:ea typeface="Tenor Sans"/>
                        <a:cs typeface="Tenor Sans"/>
                        <a:sym typeface="Tenor Sans"/>
                      </a:endParaRPr>
                    </a:p>
                  </a:txBody>
                  <a:tcPr marT="91425" marB="91425" marR="91425" marL="91425" anchor="ctr">
                    <a:lnL cap="flat" cmpd="sng" w="28575">
                      <a:solidFill>
                        <a:srgbClr val="F2F2F2">
                          <a:alpha val="0"/>
                        </a:srgbClr>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rgbClr val="F2F2F2">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Quicksand"/>
                          <a:ea typeface="Quicksand"/>
                          <a:cs typeface="Quicksand"/>
                          <a:sym typeface="Quicksand"/>
                        </a:rPr>
                        <a:t>95.2</a:t>
                      </a:r>
                      <a:endParaRPr>
                        <a:solidFill>
                          <a:schemeClr val="dk1"/>
                        </a:solidFill>
                        <a:latin typeface="Quicksand"/>
                        <a:ea typeface="Quicksand"/>
                        <a:cs typeface="Quicksand"/>
                        <a:sym typeface="Quicksand"/>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rgbClr val="F2F2F2">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Quicksand"/>
                          <a:ea typeface="Quicksand"/>
                          <a:cs typeface="Quicksand"/>
                          <a:sym typeface="Quicksand"/>
                        </a:rPr>
                        <a:t>9.4</a:t>
                      </a:r>
                      <a:endParaRPr>
                        <a:solidFill>
                          <a:schemeClr val="dk1"/>
                        </a:solidFill>
                        <a:latin typeface="Quicksand"/>
                        <a:ea typeface="Quicksand"/>
                        <a:cs typeface="Quicksand"/>
                        <a:sym typeface="Quicksand"/>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chemeClr val="accent2"/>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rgbClr val="F2F2F2">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Quicksand"/>
                          <a:ea typeface="Quicksand"/>
                          <a:cs typeface="Quicksand"/>
                          <a:sym typeface="Quicksand"/>
                        </a:rPr>
                        <a:t>1.16</a:t>
                      </a:r>
                      <a:endParaRPr>
                        <a:solidFill>
                          <a:schemeClr val="dk1"/>
                        </a:solidFill>
                        <a:latin typeface="Quicksand"/>
                        <a:ea typeface="Quicksand"/>
                        <a:cs typeface="Quicksand"/>
                        <a:sym typeface="Quicksand"/>
                      </a:endParaRPr>
                    </a:p>
                  </a:txBody>
                  <a:tcPr marT="91425" marB="91425" marR="91425" marL="91425" anchor="ctr">
                    <a:lnL cap="flat" cmpd="sng" w="28575">
                      <a:solidFill>
                        <a:schemeClr val="accent2"/>
                      </a:solidFill>
                      <a:prstDash val="solid"/>
                      <a:round/>
                      <a:headEnd len="sm" w="sm" type="none"/>
                      <a:tailEnd len="sm" w="sm" type="none"/>
                    </a:lnL>
                    <a:lnR cap="flat" cmpd="sng" w="28575">
                      <a:solidFill>
                        <a:srgbClr val="F2F2F2">
                          <a:alpha val="0"/>
                        </a:srgbClr>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rgbClr val="F2F2F2">
                          <a:alpha val="0"/>
                        </a:srgbClr>
                      </a:solidFill>
                      <a:prstDash val="solid"/>
                      <a:round/>
                      <a:headEnd len="sm" w="sm" type="none"/>
                      <a:tailEnd len="sm" w="sm" type="none"/>
                    </a:lnB>
                  </a:tcPr>
                </a:tc>
              </a:tr>
            </a:tbl>
          </a:graphicData>
        </a:graphic>
      </p:graphicFrame>
      <p:sp>
        <p:nvSpPr>
          <p:cNvPr id="1170" name="Google Shape;1170;p55"/>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4" name="Shape 1174"/>
        <p:cNvGrpSpPr/>
        <p:nvPr/>
      </p:nvGrpSpPr>
      <p:grpSpPr>
        <a:xfrm>
          <a:off x="0" y="0"/>
          <a:ext cx="0" cy="0"/>
          <a:chOff x="0" y="0"/>
          <a:chExt cx="0" cy="0"/>
        </a:xfrm>
      </p:grpSpPr>
      <p:cxnSp>
        <p:nvCxnSpPr>
          <p:cNvPr id="1175" name="Google Shape;1175;p56"/>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176" name="Google Shape;1176;p56"/>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177" name="Google Shape;1177;p56"/>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6"/>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6">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180" name="Google Shape;1180;p56">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181" name="Google Shape;1181;p56"/>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182" name="Google Shape;1182;p56"/>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PROFESSIONAL SKILLS</a:t>
            </a:r>
            <a:endParaRPr/>
          </a:p>
        </p:txBody>
      </p:sp>
      <p:sp>
        <p:nvSpPr>
          <p:cNvPr id="1183" name="Google Shape;1183;p56"/>
          <p:cNvSpPr txBox="1"/>
          <p:nvPr>
            <p:ph idx="4294967295" type="title"/>
          </p:nvPr>
        </p:nvSpPr>
        <p:spPr>
          <a:xfrm>
            <a:off x="5749597" y="1593375"/>
            <a:ext cx="2674500" cy="31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LEADERSHIP</a:t>
            </a:r>
            <a:endParaRPr sz="1800"/>
          </a:p>
        </p:txBody>
      </p:sp>
      <p:sp>
        <p:nvSpPr>
          <p:cNvPr id="1184" name="Google Shape;1184;p56"/>
          <p:cNvSpPr txBox="1"/>
          <p:nvPr>
            <p:ph idx="4294967295" type="subTitle"/>
          </p:nvPr>
        </p:nvSpPr>
        <p:spPr>
          <a:xfrm>
            <a:off x="5749597" y="1890288"/>
            <a:ext cx="2674500" cy="486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None/>
            </a:pPr>
            <a:r>
              <a:rPr lang="en" sz="1400"/>
              <a:t>Insert here the description of your professional skills</a:t>
            </a:r>
            <a:endParaRPr sz="1400"/>
          </a:p>
        </p:txBody>
      </p:sp>
      <p:sp>
        <p:nvSpPr>
          <p:cNvPr id="1185" name="Google Shape;1185;p56"/>
          <p:cNvSpPr txBox="1"/>
          <p:nvPr>
            <p:ph idx="4294967295" type="title"/>
          </p:nvPr>
        </p:nvSpPr>
        <p:spPr>
          <a:xfrm>
            <a:off x="5749597" y="2673100"/>
            <a:ext cx="2674500" cy="31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EMPATHY</a:t>
            </a:r>
            <a:endParaRPr sz="1800"/>
          </a:p>
        </p:txBody>
      </p:sp>
      <p:sp>
        <p:nvSpPr>
          <p:cNvPr id="1186" name="Google Shape;1186;p56"/>
          <p:cNvSpPr txBox="1"/>
          <p:nvPr>
            <p:ph idx="4294967295" type="subTitle"/>
          </p:nvPr>
        </p:nvSpPr>
        <p:spPr>
          <a:xfrm>
            <a:off x="5749597" y="3003350"/>
            <a:ext cx="2674500" cy="486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Clr>
                <a:schemeClr val="dk1"/>
              </a:buClr>
              <a:buSzPts val="1100"/>
              <a:buFont typeface="Arial"/>
              <a:buNone/>
            </a:pPr>
            <a:r>
              <a:rPr lang="en" sz="1400"/>
              <a:t>Insert here the description of your professional skills</a:t>
            </a:r>
            <a:endParaRPr sz="1400"/>
          </a:p>
        </p:txBody>
      </p:sp>
      <p:sp>
        <p:nvSpPr>
          <p:cNvPr id="1187" name="Google Shape;1187;p56"/>
          <p:cNvSpPr txBox="1"/>
          <p:nvPr>
            <p:ph idx="4294967295" type="title"/>
          </p:nvPr>
        </p:nvSpPr>
        <p:spPr>
          <a:xfrm>
            <a:off x="5749597" y="3752825"/>
            <a:ext cx="2674500" cy="31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PATIENCE</a:t>
            </a:r>
            <a:endParaRPr sz="1800"/>
          </a:p>
        </p:txBody>
      </p:sp>
      <p:sp>
        <p:nvSpPr>
          <p:cNvPr id="1188" name="Google Shape;1188;p56"/>
          <p:cNvSpPr txBox="1"/>
          <p:nvPr>
            <p:ph idx="4294967295" type="subTitle"/>
          </p:nvPr>
        </p:nvSpPr>
        <p:spPr>
          <a:xfrm>
            <a:off x="5749597" y="4065125"/>
            <a:ext cx="2674500" cy="486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Clr>
                <a:schemeClr val="dk1"/>
              </a:buClr>
              <a:buSzPts val="1100"/>
              <a:buFont typeface="Arial"/>
              <a:buNone/>
            </a:pPr>
            <a:r>
              <a:rPr lang="en" sz="1400"/>
              <a:t>Insert here the description of your professional skills</a:t>
            </a:r>
            <a:endParaRPr sz="1400"/>
          </a:p>
        </p:txBody>
      </p:sp>
      <p:sp>
        <p:nvSpPr>
          <p:cNvPr id="1189" name="Google Shape;1189;p56"/>
          <p:cNvSpPr txBox="1"/>
          <p:nvPr/>
        </p:nvSpPr>
        <p:spPr>
          <a:xfrm>
            <a:off x="1529888" y="4291175"/>
            <a:ext cx="2505300" cy="31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Quicksand"/>
                <a:ea typeface="Quicksand"/>
                <a:cs typeface="Quicksand"/>
                <a:sym typeface="Quicksand"/>
              </a:rPr>
              <a:t>To modify this graph, click on it, follow the link, change the data and replace it</a:t>
            </a:r>
            <a:endParaRPr sz="1000">
              <a:solidFill>
                <a:schemeClr val="dk1"/>
              </a:solidFill>
              <a:latin typeface="Quicksand"/>
              <a:ea typeface="Quicksand"/>
              <a:cs typeface="Quicksand"/>
              <a:sym typeface="Quicksand"/>
            </a:endParaRPr>
          </a:p>
        </p:txBody>
      </p:sp>
      <p:pic>
        <p:nvPicPr>
          <p:cNvPr id="1190" name="Google Shape;1190;p56" title="Gráfico">
            <a:hlinkClick r:id="rId4"/>
          </p:cNvPr>
          <p:cNvPicPr preferRelativeResize="0"/>
          <p:nvPr/>
        </p:nvPicPr>
        <p:blipFill>
          <a:blip r:embed="rId5">
            <a:alphaModFix/>
          </a:blip>
          <a:stretch>
            <a:fillRect/>
          </a:stretch>
        </p:blipFill>
        <p:spPr>
          <a:xfrm>
            <a:off x="720000" y="1617375"/>
            <a:ext cx="4125075" cy="2550649"/>
          </a:xfrm>
          <a:prstGeom prst="rect">
            <a:avLst/>
          </a:prstGeom>
          <a:noFill/>
          <a:ln>
            <a:noFill/>
          </a:ln>
        </p:spPr>
      </p:pic>
      <p:sp>
        <p:nvSpPr>
          <p:cNvPr id="1191" name="Google Shape;1191;p56"/>
          <p:cNvSpPr/>
          <p:nvPr/>
        </p:nvSpPr>
        <p:spPr>
          <a:xfrm rot="10800000">
            <a:off x="5459363" y="1764672"/>
            <a:ext cx="319500" cy="141000"/>
          </a:xfrm>
          <a:prstGeom prst="roundRect">
            <a:avLst>
              <a:gd fmla="val 50000" name="adj"/>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6"/>
          <p:cNvSpPr/>
          <p:nvPr/>
        </p:nvSpPr>
        <p:spPr>
          <a:xfrm rot="10800000">
            <a:off x="5459363" y="2844397"/>
            <a:ext cx="319500" cy="141000"/>
          </a:xfrm>
          <a:prstGeom prst="roundRect">
            <a:avLst>
              <a:gd fmla="val 50000" name="adj"/>
            </a:avLst>
          </a:prstGeom>
          <a:solidFill>
            <a:srgbClr val="E66A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6"/>
          <p:cNvSpPr/>
          <p:nvPr/>
        </p:nvSpPr>
        <p:spPr>
          <a:xfrm rot="10800000">
            <a:off x="5459363" y="3924122"/>
            <a:ext cx="319500" cy="141000"/>
          </a:xfrm>
          <a:prstGeom prst="roundRect">
            <a:avLst>
              <a:gd fmla="val 50000" name="adj"/>
            </a:avLst>
          </a:prstGeom>
          <a:solidFill>
            <a:srgbClr val="E0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6"/>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8">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9">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sp>
        <p:nvSpPr>
          <p:cNvPr id="1195" name="Google Shape;1195;p56"/>
          <p:cNvSpPr txBox="1"/>
          <p:nvPr>
            <p:ph idx="4294967295" type="title"/>
          </p:nvPr>
        </p:nvSpPr>
        <p:spPr>
          <a:xfrm>
            <a:off x="4264773" y="1593375"/>
            <a:ext cx="1042200" cy="312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50%</a:t>
            </a:r>
            <a:endParaRPr sz="1800"/>
          </a:p>
        </p:txBody>
      </p:sp>
      <p:sp>
        <p:nvSpPr>
          <p:cNvPr id="1196" name="Google Shape;1196;p56"/>
          <p:cNvSpPr txBox="1"/>
          <p:nvPr>
            <p:ph idx="4294967295" type="title"/>
          </p:nvPr>
        </p:nvSpPr>
        <p:spPr>
          <a:xfrm>
            <a:off x="4264773" y="2673100"/>
            <a:ext cx="1042200" cy="312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3</a:t>
            </a:r>
            <a:r>
              <a:rPr lang="en" sz="1800"/>
              <a:t>0%</a:t>
            </a:r>
            <a:endParaRPr sz="1800"/>
          </a:p>
        </p:txBody>
      </p:sp>
      <p:sp>
        <p:nvSpPr>
          <p:cNvPr id="1197" name="Google Shape;1197;p56"/>
          <p:cNvSpPr txBox="1"/>
          <p:nvPr>
            <p:ph idx="4294967295" type="title"/>
          </p:nvPr>
        </p:nvSpPr>
        <p:spPr>
          <a:xfrm>
            <a:off x="4264773" y="3752825"/>
            <a:ext cx="1042200" cy="312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20</a:t>
            </a:r>
            <a:r>
              <a:rPr lang="en" sz="1800"/>
              <a:t>%</a:t>
            </a:r>
            <a:endParaRPr sz="1800"/>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1" name="Shape 1201"/>
        <p:cNvGrpSpPr/>
        <p:nvPr/>
      </p:nvGrpSpPr>
      <p:grpSpPr>
        <a:xfrm>
          <a:off x="0" y="0"/>
          <a:ext cx="0" cy="0"/>
          <a:chOff x="0" y="0"/>
          <a:chExt cx="0" cy="0"/>
        </a:xfrm>
      </p:grpSpPr>
      <p:cxnSp>
        <p:nvCxnSpPr>
          <p:cNvPr id="1202" name="Google Shape;1202;p57"/>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203" name="Google Shape;1203;p57"/>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204" name="Google Shape;1204;p57"/>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7"/>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7">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207" name="Google Shape;1207;p57">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208" name="Google Shape;1208;p57"/>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209" name="Google Shape;1209;p57"/>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EXPERIENCE AROUND THE WORLD</a:t>
            </a:r>
            <a:endParaRPr/>
          </a:p>
        </p:txBody>
      </p:sp>
      <p:grpSp>
        <p:nvGrpSpPr>
          <p:cNvPr id="1210" name="Google Shape;1210;p57"/>
          <p:cNvGrpSpPr/>
          <p:nvPr/>
        </p:nvGrpSpPr>
        <p:grpSpPr>
          <a:xfrm>
            <a:off x="2062166" y="1749532"/>
            <a:ext cx="5019663" cy="2674158"/>
            <a:chOff x="233350" y="949250"/>
            <a:chExt cx="7137300" cy="3802300"/>
          </a:xfrm>
        </p:grpSpPr>
        <p:sp>
          <p:nvSpPr>
            <p:cNvPr id="1211" name="Google Shape;1211;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 name="Google Shape;1262;p57"/>
          <p:cNvSpPr/>
          <p:nvPr/>
        </p:nvSpPr>
        <p:spPr>
          <a:xfrm flipH="1">
            <a:off x="2783299" y="2455826"/>
            <a:ext cx="137350" cy="20261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7"/>
          <p:cNvSpPr/>
          <p:nvPr/>
        </p:nvSpPr>
        <p:spPr>
          <a:xfrm flipH="1">
            <a:off x="3369374" y="3424676"/>
            <a:ext cx="137350" cy="20261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7"/>
          <p:cNvSpPr/>
          <p:nvPr/>
        </p:nvSpPr>
        <p:spPr>
          <a:xfrm flipH="1">
            <a:off x="4150349" y="2359626"/>
            <a:ext cx="137350" cy="20261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5" name="Google Shape;1265;p57"/>
          <p:cNvCxnSpPr/>
          <p:nvPr/>
        </p:nvCxnSpPr>
        <p:spPr>
          <a:xfrm flipH="1" rot="10800000">
            <a:off x="4317750" y="2516375"/>
            <a:ext cx="2471100" cy="10200"/>
          </a:xfrm>
          <a:prstGeom prst="straightConnector1">
            <a:avLst/>
          </a:prstGeom>
          <a:noFill/>
          <a:ln cap="flat" cmpd="sng" w="19050">
            <a:solidFill>
              <a:schemeClr val="dk2"/>
            </a:solidFill>
            <a:prstDash val="solid"/>
            <a:round/>
            <a:headEnd len="med" w="med" type="none"/>
            <a:tailEnd len="med" w="med" type="none"/>
          </a:ln>
        </p:spPr>
      </p:cxnSp>
      <p:sp>
        <p:nvSpPr>
          <p:cNvPr id="1266" name="Google Shape;1266;p57"/>
          <p:cNvSpPr txBox="1"/>
          <p:nvPr/>
        </p:nvSpPr>
        <p:spPr>
          <a:xfrm>
            <a:off x="6818900" y="2235125"/>
            <a:ext cx="15240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Quicksand"/>
                <a:ea typeface="Quicksand"/>
                <a:cs typeface="Quicksand"/>
                <a:sym typeface="Quicksand"/>
              </a:rPr>
              <a:t>Venus has a beautiful name</a:t>
            </a:r>
            <a:endParaRPr>
              <a:solidFill>
                <a:schemeClr val="dk1"/>
              </a:solidFill>
              <a:latin typeface="Quicksand"/>
              <a:ea typeface="Quicksand"/>
              <a:cs typeface="Quicksand"/>
              <a:sym typeface="Quicksand"/>
            </a:endParaRPr>
          </a:p>
        </p:txBody>
      </p:sp>
      <p:cxnSp>
        <p:nvCxnSpPr>
          <p:cNvPr id="1267" name="Google Shape;1267;p57"/>
          <p:cNvCxnSpPr>
            <a:endCxn id="1268" idx="3"/>
          </p:cNvCxnSpPr>
          <p:nvPr/>
        </p:nvCxnSpPr>
        <p:spPr>
          <a:xfrm flipH="1">
            <a:off x="2244000" y="3491850"/>
            <a:ext cx="1084500" cy="420300"/>
          </a:xfrm>
          <a:prstGeom prst="bentConnector3">
            <a:avLst>
              <a:gd fmla="val 50000" name="adj1"/>
            </a:avLst>
          </a:prstGeom>
          <a:noFill/>
          <a:ln cap="flat" cmpd="sng" w="19050">
            <a:solidFill>
              <a:schemeClr val="dk2"/>
            </a:solidFill>
            <a:prstDash val="solid"/>
            <a:round/>
            <a:headEnd len="med" w="med" type="none"/>
            <a:tailEnd len="med" w="med" type="none"/>
          </a:ln>
        </p:spPr>
      </p:cxnSp>
      <p:sp>
        <p:nvSpPr>
          <p:cNvPr id="1268" name="Google Shape;1268;p57"/>
          <p:cNvSpPr txBox="1"/>
          <p:nvPr/>
        </p:nvSpPr>
        <p:spPr>
          <a:xfrm>
            <a:off x="720000" y="3625800"/>
            <a:ext cx="15240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1"/>
                </a:solidFill>
                <a:latin typeface="Quicksand"/>
                <a:ea typeface="Quicksand"/>
                <a:cs typeface="Quicksand"/>
                <a:sym typeface="Quicksand"/>
              </a:rPr>
              <a:t>Mars is a very cold place</a:t>
            </a:r>
            <a:endParaRPr>
              <a:solidFill>
                <a:schemeClr val="dk1"/>
              </a:solidFill>
              <a:latin typeface="Quicksand"/>
              <a:ea typeface="Quicksand"/>
              <a:cs typeface="Quicksand"/>
              <a:sym typeface="Quicksand"/>
            </a:endParaRPr>
          </a:p>
        </p:txBody>
      </p:sp>
      <p:sp>
        <p:nvSpPr>
          <p:cNvPr id="1269" name="Google Shape;1269;p57"/>
          <p:cNvSpPr txBox="1"/>
          <p:nvPr/>
        </p:nvSpPr>
        <p:spPr>
          <a:xfrm>
            <a:off x="720000" y="2270775"/>
            <a:ext cx="13692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1"/>
                </a:solidFill>
                <a:latin typeface="Quicksand"/>
                <a:ea typeface="Quicksand"/>
                <a:cs typeface="Quicksand"/>
                <a:sym typeface="Quicksand"/>
              </a:rPr>
              <a:t>Saturn is a gas </a:t>
            </a:r>
            <a:r>
              <a:rPr lang="en">
                <a:solidFill>
                  <a:schemeClr val="dk1"/>
                </a:solidFill>
                <a:latin typeface="Quicksand"/>
                <a:ea typeface="Quicksand"/>
                <a:cs typeface="Quicksand"/>
                <a:sym typeface="Quicksand"/>
              </a:rPr>
              <a:t>giant</a:t>
            </a:r>
            <a:endParaRPr>
              <a:solidFill>
                <a:schemeClr val="dk1"/>
              </a:solidFill>
              <a:latin typeface="Quicksand"/>
              <a:ea typeface="Quicksand"/>
              <a:cs typeface="Quicksand"/>
              <a:sym typeface="Quicksand"/>
            </a:endParaRPr>
          </a:p>
        </p:txBody>
      </p:sp>
      <p:cxnSp>
        <p:nvCxnSpPr>
          <p:cNvPr id="1270" name="Google Shape;1270;p57"/>
          <p:cNvCxnSpPr/>
          <p:nvPr/>
        </p:nvCxnSpPr>
        <p:spPr>
          <a:xfrm>
            <a:off x="2089300" y="2562225"/>
            <a:ext cx="617700" cy="0"/>
          </a:xfrm>
          <a:prstGeom prst="straightConnector1">
            <a:avLst/>
          </a:prstGeom>
          <a:noFill/>
          <a:ln cap="flat" cmpd="sng" w="19050">
            <a:solidFill>
              <a:schemeClr val="dk2"/>
            </a:solidFill>
            <a:prstDash val="solid"/>
            <a:round/>
            <a:headEnd len="med" w="med" type="none"/>
            <a:tailEnd len="med" w="med" type="none"/>
          </a:ln>
        </p:spPr>
      </p:cxnSp>
      <p:sp>
        <p:nvSpPr>
          <p:cNvPr id="1271" name="Google Shape;1271;p57"/>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5" name="Shape 1275"/>
        <p:cNvGrpSpPr/>
        <p:nvPr/>
      </p:nvGrpSpPr>
      <p:grpSpPr>
        <a:xfrm>
          <a:off x="0" y="0"/>
          <a:ext cx="0" cy="0"/>
          <a:chOff x="0" y="0"/>
          <a:chExt cx="0" cy="0"/>
        </a:xfrm>
      </p:grpSpPr>
      <p:cxnSp>
        <p:nvCxnSpPr>
          <p:cNvPr id="1276" name="Google Shape;1276;p58"/>
          <p:cNvCxnSpPr/>
          <p:nvPr/>
        </p:nvCxnSpPr>
        <p:spPr>
          <a:xfrm>
            <a:off x="719955" y="3274427"/>
            <a:ext cx="7700700" cy="0"/>
          </a:xfrm>
          <a:prstGeom prst="straightConnector1">
            <a:avLst/>
          </a:prstGeom>
          <a:noFill/>
          <a:ln cap="rnd" cmpd="sng" w="19050">
            <a:solidFill>
              <a:schemeClr val="accent2"/>
            </a:solidFill>
            <a:prstDash val="solid"/>
            <a:miter lim="800000"/>
            <a:headEnd len="lg" w="lg" type="oval"/>
            <a:tailEnd len="lg" w="lg" type="oval"/>
          </a:ln>
        </p:spPr>
      </p:cxnSp>
      <p:grpSp>
        <p:nvGrpSpPr>
          <p:cNvPr id="1277" name="Google Shape;1277;p58"/>
          <p:cNvGrpSpPr/>
          <p:nvPr/>
        </p:nvGrpSpPr>
        <p:grpSpPr>
          <a:xfrm>
            <a:off x="720070" y="2525969"/>
            <a:ext cx="1347644" cy="784606"/>
            <a:chOff x="720070" y="2525969"/>
            <a:chExt cx="1347644" cy="784606"/>
          </a:xfrm>
        </p:grpSpPr>
        <p:grpSp>
          <p:nvGrpSpPr>
            <p:cNvPr id="1278" name="Google Shape;1278;p58"/>
            <p:cNvGrpSpPr/>
            <p:nvPr/>
          </p:nvGrpSpPr>
          <p:grpSpPr>
            <a:xfrm>
              <a:off x="720070" y="2525969"/>
              <a:ext cx="1347644" cy="359508"/>
              <a:chOff x="825050" y="2254625"/>
              <a:chExt cx="1269925" cy="423150"/>
            </a:xfrm>
          </p:grpSpPr>
          <p:sp>
            <p:nvSpPr>
              <p:cNvPr id="1279" name="Google Shape;1279;p58"/>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8"/>
              <p:cNvSpPr/>
              <p:nvPr/>
            </p:nvSpPr>
            <p:spPr>
              <a:xfrm>
                <a:off x="825050" y="2318975"/>
                <a:ext cx="1199700" cy="358800"/>
              </a:xfrm>
              <a:prstGeom prst="roundRect">
                <a:avLst>
                  <a:gd fmla="val 50000" name="adj"/>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281" name="Google Shape;1281;p58"/>
            <p:cNvCxnSpPr/>
            <p:nvPr/>
          </p:nvCxnSpPr>
          <p:spPr>
            <a:xfrm>
              <a:off x="1361475" y="2885475"/>
              <a:ext cx="0" cy="425100"/>
            </a:xfrm>
            <a:prstGeom prst="straightConnector1">
              <a:avLst/>
            </a:prstGeom>
            <a:noFill/>
            <a:ln cap="flat" cmpd="sng" w="19050">
              <a:solidFill>
                <a:schemeClr val="dk1"/>
              </a:solidFill>
              <a:prstDash val="solid"/>
              <a:round/>
              <a:headEnd len="med" w="med" type="none"/>
              <a:tailEnd len="med" w="med" type="oval"/>
            </a:ln>
          </p:spPr>
        </p:cxnSp>
      </p:grpSp>
      <p:cxnSp>
        <p:nvCxnSpPr>
          <p:cNvPr id="1282" name="Google Shape;1282;p58"/>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283" name="Google Shape;1283;p58"/>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284" name="Google Shape;1284;p58"/>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8"/>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8">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287" name="Google Shape;1287;p58">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288" name="Google Shape;1288;p58"/>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289" name="Google Shape;1289;p58"/>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TIMELINE</a:t>
            </a:r>
            <a:endParaRPr/>
          </a:p>
        </p:txBody>
      </p:sp>
      <p:sp>
        <p:nvSpPr>
          <p:cNvPr id="1290" name="Google Shape;1290;p58"/>
          <p:cNvSpPr txBox="1"/>
          <p:nvPr/>
        </p:nvSpPr>
        <p:spPr>
          <a:xfrm>
            <a:off x="720075" y="3780750"/>
            <a:ext cx="1713600" cy="784500"/>
          </a:xfrm>
          <a:prstGeom prst="rect">
            <a:avLst/>
          </a:prstGeom>
          <a:noFill/>
          <a:ln>
            <a:noFill/>
          </a:ln>
        </p:spPr>
        <p:txBody>
          <a:bodyPr anchorCtr="0" anchor="t" bIns="45700" lIns="91425" spcFirstLastPara="1" rIns="91425" wrap="square" tIns="45700">
            <a:noAutofit/>
          </a:bodyPr>
          <a:lstStyle/>
          <a:p>
            <a:pPr indent="0" lvl="0" marL="0" rtl="0" algn="l">
              <a:spcBef>
                <a:spcPts val="0"/>
              </a:spcBef>
              <a:spcAft>
                <a:spcPts val="0"/>
              </a:spcAft>
              <a:buNone/>
            </a:pPr>
            <a:r>
              <a:rPr lang="en">
                <a:solidFill>
                  <a:schemeClr val="dk1"/>
                </a:solidFill>
                <a:latin typeface="Quicksand"/>
                <a:ea typeface="Quicksand"/>
                <a:cs typeface="Quicksand"/>
                <a:sym typeface="Quicksand"/>
              </a:rPr>
              <a:t>Insert your professional experience</a:t>
            </a:r>
            <a:endParaRPr>
              <a:solidFill>
                <a:schemeClr val="dk1"/>
              </a:solidFill>
              <a:latin typeface="Quicksand"/>
              <a:ea typeface="Quicksand"/>
              <a:cs typeface="Quicksand"/>
              <a:sym typeface="Quicksand"/>
            </a:endParaRPr>
          </a:p>
        </p:txBody>
      </p:sp>
      <p:sp>
        <p:nvSpPr>
          <p:cNvPr id="1291" name="Google Shape;1291;p58"/>
          <p:cNvSpPr txBox="1"/>
          <p:nvPr/>
        </p:nvSpPr>
        <p:spPr>
          <a:xfrm>
            <a:off x="719475" y="2525925"/>
            <a:ext cx="1284000" cy="411000"/>
          </a:xfrm>
          <a:prstGeom prst="rect">
            <a:avLst/>
          </a:prstGeom>
          <a:no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rPr lang="en" sz="1800">
                <a:solidFill>
                  <a:schemeClr val="dk1"/>
                </a:solidFill>
                <a:latin typeface="Tenor Sans"/>
                <a:ea typeface="Tenor Sans"/>
                <a:cs typeface="Tenor Sans"/>
                <a:sym typeface="Tenor Sans"/>
              </a:rPr>
              <a:t>2018</a:t>
            </a:r>
            <a:endParaRPr sz="1800">
              <a:solidFill>
                <a:schemeClr val="dk1"/>
              </a:solidFill>
              <a:latin typeface="Tenor Sans"/>
              <a:ea typeface="Tenor Sans"/>
              <a:cs typeface="Tenor Sans"/>
              <a:sym typeface="Tenor Sans"/>
            </a:endParaRPr>
          </a:p>
        </p:txBody>
      </p:sp>
      <p:sp>
        <p:nvSpPr>
          <p:cNvPr id="1292" name="Google Shape;1292;p58"/>
          <p:cNvSpPr txBox="1"/>
          <p:nvPr/>
        </p:nvSpPr>
        <p:spPr>
          <a:xfrm>
            <a:off x="720075" y="3367648"/>
            <a:ext cx="1713600" cy="413100"/>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b="1" lang="en" sz="1800">
                <a:solidFill>
                  <a:schemeClr val="dk1"/>
                </a:solidFill>
                <a:latin typeface="Tenor Sans"/>
                <a:ea typeface="Tenor Sans"/>
                <a:cs typeface="Tenor Sans"/>
                <a:sym typeface="Tenor Sans"/>
              </a:rPr>
              <a:t>SKILL 1</a:t>
            </a:r>
            <a:endParaRPr b="1" sz="1800">
              <a:solidFill>
                <a:schemeClr val="dk1"/>
              </a:solidFill>
              <a:latin typeface="Tenor Sans"/>
              <a:ea typeface="Tenor Sans"/>
              <a:cs typeface="Tenor Sans"/>
              <a:sym typeface="Tenor Sans"/>
            </a:endParaRPr>
          </a:p>
        </p:txBody>
      </p:sp>
      <p:sp>
        <p:nvSpPr>
          <p:cNvPr id="1293" name="Google Shape;1293;p58"/>
          <p:cNvSpPr txBox="1"/>
          <p:nvPr/>
        </p:nvSpPr>
        <p:spPr>
          <a:xfrm>
            <a:off x="2778058" y="3780750"/>
            <a:ext cx="1713600" cy="826200"/>
          </a:xfrm>
          <a:prstGeom prst="rect">
            <a:avLst/>
          </a:prstGeom>
          <a:noFill/>
          <a:ln>
            <a:noFill/>
          </a:ln>
        </p:spPr>
        <p:txBody>
          <a:bodyPr anchorCtr="0" anchor="t" bIns="45700" lIns="91425" spcFirstLastPara="1" rIns="91425" wrap="square" tIns="45700">
            <a:noAutofit/>
          </a:bodyPr>
          <a:lstStyle/>
          <a:p>
            <a:pPr indent="0" lvl="0" marL="0" rtl="0" algn="l">
              <a:spcBef>
                <a:spcPts val="0"/>
              </a:spcBef>
              <a:spcAft>
                <a:spcPts val="0"/>
              </a:spcAft>
              <a:buNone/>
            </a:pPr>
            <a:r>
              <a:rPr lang="en">
                <a:solidFill>
                  <a:schemeClr val="dk1"/>
                </a:solidFill>
                <a:latin typeface="Quicksand"/>
                <a:ea typeface="Quicksand"/>
                <a:cs typeface="Quicksand"/>
                <a:sym typeface="Quicksand"/>
              </a:rPr>
              <a:t>Insert your professional experience</a:t>
            </a:r>
            <a:endParaRPr>
              <a:solidFill>
                <a:schemeClr val="dk1"/>
              </a:solidFill>
              <a:latin typeface="Quicksand"/>
              <a:ea typeface="Quicksand"/>
              <a:cs typeface="Quicksand"/>
              <a:sym typeface="Quicksand"/>
            </a:endParaRPr>
          </a:p>
        </p:txBody>
      </p:sp>
      <p:sp>
        <p:nvSpPr>
          <p:cNvPr id="1294" name="Google Shape;1294;p58"/>
          <p:cNvSpPr txBox="1"/>
          <p:nvPr/>
        </p:nvSpPr>
        <p:spPr>
          <a:xfrm>
            <a:off x="2778058" y="3367648"/>
            <a:ext cx="1713600" cy="413100"/>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b="1" lang="en" sz="1800">
                <a:solidFill>
                  <a:schemeClr val="dk1"/>
                </a:solidFill>
                <a:latin typeface="Tenor Sans"/>
                <a:ea typeface="Tenor Sans"/>
                <a:cs typeface="Tenor Sans"/>
                <a:sym typeface="Tenor Sans"/>
              </a:rPr>
              <a:t>SKILL 2</a:t>
            </a:r>
            <a:endParaRPr sz="1800">
              <a:solidFill>
                <a:schemeClr val="dk1"/>
              </a:solidFill>
              <a:latin typeface="Tenor Sans"/>
              <a:ea typeface="Tenor Sans"/>
              <a:cs typeface="Tenor Sans"/>
              <a:sym typeface="Tenor Sans"/>
            </a:endParaRPr>
          </a:p>
        </p:txBody>
      </p:sp>
      <p:sp>
        <p:nvSpPr>
          <p:cNvPr id="1295" name="Google Shape;1295;p58"/>
          <p:cNvSpPr txBox="1"/>
          <p:nvPr/>
        </p:nvSpPr>
        <p:spPr>
          <a:xfrm>
            <a:off x="4836041" y="3780750"/>
            <a:ext cx="1713600" cy="826200"/>
          </a:xfrm>
          <a:prstGeom prst="rect">
            <a:avLst/>
          </a:prstGeom>
          <a:noFill/>
          <a:ln>
            <a:noFill/>
          </a:ln>
        </p:spPr>
        <p:txBody>
          <a:bodyPr anchorCtr="0" anchor="t" bIns="45700" lIns="91425" spcFirstLastPara="1" rIns="91425" wrap="square" tIns="45700">
            <a:noAutofit/>
          </a:bodyPr>
          <a:lstStyle/>
          <a:p>
            <a:pPr indent="0" lvl="0" marL="0" rtl="0" algn="l">
              <a:spcBef>
                <a:spcPts val="0"/>
              </a:spcBef>
              <a:spcAft>
                <a:spcPts val="0"/>
              </a:spcAft>
              <a:buNone/>
            </a:pPr>
            <a:r>
              <a:rPr lang="en">
                <a:solidFill>
                  <a:schemeClr val="dk1"/>
                </a:solidFill>
                <a:latin typeface="Quicksand"/>
                <a:ea typeface="Quicksand"/>
                <a:cs typeface="Quicksand"/>
                <a:sym typeface="Quicksand"/>
              </a:rPr>
              <a:t>Insert your professional experience</a:t>
            </a:r>
            <a:endParaRPr>
              <a:solidFill>
                <a:schemeClr val="dk1"/>
              </a:solidFill>
              <a:latin typeface="Quicksand"/>
              <a:ea typeface="Quicksand"/>
              <a:cs typeface="Quicksand"/>
              <a:sym typeface="Quicksand"/>
            </a:endParaRPr>
          </a:p>
        </p:txBody>
      </p:sp>
      <p:sp>
        <p:nvSpPr>
          <p:cNvPr id="1296" name="Google Shape;1296;p58"/>
          <p:cNvSpPr txBox="1"/>
          <p:nvPr/>
        </p:nvSpPr>
        <p:spPr>
          <a:xfrm>
            <a:off x="4836042" y="3367648"/>
            <a:ext cx="1713600" cy="413100"/>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b="1" lang="en" sz="1800">
                <a:solidFill>
                  <a:schemeClr val="dk1"/>
                </a:solidFill>
                <a:latin typeface="Tenor Sans"/>
                <a:ea typeface="Tenor Sans"/>
                <a:cs typeface="Tenor Sans"/>
                <a:sym typeface="Tenor Sans"/>
              </a:rPr>
              <a:t>SKILL 3</a:t>
            </a:r>
            <a:endParaRPr b="1" sz="1800">
              <a:solidFill>
                <a:schemeClr val="dk1"/>
              </a:solidFill>
              <a:latin typeface="Tenor Sans"/>
              <a:ea typeface="Tenor Sans"/>
              <a:cs typeface="Tenor Sans"/>
              <a:sym typeface="Tenor Sans"/>
            </a:endParaRPr>
          </a:p>
        </p:txBody>
      </p:sp>
      <p:sp>
        <p:nvSpPr>
          <p:cNvPr id="1297" name="Google Shape;1297;p58"/>
          <p:cNvSpPr txBox="1"/>
          <p:nvPr/>
        </p:nvSpPr>
        <p:spPr>
          <a:xfrm>
            <a:off x="6894025" y="3780750"/>
            <a:ext cx="1713600" cy="826200"/>
          </a:xfrm>
          <a:prstGeom prst="rect">
            <a:avLst/>
          </a:prstGeom>
          <a:noFill/>
          <a:ln>
            <a:noFill/>
          </a:ln>
        </p:spPr>
        <p:txBody>
          <a:bodyPr anchorCtr="0" anchor="t" bIns="45700" lIns="91425" spcFirstLastPara="1" rIns="91425" wrap="square" tIns="45700">
            <a:noAutofit/>
          </a:bodyPr>
          <a:lstStyle/>
          <a:p>
            <a:pPr indent="0" lvl="0" marL="0" rtl="0" algn="l">
              <a:spcBef>
                <a:spcPts val="0"/>
              </a:spcBef>
              <a:spcAft>
                <a:spcPts val="0"/>
              </a:spcAft>
              <a:buNone/>
            </a:pPr>
            <a:r>
              <a:rPr lang="en">
                <a:solidFill>
                  <a:schemeClr val="dk1"/>
                </a:solidFill>
                <a:latin typeface="Quicksand"/>
                <a:ea typeface="Quicksand"/>
                <a:cs typeface="Quicksand"/>
                <a:sym typeface="Quicksand"/>
              </a:rPr>
              <a:t>Insert your professional experience</a:t>
            </a:r>
            <a:endParaRPr>
              <a:solidFill>
                <a:schemeClr val="dk1"/>
              </a:solidFill>
              <a:latin typeface="Quicksand"/>
              <a:ea typeface="Quicksand"/>
              <a:cs typeface="Quicksand"/>
              <a:sym typeface="Quicksand"/>
            </a:endParaRPr>
          </a:p>
        </p:txBody>
      </p:sp>
      <p:sp>
        <p:nvSpPr>
          <p:cNvPr id="1298" name="Google Shape;1298;p58"/>
          <p:cNvSpPr txBox="1"/>
          <p:nvPr/>
        </p:nvSpPr>
        <p:spPr>
          <a:xfrm>
            <a:off x="6894025" y="3367648"/>
            <a:ext cx="1713600" cy="413100"/>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b="1" lang="en" sz="1800">
                <a:solidFill>
                  <a:schemeClr val="dk1"/>
                </a:solidFill>
                <a:latin typeface="Tenor Sans"/>
                <a:ea typeface="Tenor Sans"/>
                <a:cs typeface="Tenor Sans"/>
                <a:sym typeface="Tenor Sans"/>
              </a:rPr>
              <a:t>SKILL 4</a:t>
            </a:r>
            <a:endParaRPr sz="1800">
              <a:solidFill>
                <a:schemeClr val="dk1"/>
              </a:solidFill>
              <a:latin typeface="Tenor Sans"/>
              <a:ea typeface="Tenor Sans"/>
              <a:cs typeface="Tenor Sans"/>
              <a:sym typeface="Tenor Sans"/>
            </a:endParaRPr>
          </a:p>
        </p:txBody>
      </p:sp>
      <p:grpSp>
        <p:nvGrpSpPr>
          <p:cNvPr id="1299" name="Google Shape;1299;p58"/>
          <p:cNvGrpSpPr/>
          <p:nvPr/>
        </p:nvGrpSpPr>
        <p:grpSpPr>
          <a:xfrm>
            <a:off x="2778645" y="2525969"/>
            <a:ext cx="1347644" cy="784606"/>
            <a:chOff x="720070" y="2525969"/>
            <a:chExt cx="1347644" cy="784606"/>
          </a:xfrm>
        </p:grpSpPr>
        <p:grpSp>
          <p:nvGrpSpPr>
            <p:cNvPr id="1300" name="Google Shape;1300;p58"/>
            <p:cNvGrpSpPr/>
            <p:nvPr/>
          </p:nvGrpSpPr>
          <p:grpSpPr>
            <a:xfrm>
              <a:off x="720070" y="2525969"/>
              <a:ext cx="1347644" cy="359508"/>
              <a:chOff x="825050" y="2254625"/>
              <a:chExt cx="1269925" cy="423150"/>
            </a:xfrm>
          </p:grpSpPr>
          <p:sp>
            <p:nvSpPr>
              <p:cNvPr id="1301" name="Google Shape;1301;p58"/>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8"/>
              <p:cNvSpPr/>
              <p:nvPr/>
            </p:nvSpPr>
            <p:spPr>
              <a:xfrm>
                <a:off x="825050" y="2318975"/>
                <a:ext cx="1199700" cy="358800"/>
              </a:xfrm>
              <a:prstGeom prst="roundRect">
                <a:avLst>
                  <a:gd fmla="val 50000" name="adj"/>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03" name="Google Shape;1303;p58"/>
            <p:cNvCxnSpPr/>
            <p:nvPr/>
          </p:nvCxnSpPr>
          <p:spPr>
            <a:xfrm>
              <a:off x="1361475" y="2885475"/>
              <a:ext cx="0" cy="425100"/>
            </a:xfrm>
            <a:prstGeom prst="straightConnector1">
              <a:avLst/>
            </a:prstGeom>
            <a:noFill/>
            <a:ln cap="flat" cmpd="sng" w="19050">
              <a:solidFill>
                <a:schemeClr val="dk1"/>
              </a:solidFill>
              <a:prstDash val="solid"/>
              <a:round/>
              <a:headEnd len="med" w="med" type="none"/>
              <a:tailEnd len="med" w="med" type="oval"/>
            </a:ln>
          </p:spPr>
        </p:cxnSp>
      </p:grpSp>
      <p:sp>
        <p:nvSpPr>
          <p:cNvPr id="1304" name="Google Shape;1304;p58"/>
          <p:cNvSpPr txBox="1"/>
          <p:nvPr/>
        </p:nvSpPr>
        <p:spPr>
          <a:xfrm>
            <a:off x="2778050" y="2525925"/>
            <a:ext cx="1284000" cy="411000"/>
          </a:xfrm>
          <a:prstGeom prst="rect">
            <a:avLst/>
          </a:prstGeom>
          <a:no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rPr lang="en" sz="1800">
                <a:solidFill>
                  <a:schemeClr val="dk1"/>
                </a:solidFill>
                <a:latin typeface="Tenor Sans"/>
                <a:ea typeface="Tenor Sans"/>
                <a:cs typeface="Tenor Sans"/>
                <a:sym typeface="Tenor Sans"/>
              </a:rPr>
              <a:t>2019</a:t>
            </a:r>
            <a:endParaRPr sz="1800">
              <a:solidFill>
                <a:schemeClr val="dk1"/>
              </a:solidFill>
              <a:latin typeface="Tenor Sans"/>
              <a:ea typeface="Tenor Sans"/>
              <a:cs typeface="Tenor Sans"/>
              <a:sym typeface="Tenor Sans"/>
            </a:endParaRPr>
          </a:p>
        </p:txBody>
      </p:sp>
      <p:grpSp>
        <p:nvGrpSpPr>
          <p:cNvPr id="1305" name="Google Shape;1305;p58"/>
          <p:cNvGrpSpPr/>
          <p:nvPr/>
        </p:nvGrpSpPr>
        <p:grpSpPr>
          <a:xfrm>
            <a:off x="4837220" y="2525969"/>
            <a:ext cx="1347644" cy="784606"/>
            <a:chOff x="720070" y="2525969"/>
            <a:chExt cx="1347644" cy="784606"/>
          </a:xfrm>
        </p:grpSpPr>
        <p:grpSp>
          <p:nvGrpSpPr>
            <p:cNvPr id="1306" name="Google Shape;1306;p58"/>
            <p:cNvGrpSpPr/>
            <p:nvPr/>
          </p:nvGrpSpPr>
          <p:grpSpPr>
            <a:xfrm>
              <a:off x="720070" y="2525969"/>
              <a:ext cx="1347644" cy="359508"/>
              <a:chOff x="825050" y="2254625"/>
              <a:chExt cx="1269925" cy="423150"/>
            </a:xfrm>
          </p:grpSpPr>
          <p:sp>
            <p:nvSpPr>
              <p:cNvPr id="1307" name="Google Shape;1307;p58"/>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8"/>
              <p:cNvSpPr/>
              <p:nvPr/>
            </p:nvSpPr>
            <p:spPr>
              <a:xfrm>
                <a:off x="825050" y="2318975"/>
                <a:ext cx="1199700" cy="358800"/>
              </a:xfrm>
              <a:prstGeom prst="roundRect">
                <a:avLst>
                  <a:gd fmla="val 50000" name="adj"/>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09" name="Google Shape;1309;p58"/>
            <p:cNvCxnSpPr/>
            <p:nvPr/>
          </p:nvCxnSpPr>
          <p:spPr>
            <a:xfrm>
              <a:off x="1361475" y="2885475"/>
              <a:ext cx="0" cy="425100"/>
            </a:xfrm>
            <a:prstGeom prst="straightConnector1">
              <a:avLst/>
            </a:prstGeom>
            <a:noFill/>
            <a:ln cap="flat" cmpd="sng" w="19050">
              <a:solidFill>
                <a:schemeClr val="dk1"/>
              </a:solidFill>
              <a:prstDash val="solid"/>
              <a:round/>
              <a:headEnd len="med" w="med" type="none"/>
              <a:tailEnd len="med" w="med" type="oval"/>
            </a:ln>
          </p:spPr>
        </p:cxnSp>
      </p:grpSp>
      <p:sp>
        <p:nvSpPr>
          <p:cNvPr id="1310" name="Google Shape;1310;p58"/>
          <p:cNvSpPr txBox="1"/>
          <p:nvPr/>
        </p:nvSpPr>
        <p:spPr>
          <a:xfrm>
            <a:off x="4836625" y="2525925"/>
            <a:ext cx="1284000" cy="411000"/>
          </a:xfrm>
          <a:prstGeom prst="rect">
            <a:avLst/>
          </a:prstGeom>
          <a:no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rPr lang="en" sz="1800">
                <a:solidFill>
                  <a:schemeClr val="dk1"/>
                </a:solidFill>
                <a:latin typeface="Tenor Sans"/>
                <a:ea typeface="Tenor Sans"/>
                <a:cs typeface="Tenor Sans"/>
                <a:sym typeface="Tenor Sans"/>
              </a:rPr>
              <a:t>2020</a:t>
            </a:r>
            <a:endParaRPr sz="1800">
              <a:solidFill>
                <a:schemeClr val="dk1"/>
              </a:solidFill>
              <a:latin typeface="Tenor Sans"/>
              <a:ea typeface="Tenor Sans"/>
              <a:cs typeface="Tenor Sans"/>
              <a:sym typeface="Tenor Sans"/>
            </a:endParaRPr>
          </a:p>
        </p:txBody>
      </p:sp>
      <p:grpSp>
        <p:nvGrpSpPr>
          <p:cNvPr id="1311" name="Google Shape;1311;p58"/>
          <p:cNvGrpSpPr/>
          <p:nvPr/>
        </p:nvGrpSpPr>
        <p:grpSpPr>
          <a:xfrm>
            <a:off x="6895795" y="2525969"/>
            <a:ext cx="1347644" cy="784606"/>
            <a:chOff x="720070" y="2525969"/>
            <a:chExt cx="1347644" cy="784606"/>
          </a:xfrm>
        </p:grpSpPr>
        <p:grpSp>
          <p:nvGrpSpPr>
            <p:cNvPr id="1312" name="Google Shape;1312;p58"/>
            <p:cNvGrpSpPr/>
            <p:nvPr/>
          </p:nvGrpSpPr>
          <p:grpSpPr>
            <a:xfrm>
              <a:off x="720070" y="2525969"/>
              <a:ext cx="1347644" cy="359508"/>
              <a:chOff x="825050" y="2254625"/>
              <a:chExt cx="1269925" cy="423150"/>
            </a:xfrm>
          </p:grpSpPr>
          <p:sp>
            <p:nvSpPr>
              <p:cNvPr id="1313" name="Google Shape;1313;p58"/>
              <p:cNvSpPr/>
              <p:nvPr/>
            </p:nvSpPr>
            <p:spPr>
              <a:xfrm>
                <a:off x="895275" y="2254625"/>
                <a:ext cx="1199700" cy="3588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8"/>
              <p:cNvSpPr/>
              <p:nvPr/>
            </p:nvSpPr>
            <p:spPr>
              <a:xfrm>
                <a:off x="825050" y="2318975"/>
                <a:ext cx="1199700" cy="358800"/>
              </a:xfrm>
              <a:prstGeom prst="roundRect">
                <a:avLst>
                  <a:gd fmla="val 50000" name="adj"/>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15" name="Google Shape;1315;p58"/>
            <p:cNvCxnSpPr/>
            <p:nvPr/>
          </p:nvCxnSpPr>
          <p:spPr>
            <a:xfrm>
              <a:off x="1361475" y="2885475"/>
              <a:ext cx="0" cy="425100"/>
            </a:xfrm>
            <a:prstGeom prst="straightConnector1">
              <a:avLst/>
            </a:prstGeom>
            <a:noFill/>
            <a:ln cap="flat" cmpd="sng" w="19050">
              <a:solidFill>
                <a:schemeClr val="dk1"/>
              </a:solidFill>
              <a:prstDash val="solid"/>
              <a:round/>
              <a:headEnd len="med" w="med" type="none"/>
              <a:tailEnd len="med" w="med" type="oval"/>
            </a:ln>
          </p:spPr>
        </p:cxnSp>
      </p:grpSp>
      <p:sp>
        <p:nvSpPr>
          <p:cNvPr id="1316" name="Google Shape;1316;p58"/>
          <p:cNvSpPr txBox="1"/>
          <p:nvPr/>
        </p:nvSpPr>
        <p:spPr>
          <a:xfrm>
            <a:off x="6895200" y="2525925"/>
            <a:ext cx="1284000" cy="411000"/>
          </a:xfrm>
          <a:prstGeom prst="rect">
            <a:avLst/>
          </a:prstGeom>
          <a:noFill/>
          <a:ln>
            <a:noFill/>
          </a:ln>
        </p:spPr>
        <p:txBody>
          <a:bodyPr anchorCtr="0" anchor="t" bIns="45700" lIns="91425" spcFirstLastPara="1" rIns="91425" wrap="square" tIns="45700">
            <a:noAutofit/>
          </a:bodyPr>
          <a:lstStyle/>
          <a:p>
            <a:pPr indent="0" lvl="0" marL="0" marR="0" rtl="0" algn="ctr">
              <a:spcBef>
                <a:spcPts val="0"/>
              </a:spcBef>
              <a:spcAft>
                <a:spcPts val="0"/>
              </a:spcAft>
              <a:buNone/>
            </a:pPr>
            <a:r>
              <a:rPr lang="en" sz="1800">
                <a:solidFill>
                  <a:schemeClr val="dk1"/>
                </a:solidFill>
                <a:latin typeface="Tenor Sans"/>
                <a:ea typeface="Tenor Sans"/>
                <a:cs typeface="Tenor Sans"/>
                <a:sym typeface="Tenor Sans"/>
              </a:rPr>
              <a:t>2021</a:t>
            </a:r>
            <a:endParaRPr sz="1800">
              <a:solidFill>
                <a:schemeClr val="dk1"/>
              </a:solidFill>
              <a:latin typeface="Tenor Sans"/>
              <a:ea typeface="Tenor Sans"/>
              <a:cs typeface="Tenor Sans"/>
              <a:sym typeface="Tenor Sans"/>
            </a:endParaRPr>
          </a:p>
        </p:txBody>
      </p:sp>
      <p:sp>
        <p:nvSpPr>
          <p:cNvPr id="1317" name="Google Shape;1317;p58"/>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1" name="Shape 1321"/>
        <p:cNvGrpSpPr/>
        <p:nvPr/>
      </p:nvGrpSpPr>
      <p:grpSpPr>
        <a:xfrm>
          <a:off x="0" y="0"/>
          <a:ext cx="0" cy="0"/>
          <a:chOff x="0" y="0"/>
          <a:chExt cx="0" cy="0"/>
        </a:xfrm>
      </p:grpSpPr>
      <p:cxnSp>
        <p:nvCxnSpPr>
          <p:cNvPr id="1322" name="Google Shape;1322;p59"/>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323" name="Google Shape;1323;p59"/>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324" name="Google Shape;1324;p59"/>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9"/>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9">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327" name="Google Shape;1327;p59">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328" name="Google Shape;1328;p59"/>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329" name="Google Shape;1329;p59"/>
          <p:cNvSpPr txBox="1"/>
          <p:nvPr>
            <p:ph idx="4294967295"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NUMBERS</a:t>
            </a:r>
            <a:endParaRPr/>
          </a:p>
        </p:txBody>
      </p:sp>
      <p:sp>
        <p:nvSpPr>
          <p:cNvPr id="1330" name="Google Shape;1330;p59"/>
          <p:cNvSpPr txBox="1"/>
          <p:nvPr>
            <p:ph type="title"/>
          </p:nvPr>
        </p:nvSpPr>
        <p:spPr>
          <a:xfrm>
            <a:off x="2908200" y="3699229"/>
            <a:ext cx="5515800" cy="43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1331" name="Google Shape;1331;p59"/>
          <p:cNvSpPr txBox="1"/>
          <p:nvPr>
            <p:ph idx="1" type="subTitle"/>
          </p:nvPr>
        </p:nvSpPr>
        <p:spPr>
          <a:xfrm>
            <a:off x="2908200" y="4134167"/>
            <a:ext cx="5515800" cy="434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It’</a:t>
            </a:r>
            <a:r>
              <a:rPr lang="en"/>
              <a:t>s the distance between the Earth and the Moon</a:t>
            </a:r>
            <a:endParaRPr/>
          </a:p>
        </p:txBody>
      </p:sp>
      <p:sp>
        <p:nvSpPr>
          <p:cNvPr id="1332" name="Google Shape;1332;p59"/>
          <p:cNvSpPr txBox="1"/>
          <p:nvPr>
            <p:ph idx="2" type="title"/>
          </p:nvPr>
        </p:nvSpPr>
        <p:spPr>
          <a:xfrm>
            <a:off x="2908200" y="2829351"/>
            <a:ext cx="5515800" cy="43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24h 37m</a:t>
            </a:r>
            <a:endParaRPr/>
          </a:p>
        </p:txBody>
      </p:sp>
      <p:sp>
        <p:nvSpPr>
          <p:cNvPr id="1333" name="Google Shape;1333;p59"/>
          <p:cNvSpPr txBox="1"/>
          <p:nvPr>
            <p:ph idx="3" type="subTitle"/>
          </p:nvPr>
        </p:nvSpPr>
        <p:spPr>
          <a:xfrm>
            <a:off x="2908200" y="3264290"/>
            <a:ext cx="5515800" cy="434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It’</a:t>
            </a:r>
            <a:r>
              <a:rPr lang="en"/>
              <a:t>s Jupiter’s rotation period</a:t>
            </a:r>
            <a:endParaRPr/>
          </a:p>
        </p:txBody>
      </p:sp>
      <p:sp>
        <p:nvSpPr>
          <p:cNvPr id="1334" name="Google Shape;1334;p59"/>
          <p:cNvSpPr txBox="1"/>
          <p:nvPr>
            <p:ph idx="4" type="title"/>
          </p:nvPr>
        </p:nvSpPr>
        <p:spPr>
          <a:xfrm>
            <a:off x="2908200" y="1959473"/>
            <a:ext cx="5515800" cy="43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333,000.00</a:t>
            </a:r>
            <a:endParaRPr/>
          </a:p>
        </p:txBody>
      </p:sp>
      <p:sp>
        <p:nvSpPr>
          <p:cNvPr id="1335" name="Google Shape;1335;p59"/>
          <p:cNvSpPr txBox="1"/>
          <p:nvPr>
            <p:ph idx="5" type="subTitle"/>
          </p:nvPr>
        </p:nvSpPr>
        <p:spPr>
          <a:xfrm>
            <a:off x="2908200" y="2394412"/>
            <a:ext cx="5515800" cy="434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E</a:t>
            </a:r>
            <a:r>
              <a:rPr lang="en"/>
              <a:t>arths is the Sun’s mass</a:t>
            </a:r>
            <a:endParaRPr/>
          </a:p>
        </p:txBody>
      </p:sp>
      <p:grpSp>
        <p:nvGrpSpPr>
          <p:cNvPr id="1336" name="Google Shape;1336;p59"/>
          <p:cNvGrpSpPr/>
          <p:nvPr/>
        </p:nvGrpSpPr>
        <p:grpSpPr>
          <a:xfrm>
            <a:off x="1429103" y="1146900"/>
            <a:ext cx="731378" cy="3573761"/>
            <a:chOff x="1429103" y="1146900"/>
            <a:chExt cx="731378" cy="3573761"/>
          </a:xfrm>
        </p:grpSpPr>
        <p:sp>
          <p:nvSpPr>
            <p:cNvPr id="1337" name="Google Shape;1337;p59"/>
            <p:cNvSpPr/>
            <p:nvPr/>
          </p:nvSpPr>
          <p:spPr>
            <a:xfrm>
              <a:off x="1519900" y="3954592"/>
              <a:ext cx="317400" cy="317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9"/>
            <p:cNvSpPr/>
            <p:nvPr/>
          </p:nvSpPr>
          <p:spPr>
            <a:xfrm>
              <a:off x="1636088" y="2805329"/>
              <a:ext cx="317400" cy="317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9"/>
            <p:cNvSpPr/>
            <p:nvPr/>
          </p:nvSpPr>
          <p:spPr>
            <a:xfrm>
              <a:off x="1529013" y="1964680"/>
              <a:ext cx="317400" cy="317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 name="Google Shape;1340;p59"/>
            <p:cNvGrpSpPr/>
            <p:nvPr/>
          </p:nvGrpSpPr>
          <p:grpSpPr>
            <a:xfrm>
              <a:off x="1429103" y="1146900"/>
              <a:ext cx="731378" cy="3573761"/>
              <a:chOff x="990220" y="1243069"/>
              <a:chExt cx="612545" cy="2993100"/>
            </a:xfrm>
          </p:grpSpPr>
          <p:grpSp>
            <p:nvGrpSpPr>
              <p:cNvPr id="1341" name="Google Shape;1341;p59"/>
              <p:cNvGrpSpPr/>
              <p:nvPr/>
            </p:nvGrpSpPr>
            <p:grpSpPr>
              <a:xfrm>
                <a:off x="990220" y="1890493"/>
                <a:ext cx="612545" cy="572648"/>
                <a:chOff x="1717976" y="3449336"/>
                <a:chExt cx="1197546" cy="1119546"/>
              </a:xfrm>
            </p:grpSpPr>
            <p:sp>
              <p:nvSpPr>
                <p:cNvPr id="1342" name="Google Shape;1342;p59"/>
                <p:cNvSpPr/>
                <p:nvPr/>
              </p:nvSpPr>
              <p:spPr>
                <a:xfrm>
                  <a:off x="2056950" y="3976275"/>
                  <a:ext cx="519600" cy="519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 name="Google Shape;1343;p59"/>
                <p:cNvGrpSpPr/>
                <p:nvPr/>
              </p:nvGrpSpPr>
              <p:grpSpPr>
                <a:xfrm>
                  <a:off x="1717976" y="3449336"/>
                  <a:ext cx="1197546" cy="1119546"/>
                  <a:chOff x="4284075" y="3541300"/>
                  <a:chExt cx="1574475" cy="1471925"/>
                </a:xfrm>
              </p:grpSpPr>
              <p:sp>
                <p:nvSpPr>
                  <p:cNvPr id="1344" name="Google Shape;1344;p59"/>
                  <p:cNvSpPr/>
                  <p:nvPr/>
                </p:nvSpPr>
                <p:spPr>
                  <a:xfrm>
                    <a:off x="4686850" y="3841525"/>
                    <a:ext cx="768900" cy="768900"/>
                  </a:xfrm>
                  <a:custGeom>
                    <a:rect b="b" l="l" r="r" t="t"/>
                    <a:pathLst>
                      <a:path extrusionOk="0" fill="none" h="30756" w="30756">
                        <a:moveTo>
                          <a:pt x="30756" y="15378"/>
                        </a:moveTo>
                        <a:cubicBezTo>
                          <a:pt x="30756" y="6872"/>
                          <a:pt x="23884" y="1"/>
                          <a:pt x="15378" y="1"/>
                        </a:cubicBezTo>
                        <a:cubicBezTo>
                          <a:pt x="6905" y="1"/>
                          <a:pt x="1" y="6872"/>
                          <a:pt x="1" y="15378"/>
                        </a:cubicBezTo>
                        <a:cubicBezTo>
                          <a:pt x="1" y="23851"/>
                          <a:pt x="6905" y="30756"/>
                          <a:pt x="15378" y="30756"/>
                        </a:cubicBezTo>
                        <a:cubicBezTo>
                          <a:pt x="23884" y="30756"/>
                          <a:pt x="30756" y="23851"/>
                          <a:pt x="30756" y="15378"/>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9"/>
                  <p:cNvSpPr/>
                  <p:nvPr/>
                </p:nvSpPr>
                <p:spPr>
                  <a:xfrm>
                    <a:off x="4729375" y="3541300"/>
                    <a:ext cx="683850" cy="684700"/>
                  </a:xfrm>
                  <a:custGeom>
                    <a:rect b="b" l="l" r="r" t="t"/>
                    <a:pathLst>
                      <a:path extrusionOk="0" fill="none" h="27388" w="27354">
                        <a:moveTo>
                          <a:pt x="27354" y="13711"/>
                        </a:moveTo>
                        <a:cubicBezTo>
                          <a:pt x="27354" y="21249"/>
                          <a:pt x="21249" y="27387"/>
                          <a:pt x="13677" y="27387"/>
                        </a:cubicBezTo>
                        <a:cubicBezTo>
                          <a:pt x="6138" y="27387"/>
                          <a:pt x="1" y="21249"/>
                          <a:pt x="1" y="13711"/>
                        </a:cubicBezTo>
                        <a:cubicBezTo>
                          <a:pt x="1" y="6139"/>
                          <a:pt x="6138" y="1"/>
                          <a:pt x="13677" y="1"/>
                        </a:cubicBezTo>
                        <a:cubicBezTo>
                          <a:pt x="21249" y="1"/>
                          <a:pt x="27354" y="6139"/>
                          <a:pt x="27354" y="13711"/>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9"/>
                  <p:cNvSpPr/>
                  <p:nvPr/>
                </p:nvSpPr>
                <p:spPr>
                  <a:xfrm>
                    <a:off x="4937875" y="3608850"/>
                    <a:ext cx="750550" cy="750575"/>
                  </a:xfrm>
                  <a:custGeom>
                    <a:rect b="b" l="l" r="r" t="t"/>
                    <a:pathLst>
                      <a:path extrusionOk="0" fill="none" h="30023" w="30022">
                        <a:moveTo>
                          <a:pt x="24684" y="24685"/>
                        </a:moveTo>
                        <a:cubicBezTo>
                          <a:pt x="30021" y="19348"/>
                          <a:pt x="30021" y="10675"/>
                          <a:pt x="24684" y="5338"/>
                        </a:cubicBezTo>
                        <a:cubicBezTo>
                          <a:pt x="19347" y="1"/>
                          <a:pt x="10674" y="1"/>
                          <a:pt x="5337" y="5338"/>
                        </a:cubicBezTo>
                        <a:cubicBezTo>
                          <a:pt x="0" y="10675"/>
                          <a:pt x="0" y="19348"/>
                          <a:pt x="5337" y="24685"/>
                        </a:cubicBezTo>
                        <a:cubicBezTo>
                          <a:pt x="10674" y="30022"/>
                          <a:pt x="19347" y="30022"/>
                          <a:pt x="24684" y="24685"/>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9"/>
                  <p:cNvSpPr/>
                  <p:nvPr/>
                </p:nvSpPr>
                <p:spPr>
                  <a:xfrm>
                    <a:off x="5071300" y="3884050"/>
                    <a:ext cx="683850" cy="683850"/>
                  </a:xfrm>
                  <a:custGeom>
                    <a:rect b="b" l="l" r="r" t="t"/>
                    <a:pathLst>
                      <a:path extrusionOk="0" fill="none" h="27354" w="27354">
                        <a:moveTo>
                          <a:pt x="13677" y="27354"/>
                        </a:moveTo>
                        <a:cubicBezTo>
                          <a:pt x="21249" y="27354"/>
                          <a:pt x="27353" y="21216"/>
                          <a:pt x="27353" y="13677"/>
                        </a:cubicBezTo>
                        <a:cubicBezTo>
                          <a:pt x="27353" y="6105"/>
                          <a:pt x="21249" y="1"/>
                          <a:pt x="13677" y="1"/>
                        </a:cubicBezTo>
                        <a:cubicBezTo>
                          <a:pt x="6138" y="1"/>
                          <a:pt x="0" y="6105"/>
                          <a:pt x="0" y="13677"/>
                        </a:cubicBezTo>
                        <a:cubicBezTo>
                          <a:pt x="0" y="21216"/>
                          <a:pt x="6138" y="27354"/>
                          <a:pt x="13677" y="27354"/>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9"/>
                  <p:cNvSpPr/>
                  <p:nvPr/>
                </p:nvSpPr>
                <p:spPr>
                  <a:xfrm>
                    <a:off x="4937875" y="4092550"/>
                    <a:ext cx="750550" cy="750550"/>
                  </a:xfrm>
                  <a:custGeom>
                    <a:rect b="b" l="l" r="r" t="t"/>
                    <a:pathLst>
                      <a:path extrusionOk="0" fill="none" h="30022" w="30022">
                        <a:moveTo>
                          <a:pt x="5337" y="24684"/>
                        </a:moveTo>
                        <a:cubicBezTo>
                          <a:pt x="10674" y="30022"/>
                          <a:pt x="19347" y="30022"/>
                          <a:pt x="24684" y="24684"/>
                        </a:cubicBezTo>
                        <a:cubicBezTo>
                          <a:pt x="30021" y="19347"/>
                          <a:pt x="30021" y="10674"/>
                          <a:pt x="24684" y="5337"/>
                        </a:cubicBezTo>
                        <a:cubicBezTo>
                          <a:pt x="19347" y="0"/>
                          <a:pt x="10674" y="0"/>
                          <a:pt x="5337" y="5337"/>
                        </a:cubicBezTo>
                        <a:cubicBezTo>
                          <a:pt x="0" y="10674"/>
                          <a:pt x="0" y="19347"/>
                          <a:pt x="5337" y="24684"/>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9"/>
                  <p:cNvSpPr/>
                  <p:nvPr/>
                </p:nvSpPr>
                <p:spPr>
                  <a:xfrm>
                    <a:off x="4729375" y="4225975"/>
                    <a:ext cx="683850" cy="683850"/>
                  </a:xfrm>
                  <a:custGeom>
                    <a:rect b="b" l="l" r="r" t="t"/>
                    <a:pathLst>
                      <a:path extrusionOk="0" fill="none" h="27354" w="27354">
                        <a:moveTo>
                          <a:pt x="1" y="13677"/>
                        </a:moveTo>
                        <a:cubicBezTo>
                          <a:pt x="1" y="21215"/>
                          <a:pt x="6138" y="27353"/>
                          <a:pt x="13677" y="27353"/>
                        </a:cubicBezTo>
                        <a:cubicBezTo>
                          <a:pt x="21249" y="27353"/>
                          <a:pt x="27354" y="21215"/>
                          <a:pt x="27354" y="13677"/>
                        </a:cubicBezTo>
                        <a:cubicBezTo>
                          <a:pt x="27354" y="6105"/>
                          <a:pt x="21249" y="0"/>
                          <a:pt x="13677" y="0"/>
                        </a:cubicBezTo>
                        <a:cubicBezTo>
                          <a:pt x="6138" y="0"/>
                          <a:pt x="1" y="6105"/>
                          <a:pt x="1" y="13677"/>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9"/>
                  <p:cNvSpPr/>
                  <p:nvPr/>
                </p:nvSpPr>
                <p:spPr>
                  <a:xfrm>
                    <a:off x="4454175" y="4092550"/>
                    <a:ext cx="750575" cy="750550"/>
                  </a:xfrm>
                  <a:custGeom>
                    <a:rect b="b" l="l" r="r" t="t"/>
                    <a:pathLst>
                      <a:path extrusionOk="0" fill="none" h="30022" w="30023">
                        <a:moveTo>
                          <a:pt x="5338" y="5337"/>
                        </a:moveTo>
                        <a:cubicBezTo>
                          <a:pt x="1" y="10674"/>
                          <a:pt x="1" y="19347"/>
                          <a:pt x="5338" y="24684"/>
                        </a:cubicBezTo>
                        <a:cubicBezTo>
                          <a:pt x="10675" y="30022"/>
                          <a:pt x="19348" y="30022"/>
                          <a:pt x="24685" y="24684"/>
                        </a:cubicBezTo>
                        <a:cubicBezTo>
                          <a:pt x="30022" y="19347"/>
                          <a:pt x="30022" y="10674"/>
                          <a:pt x="24685" y="5337"/>
                        </a:cubicBezTo>
                        <a:cubicBezTo>
                          <a:pt x="19348" y="0"/>
                          <a:pt x="10675" y="0"/>
                          <a:pt x="5338" y="5337"/>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9"/>
                  <p:cNvSpPr/>
                  <p:nvPr/>
                </p:nvSpPr>
                <p:spPr>
                  <a:xfrm>
                    <a:off x="4387475" y="3884050"/>
                    <a:ext cx="683850" cy="683850"/>
                  </a:xfrm>
                  <a:custGeom>
                    <a:rect b="b" l="l" r="r" t="t"/>
                    <a:pathLst>
                      <a:path extrusionOk="0" fill="none" h="27354" w="27354">
                        <a:moveTo>
                          <a:pt x="13677" y="1"/>
                        </a:moveTo>
                        <a:cubicBezTo>
                          <a:pt x="6105" y="1"/>
                          <a:pt x="0" y="6105"/>
                          <a:pt x="0" y="13677"/>
                        </a:cubicBezTo>
                        <a:cubicBezTo>
                          <a:pt x="0" y="21216"/>
                          <a:pt x="6105" y="27354"/>
                          <a:pt x="13677" y="27354"/>
                        </a:cubicBezTo>
                        <a:cubicBezTo>
                          <a:pt x="21215" y="27354"/>
                          <a:pt x="27353" y="21216"/>
                          <a:pt x="27353" y="13677"/>
                        </a:cubicBezTo>
                        <a:cubicBezTo>
                          <a:pt x="27353" y="6105"/>
                          <a:pt x="21215" y="1"/>
                          <a:pt x="13677" y="1"/>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9"/>
                  <p:cNvSpPr/>
                  <p:nvPr/>
                </p:nvSpPr>
                <p:spPr>
                  <a:xfrm>
                    <a:off x="4454175" y="3608850"/>
                    <a:ext cx="750575" cy="750575"/>
                  </a:xfrm>
                  <a:custGeom>
                    <a:rect b="b" l="l" r="r" t="t"/>
                    <a:pathLst>
                      <a:path extrusionOk="0" fill="none" h="30023" w="30023">
                        <a:moveTo>
                          <a:pt x="24685" y="5338"/>
                        </a:moveTo>
                        <a:cubicBezTo>
                          <a:pt x="19348" y="1"/>
                          <a:pt x="10675" y="1"/>
                          <a:pt x="5338" y="5338"/>
                        </a:cubicBezTo>
                        <a:cubicBezTo>
                          <a:pt x="1" y="10675"/>
                          <a:pt x="1" y="19348"/>
                          <a:pt x="5338" y="24685"/>
                        </a:cubicBezTo>
                        <a:cubicBezTo>
                          <a:pt x="10675" y="30022"/>
                          <a:pt x="19348" y="30022"/>
                          <a:pt x="24685" y="24685"/>
                        </a:cubicBezTo>
                        <a:cubicBezTo>
                          <a:pt x="30022" y="19348"/>
                          <a:pt x="30022" y="10675"/>
                          <a:pt x="24685" y="5338"/>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9"/>
                  <p:cNvSpPr/>
                  <p:nvPr/>
                </p:nvSpPr>
                <p:spPr>
                  <a:xfrm>
                    <a:off x="5054625" y="3917425"/>
                    <a:ext cx="33375" cy="34200"/>
                  </a:xfrm>
                  <a:custGeom>
                    <a:rect b="b" l="l" r="r" t="t"/>
                    <a:pathLst>
                      <a:path extrusionOk="0" h="1368" w="1335">
                        <a:moveTo>
                          <a:pt x="667" y="0"/>
                        </a:moveTo>
                        <a:cubicBezTo>
                          <a:pt x="300" y="0"/>
                          <a:pt x="0" y="300"/>
                          <a:pt x="0" y="701"/>
                        </a:cubicBezTo>
                        <a:cubicBezTo>
                          <a:pt x="0" y="1067"/>
                          <a:pt x="300" y="1368"/>
                          <a:pt x="667" y="1368"/>
                        </a:cubicBezTo>
                        <a:cubicBezTo>
                          <a:pt x="1034" y="1368"/>
                          <a:pt x="1334" y="1067"/>
                          <a:pt x="1334" y="701"/>
                        </a:cubicBezTo>
                        <a:cubicBezTo>
                          <a:pt x="1334"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9"/>
                  <p:cNvSpPr/>
                  <p:nvPr/>
                </p:nvSpPr>
                <p:spPr>
                  <a:xfrm>
                    <a:off x="5054625" y="4500325"/>
                    <a:ext cx="33375" cy="33375"/>
                  </a:xfrm>
                  <a:custGeom>
                    <a:rect b="b" l="l" r="r" t="t"/>
                    <a:pathLst>
                      <a:path extrusionOk="0" h="1335"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9"/>
                  <p:cNvSpPr/>
                  <p:nvPr/>
                </p:nvSpPr>
                <p:spPr>
                  <a:xfrm>
                    <a:off x="5345650" y="4209300"/>
                    <a:ext cx="33375" cy="33375"/>
                  </a:xfrm>
                  <a:custGeom>
                    <a:rect b="b" l="l" r="r" t="t"/>
                    <a:pathLst>
                      <a:path extrusionOk="0" h="1335" w="1335">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9"/>
                  <p:cNvSpPr/>
                  <p:nvPr/>
                </p:nvSpPr>
                <p:spPr>
                  <a:xfrm>
                    <a:off x="4763575" y="4209300"/>
                    <a:ext cx="33375" cy="33375"/>
                  </a:xfrm>
                  <a:custGeom>
                    <a:rect b="b" l="l" r="r" t="t"/>
                    <a:pathLst>
                      <a:path extrusionOk="0" h="1335" w="1335">
                        <a:moveTo>
                          <a:pt x="668" y="0"/>
                        </a:moveTo>
                        <a:cubicBezTo>
                          <a:pt x="301" y="0"/>
                          <a:pt x="0" y="300"/>
                          <a:pt x="0" y="667"/>
                        </a:cubicBezTo>
                        <a:cubicBezTo>
                          <a:pt x="0" y="1034"/>
                          <a:pt x="301" y="1334"/>
                          <a:pt x="668" y="1334"/>
                        </a:cubicBezTo>
                        <a:cubicBezTo>
                          <a:pt x="1034" y="1334"/>
                          <a:pt x="1335" y="1034"/>
                          <a:pt x="1335" y="667"/>
                        </a:cubicBezTo>
                        <a:cubicBezTo>
                          <a:pt x="1335" y="300"/>
                          <a:pt x="1034"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9"/>
                  <p:cNvSpPr/>
                  <p:nvPr/>
                </p:nvSpPr>
                <p:spPr>
                  <a:xfrm>
                    <a:off x="5258925" y="4003300"/>
                    <a:ext cx="36725" cy="33400"/>
                  </a:xfrm>
                  <a:custGeom>
                    <a:rect b="b" l="l" r="r" t="t"/>
                    <a:pathLst>
                      <a:path extrusionOk="0" h="1336" w="1469">
                        <a:moveTo>
                          <a:pt x="734" y="1"/>
                        </a:moveTo>
                        <a:cubicBezTo>
                          <a:pt x="568" y="1"/>
                          <a:pt x="401" y="68"/>
                          <a:pt x="267" y="201"/>
                        </a:cubicBezTo>
                        <a:cubicBezTo>
                          <a:pt x="1" y="434"/>
                          <a:pt x="1" y="868"/>
                          <a:pt x="267" y="1135"/>
                        </a:cubicBezTo>
                        <a:cubicBezTo>
                          <a:pt x="401" y="1268"/>
                          <a:pt x="568" y="1335"/>
                          <a:pt x="734" y="1335"/>
                        </a:cubicBezTo>
                        <a:cubicBezTo>
                          <a:pt x="901" y="1335"/>
                          <a:pt x="1068" y="1268"/>
                          <a:pt x="1201" y="1135"/>
                        </a:cubicBezTo>
                        <a:cubicBezTo>
                          <a:pt x="1468" y="868"/>
                          <a:pt x="1468" y="434"/>
                          <a:pt x="1201" y="201"/>
                        </a:cubicBezTo>
                        <a:cubicBezTo>
                          <a:pt x="1068" y="68"/>
                          <a:pt x="901" y="1"/>
                          <a:pt x="7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9"/>
                  <p:cNvSpPr/>
                  <p:nvPr/>
                </p:nvSpPr>
                <p:spPr>
                  <a:xfrm>
                    <a:off x="4846975" y="4414425"/>
                    <a:ext cx="36700" cy="34225"/>
                  </a:xfrm>
                  <a:custGeom>
                    <a:rect b="b" l="l" r="r" t="t"/>
                    <a:pathLst>
                      <a:path extrusionOk="0" h="1369" w="1468">
                        <a:moveTo>
                          <a:pt x="746" y="1"/>
                        </a:moveTo>
                        <a:cubicBezTo>
                          <a:pt x="576" y="1"/>
                          <a:pt x="400" y="68"/>
                          <a:pt x="267" y="201"/>
                        </a:cubicBezTo>
                        <a:cubicBezTo>
                          <a:pt x="0" y="468"/>
                          <a:pt x="0" y="902"/>
                          <a:pt x="267" y="1168"/>
                        </a:cubicBezTo>
                        <a:cubicBezTo>
                          <a:pt x="400" y="1302"/>
                          <a:pt x="576" y="1369"/>
                          <a:pt x="746" y="1369"/>
                        </a:cubicBezTo>
                        <a:cubicBezTo>
                          <a:pt x="917" y="1369"/>
                          <a:pt x="1084" y="1302"/>
                          <a:pt x="1201" y="1168"/>
                        </a:cubicBezTo>
                        <a:cubicBezTo>
                          <a:pt x="1468" y="902"/>
                          <a:pt x="1468" y="468"/>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9"/>
                  <p:cNvSpPr/>
                  <p:nvPr/>
                </p:nvSpPr>
                <p:spPr>
                  <a:xfrm>
                    <a:off x="5260600" y="4414425"/>
                    <a:ext cx="33375" cy="34225"/>
                  </a:xfrm>
                  <a:custGeom>
                    <a:rect b="b" l="l" r="r" t="t"/>
                    <a:pathLst>
                      <a:path extrusionOk="0" h="1369" w="1335">
                        <a:moveTo>
                          <a:pt x="667" y="1"/>
                        </a:moveTo>
                        <a:cubicBezTo>
                          <a:pt x="300" y="1"/>
                          <a:pt x="0" y="301"/>
                          <a:pt x="0" y="701"/>
                        </a:cubicBezTo>
                        <a:cubicBezTo>
                          <a:pt x="0" y="1068"/>
                          <a:pt x="300" y="1369"/>
                          <a:pt x="667" y="1369"/>
                        </a:cubicBezTo>
                        <a:cubicBezTo>
                          <a:pt x="1034" y="1369"/>
                          <a:pt x="1335" y="1068"/>
                          <a:pt x="1335" y="701"/>
                        </a:cubicBezTo>
                        <a:cubicBezTo>
                          <a:pt x="1335"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9"/>
                  <p:cNvSpPr/>
                  <p:nvPr/>
                </p:nvSpPr>
                <p:spPr>
                  <a:xfrm>
                    <a:off x="4846975" y="4003300"/>
                    <a:ext cx="36700" cy="33400"/>
                  </a:xfrm>
                  <a:custGeom>
                    <a:rect b="b" l="l" r="r" t="t"/>
                    <a:pathLst>
                      <a:path extrusionOk="0" h="1336" w="1468">
                        <a:moveTo>
                          <a:pt x="746" y="1"/>
                        </a:moveTo>
                        <a:cubicBezTo>
                          <a:pt x="576" y="1"/>
                          <a:pt x="400" y="68"/>
                          <a:pt x="267" y="201"/>
                        </a:cubicBezTo>
                        <a:cubicBezTo>
                          <a:pt x="0" y="434"/>
                          <a:pt x="0" y="868"/>
                          <a:pt x="267" y="1135"/>
                        </a:cubicBezTo>
                        <a:cubicBezTo>
                          <a:pt x="400" y="1268"/>
                          <a:pt x="576" y="1335"/>
                          <a:pt x="746" y="1335"/>
                        </a:cubicBezTo>
                        <a:cubicBezTo>
                          <a:pt x="917" y="1335"/>
                          <a:pt x="1084" y="1268"/>
                          <a:pt x="1201" y="1135"/>
                        </a:cubicBezTo>
                        <a:cubicBezTo>
                          <a:pt x="1468" y="868"/>
                          <a:pt x="1468" y="434"/>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9"/>
                  <p:cNvSpPr/>
                  <p:nvPr/>
                </p:nvSpPr>
                <p:spPr>
                  <a:xfrm>
                    <a:off x="5581650" y="3661400"/>
                    <a:ext cx="56750" cy="51725"/>
                  </a:xfrm>
                  <a:custGeom>
                    <a:rect b="b" l="l" r="r" t="t"/>
                    <a:pathLst>
                      <a:path extrusionOk="0" h="2069" w="2270">
                        <a:moveTo>
                          <a:pt x="1135" y="0"/>
                        </a:moveTo>
                        <a:cubicBezTo>
                          <a:pt x="868" y="0"/>
                          <a:pt x="601" y="100"/>
                          <a:pt x="401" y="301"/>
                        </a:cubicBezTo>
                        <a:cubicBezTo>
                          <a:pt x="1" y="701"/>
                          <a:pt x="1" y="1368"/>
                          <a:pt x="401" y="1768"/>
                        </a:cubicBezTo>
                        <a:cubicBezTo>
                          <a:pt x="601" y="1968"/>
                          <a:pt x="868" y="2069"/>
                          <a:pt x="1135" y="2069"/>
                        </a:cubicBezTo>
                        <a:cubicBezTo>
                          <a:pt x="1402" y="2069"/>
                          <a:pt x="1669" y="1968"/>
                          <a:pt x="1869" y="1768"/>
                        </a:cubicBezTo>
                        <a:cubicBezTo>
                          <a:pt x="2269" y="1368"/>
                          <a:pt x="2269" y="701"/>
                          <a:pt x="1869" y="301"/>
                        </a:cubicBezTo>
                        <a:cubicBezTo>
                          <a:pt x="1669" y="100"/>
                          <a:pt x="1402" y="0"/>
                          <a:pt x="1135"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9"/>
                  <p:cNvSpPr/>
                  <p:nvPr/>
                </p:nvSpPr>
                <p:spPr>
                  <a:xfrm>
                    <a:off x="5806825" y="4200125"/>
                    <a:ext cx="51725" cy="51725"/>
                  </a:xfrm>
                  <a:custGeom>
                    <a:rect b="b" l="l" r="r" t="t"/>
                    <a:pathLst>
                      <a:path extrusionOk="0" h="2069" w="2069">
                        <a:moveTo>
                          <a:pt x="1034" y="0"/>
                        </a:moveTo>
                        <a:cubicBezTo>
                          <a:pt x="467" y="0"/>
                          <a:pt x="0" y="467"/>
                          <a:pt x="0" y="1034"/>
                        </a:cubicBezTo>
                        <a:cubicBezTo>
                          <a:pt x="0" y="1601"/>
                          <a:pt x="467" y="2068"/>
                          <a:pt x="1034" y="2068"/>
                        </a:cubicBezTo>
                        <a:cubicBezTo>
                          <a:pt x="1635" y="2068"/>
                          <a:pt x="2068" y="1601"/>
                          <a:pt x="2068" y="1034"/>
                        </a:cubicBezTo>
                        <a:cubicBezTo>
                          <a:pt x="2068" y="467"/>
                          <a:pt x="1635"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9"/>
                  <p:cNvSpPr/>
                  <p:nvPr/>
                </p:nvSpPr>
                <p:spPr>
                  <a:xfrm>
                    <a:off x="5581650" y="4738825"/>
                    <a:ext cx="56750" cy="51750"/>
                  </a:xfrm>
                  <a:custGeom>
                    <a:rect b="b" l="l" r="r" t="t"/>
                    <a:pathLst>
                      <a:path extrusionOk="0" h="2070" w="2270">
                        <a:moveTo>
                          <a:pt x="1135" y="1"/>
                        </a:moveTo>
                        <a:cubicBezTo>
                          <a:pt x="868" y="1"/>
                          <a:pt x="601" y="101"/>
                          <a:pt x="401" y="301"/>
                        </a:cubicBezTo>
                        <a:cubicBezTo>
                          <a:pt x="1" y="701"/>
                          <a:pt x="1" y="1335"/>
                          <a:pt x="401" y="1769"/>
                        </a:cubicBezTo>
                        <a:cubicBezTo>
                          <a:pt x="601" y="1969"/>
                          <a:pt x="868" y="2069"/>
                          <a:pt x="1135" y="2069"/>
                        </a:cubicBezTo>
                        <a:cubicBezTo>
                          <a:pt x="1402" y="2069"/>
                          <a:pt x="1669" y="1969"/>
                          <a:pt x="1869" y="1769"/>
                        </a:cubicBezTo>
                        <a:cubicBezTo>
                          <a:pt x="2269" y="1335"/>
                          <a:pt x="2269" y="701"/>
                          <a:pt x="1869" y="301"/>
                        </a:cubicBezTo>
                        <a:cubicBezTo>
                          <a:pt x="1669" y="101"/>
                          <a:pt x="1402" y="1"/>
                          <a:pt x="1135"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9"/>
                  <p:cNvSpPr/>
                  <p:nvPr/>
                </p:nvSpPr>
                <p:spPr>
                  <a:xfrm>
                    <a:off x="5045450" y="4961500"/>
                    <a:ext cx="51725" cy="51725"/>
                  </a:xfrm>
                  <a:custGeom>
                    <a:rect b="b" l="l" r="r" t="t"/>
                    <a:pathLst>
                      <a:path extrusionOk="0" h="2069" w="2069">
                        <a:moveTo>
                          <a:pt x="1034" y="0"/>
                        </a:moveTo>
                        <a:cubicBezTo>
                          <a:pt x="467" y="0"/>
                          <a:pt x="0" y="467"/>
                          <a:pt x="0" y="1034"/>
                        </a:cubicBezTo>
                        <a:cubicBezTo>
                          <a:pt x="0" y="1601"/>
                          <a:pt x="467" y="2068"/>
                          <a:pt x="1034" y="2068"/>
                        </a:cubicBezTo>
                        <a:cubicBezTo>
                          <a:pt x="1601" y="2068"/>
                          <a:pt x="2068" y="1601"/>
                          <a:pt x="2068" y="1034"/>
                        </a:cubicBezTo>
                        <a:cubicBezTo>
                          <a:pt x="2068" y="467"/>
                          <a:pt x="1601"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9"/>
                  <p:cNvSpPr/>
                  <p:nvPr/>
                </p:nvSpPr>
                <p:spPr>
                  <a:xfrm>
                    <a:off x="4504225" y="4738825"/>
                    <a:ext cx="56725" cy="51750"/>
                  </a:xfrm>
                  <a:custGeom>
                    <a:rect b="b" l="l" r="r" t="t"/>
                    <a:pathLst>
                      <a:path extrusionOk="0" h="2070" w="2269">
                        <a:moveTo>
                          <a:pt x="1134" y="1"/>
                        </a:moveTo>
                        <a:cubicBezTo>
                          <a:pt x="868" y="1"/>
                          <a:pt x="601" y="101"/>
                          <a:pt x="401" y="301"/>
                        </a:cubicBezTo>
                        <a:cubicBezTo>
                          <a:pt x="0" y="701"/>
                          <a:pt x="0" y="1335"/>
                          <a:pt x="401" y="1769"/>
                        </a:cubicBezTo>
                        <a:cubicBezTo>
                          <a:pt x="601" y="1969"/>
                          <a:pt x="868" y="2069"/>
                          <a:pt x="1134" y="2069"/>
                        </a:cubicBezTo>
                        <a:cubicBezTo>
                          <a:pt x="1401" y="2069"/>
                          <a:pt x="1668" y="1969"/>
                          <a:pt x="1868" y="1769"/>
                        </a:cubicBezTo>
                        <a:cubicBezTo>
                          <a:pt x="2269" y="1335"/>
                          <a:pt x="2269" y="701"/>
                          <a:pt x="1868" y="301"/>
                        </a:cubicBezTo>
                        <a:cubicBezTo>
                          <a:pt x="1668" y="101"/>
                          <a:pt x="1401" y="1"/>
                          <a:pt x="11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9"/>
                  <p:cNvSpPr/>
                  <p:nvPr/>
                </p:nvSpPr>
                <p:spPr>
                  <a:xfrm>
                    <a:off x="4284075" y="4200125"/>
                    <a:ext cx="51725" cy="51725"/>
                  </a:xfrm>
                  <a:custGeom>
                    <a:rect b="b" l="l" r="r" t="t"/>
                    <a:pathLst>
                      <a:path extrusionOk="0" h="2069" w="2069">
                        <a:moveTo>
                          <a:pt x="1034" y="0"/>
                        </a:moveTo>
                        <a:cubicBezTo>
                          <a:pt x="434" y="0"/>
                          <a:pt x="0" y="467"/>
                          <a:pt x="0" y="1034"/>
                        </a:cubicBezTo>
                        <a:cubicBezTo>
                          <a:pt x="0" y="1601"/>
                          <a:pt x="434" y="2068"/>
                          <a:pt x="1034" y="2068"/>
                        </a:cubicBezTo>
                        <a:cubicBezTo>
                          <a:pt x="1601" y="2068"/>
                          <a:pt x="2068" y="1601"/>
                          <a:pt x="2068" y="1034"/>
                        </a:cubicBezTo>
                        <a:cubicBezTo>
                          <a:pt x="2068" y="467"/>
                          <a:pt x="1601"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9"/>
                  <p:cNvSpPr/>
                  <p:nvPr/>
                </p:nvSpPr>
                <p:spPr>
                  <a:xfrm>
                    <a:off x="4504225" y="3661400"/>
                    <a:ext cx="56725" cy="51725"/>
                  </a:xfrm>
                  <a:custGeom>
                    <a:rect b="b" l="l" r="r" t="t"/>
                    <a:pathLst>
                      <a:path extrusionOk="0" h="2069" w="2269">
                        <a:moveTo>
                          <a:pt x="1134" y="0"/>
                        </a:moveTo>
                        <a:cubicBezTo>
                          <a:pt x="868" y="0"/>
                          <a:pt x="601" y="100"/>
                          <a:pt x="401" y="301"/>
                        </a:cubicBezTo>
                        <a:cubicBezTo>
                          <a:pt x="0" y="701"/>
                          <a:pt x="0" y="1368"/>
                          <a:pt x="401" y="1768"/>
                        </a:cubicBezTo>
                        <a:cubicBezTo>
                          <a:pt x="601" y="1968"/>
                          <a:pt x="868" y="2069"/>
                          <a:pt x="1134" y="2069"/>
                        </a:cubicBezTo>
                        <a:cubicBezTo>
                          <a:pt x="1401" y="2069"/>
                          <a:pt x="1668" y="1968"/>
                          <a:pt x="1868" y="1768"/>
                        </a:cubicBezTo>
                        <a:cubicBezTo>
                          <a:pt x="2269" y="1368"/>
                          <a:pt x="2269" y="701"/>
                          <a:pt x="1868" y="301"/>
                        </a:cubicBezTo>
                        <a:cubicBezTo>
                          <a:pt x="1668" y="100"/>
                          <a:pt x="1401" y="0"/>
                          <a:pt x="11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9"/>
                  <p:cNvSpPr/>
                  <p:nvPr/>
                </p:nvSpPr>
                <p:spPr>
                  <a:xfrm>
                    <a:off x="5054625" y="3716425"/>
                    <a:ext cx="33375" cy="33400"/>
                  </a:xfrm>
                  <a:custGeom>
                    <a:rect b="b" l="l" r="r" t="t"/>
                    <a:pathLst>
                      <a:path extrusionOk="0" h="1336" w="1335">
                        <a:moveTo>
                          <a:pt x="667" y="1"/>
                        </a:moveTo>
                        <a:cubicBezTo>
                          <a:pt x="300" y="1"/>
                          <a:pt x="0" y="301"/>
                          <a:pt x="0" y="668"/>
                        </a:cubicBezTo>
                        <a:cubicBezTo>
                          <a:pt x="0" y="1068"/>
                          <a:pt x="300" y="1335"/>
                          <a:pt x="667" y="1335"/>
                        </a:cubicBezTo>
                        <a:cubicBezTo>
                          <a:pt x="1034" y="1335"/>
                          <a:pt x="1334" y="1068"/>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9"/>
                  <p:cNvSpPr/>
                  <p:nvPr/>
                </p:nvSpPr>
                <p:spPr>
                  <a:xfrm>
                    <a:off x="5400700" y="3860700"/>
                    <a:ext cx="36700" cy="33400"/>
                  </a:xfrm>
                  <a:custGeom>
                    <a:rect b="b" l="l" r="r" t="t"/>
                    <a:pathLst>
                      <a:path extrusionOk="0" h="1336" w="1468">
                        <a:moveTo>
                          <a:pt x="751" y="1"/>
                        </a:moveTo>
                        <a:cubicBezTo>
                          <a:pt x="576" y="1"/>
                          <a:pt x="401" y="67"/>
                          <a:pt x="267" y="201"/>
                        </a:cubicBezTo>
                        <a:cubicBezTo>
                          <a:pt x="0" y="468"/>
                          <a:pt x="0" y="901"/>
                          <a:pt x="267" y="1135"/>
                        </a:cubicBezTo>
                        <a:cubicBezTo>
                          <a:pt x="401" y="1268"/>
                          <a:pt x="576" y="1335"/>
                          <a:pt x="751" y="1335"/>
                        </a:cubicBezTo>
                        <a:cubicBezTo>
                          <a:pt x="926" y="1335"/>
                          <a:pt x="1101" y="1268"/>
                          <a:pt x="1234" y="1135"/>
                        </a:cubicBezTo>
                        <a:cubicBezTo>
                          <a:pt x="1468" y="901"/>
                          <a:pt x="1468" y="468"/>
                          <a:pt x="1234" y="201"/>
                        </a:cubicBezTo>
                        <a:cubicBezTo>
                          <a:pt x="1101" y="67"/>
                          <a:pt x="926" y="1"/>
                          <a:pt x="751"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9"/>
                  <p:cNvSpPr/>
                  <p:nvPr/>
                </p:nvSpPr>
                <p:spPr>
                  <a:xfrm>
                    <a:off x="5546625" y="4209300"/>
                    <a:ext cx="33400" cy="33375"/>
                  </a:xfrm>
                  <a:custGeom>
                    <a:rect b="b" l="l" r="r" t="t"/>
                    <a:pathLst>
                      <a:path extrusionOk="0" h="1335" w="1336">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9"/>
                  <p:cNvSpPr/>
                  <p:nvPr/>
                </p:nvSpPr>
                <p:spPr>
                  <a:xfrm>
                    <a:off x="5400700" y="4557050"/>
                    <a:ext cx="36700" cy="33375"/>
                  </a:xfrm>
                  <a:custGeom>
                    <a:rect b="b" l="l" r="r" t="t"/>
                    <a:pathLst>
                      <a:path extrusionOk="0" h="1335" w="1468">
                        <a:moveTo>
                          <a:pt x="751" y="0"/>
                        </a:moveTo>
                        <a:cubicBezTo>
                          <a:pt x="576" y="0"/>
                          <a:pt x="401" y="67"/>
                          <a:pt x="267" y="200"/>
                        </a:cubicBezTo>
                        <a:cubicBezTo>
                          <a:pt x="0" y="467"/>
                          <a:pt x="0" y="867"/>
                          <a:pt x="267" y="1134"/>
                        </a:cubicBezTo>
                        <a:cubicBezTo>
                          <a:pt x="401" y="1268"/>
                          <a:pt x="576" y="1334"/>
                          <a:pt x="751" y="1334"/>
                        </a:cubicBezTo>
                        <a:cubicBezTo>
                          <a:pt x="926" y="1334"/>
                          <a:pt x="1101" y="1268"/>
                          <a:pt x="1234" y="1134"/>
                        </a:cubicBezTo>
                        <a:cubicBezTo>
                          <a:pt x="1468" y="867"/>
                          <a:pt x="1468" y="467"/>
                          <a:pt x="1234" y="200"/>
                        </a:cubicBezTo>
                        <a:cubicBezTo>
                          <a:pt x="1101" y="67"/>
                          <a:pt x="926" y="0"/>
                          <a:pt x="751"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9"/>
                  <p:cNvSpPr/>
                  <p:nvPr/>
                </p:nvSpPr>
                <p:spPr>
                  <a:xfrm>
                    <a:off x="5054625" y="4701300"/>
                    <a:ext cx="33375" cy="33400"/>
                  </a:xfrm>
                  <a:custGeom>
                    <a:rect b="b" l="l" r="r" t="t"/>
                    <a:pathLst>
                      <a:path extrusionOk="0" h="1336"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9"/>
                  <p:cNvSpPr/>
                  <p:nvPr/>
                </p:nvSpPr>
                <p:spPr>
                  <a:xfrm>
                    <a:off x="4705200" y="4557050"/>
                    <a:ext cx="36725" cy="33375"/>
                  </a:xfrm>
                  <a:custGeom>
                    <a:rect b="b" l="l" r="r" t="t"/>
                    <a:pathLst>
                      <a:path extrusionOk="0" h="1335" w="1469">
                        <a:moveTo>
                          <a:pt x="718" y="0"/>
                        </a:moveTo>
                        <a:cubicBezTo>
                          <a:pt x="542" y="0"/>
                          <a:pt x="367" y="67"/>
                          <a:pt x="234" y="200"/>
                        </a:cubicBezTo>
                        <a:cubicBezTo>
                          <a:pt x="0" y="467"/>
                          <a:pt x="0" y="867"/>
                          <a:pt x="234" y="1134"/>
                        </a:cubicBezTo>
                        <a:cubicBezTo>
                          <a:pt x="367" y="1268"/>
                          <a:pt x="542" y="1334"/>
                          <a:pt x="718" y="1334"/>
                        </a:cubicBezTo>
                        <a:cubicBezTo>
                          <a:pt x="893" y="1334"/>
                          <a:pt x="1068" y="1268"/>
                          <a:pt x="1201" y="1134"/>
                        </a:cubicBezTo>
                        <a:cubicBezTo>
                          <a:pt x="1468" y="867"/>
                          <a:pt x="1468" y="467"/>
                          <a:pt x="1201" y="200"/>
                        </a:cubicBezTo>
                        <a:cubicBezTo>
                          <a:pt x="1068" y="67"/>
                          <a:pt x="893" y="0"/>
                          <a:pt x="71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9"/>
                  <p:cNvSpPr/>
                  <p:nvPr/>
                </p:nvSpPr>
                <p:spPr>
                  <a:xfrm>
                    <a:off x="4562600" y="4209300"/>
                    <a:ext cx="33375" cy="33375"/>
                  </a:xfrm>
                  <a:custGeom>
                    <a:rect b="b" l="l" r="r" t="t"/>
                    <a:pathLst>
                      <a:path extrusionOk="0" h="1335" w="1335">
                        <a:moveTo>
                          <a:pt x="667" y="0"/>
                        </a:moveTo>
                        <a:cubicBezTo>
                          <a:pt x="301" y="0"/>
                          <a:pt x="0" y="300"/>
                          <a:pt x="0" y="667"/>
                        </a:cubicBezTo>
                        <a:cubicBezTo>
                          <a:pt x="0" y="1034"/>
                          <a:pt x="301" y="1334"/>
                          <a:pt x="667" y="1334"/>
                        </a:cubicBezTo>
                        <a:cubicBezTo>
                          <a:pt x="1034" y="1334"/>
                          <a:pt x="1335" y="1034"/>
                          <a:pt x="1335" y="667"/>
                        </a:cubicBezTo>
                        <a:cubicBezTo>
                          <a:pt x="1335"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9"/>
                  <p:cNvSpPr/>
                  <p:nvPr/>
                </p:nvSpPr>
                <p:spPr>
                  <a:xfrm>
                    <a:off x="4705200" y="3860700"/>
                    <a:ext cx="36725" cy="33600"/>
                  </a:xfrm>
                  <a:custGeom>
                    <a:rect b="b" l="l" r="r" t="t"/>
                    <a:pathLst>
                      <a:path extrusionOk="0" h="1344" w="1469">
                        <a:moveTo>
                          <a:pt x="718" y="1"/>
                        </a:moveTo>
                        <a:cubicBezTo>
                          <a:pt x="542" y="1"/>
                          <a:pt x="367" y="67"/>
                          <a:pt x="234" y="201"/>
                        </a:cubicBezTo>
                        <a:cubicBezTo>
                          <a:pt x="0" y="468"/>
                          <a:pt x="0" y="901"/>
                          <a:pt x="234" y="1168"/>
                        </a:cubicBezTo>
                        <a:cubicBezTo>
                          <a:pt x="367" y="1285"/>
                          <a:pt x="542" y="1343"/>
                          <a:pt x="718" y="1343"/>
                        </a:cubicBezTo>
                        <a:cubicBezTo>
                          <a:pt x="893" y="1343"/>
                          <a:pt x="1068" y="1285"/>
                          <a:pt x="1201" y="1168"/>
                        </a:cubicBezTo>
                        <a:cubicBezTo>
                          <a:pt x="1468" y="901"/>
                          <a:pt x="1468" y="468"/>
                          <a:pt x="1201" y="201"/>
                        </a:cubicBezTo>
                        <a:cubicBezTo>
                          <a:pt x="1068" y="67"/>
                          <a:pt x="893" y="1"/>
                          <a:pt x="71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6" name="Google Shape;1376;p59"/>
              <p:cNvGrpSpPr/>
              <p:nvPr/>
            </p:nvGrpSpPr>
            <p:grpSpPr>
              <a:xfrm>
                <a:off x="990220" y="2630118"/>
                <a:ext cx="612545" cy="572648"/>
                <a:chOff x="1717976" y="3449336"/>
                <a:chExt cx="1197546" cy="1119546"/>
              </a:xfrm>
            </p:grpSpPr>
            <p:sp>
              <p:nvSpPr>
                <p:cNvPr id="1377" name="Google Shape;1377;p59"/>
                <p:cNvSpPr/>
                <p:nvPr/>
              </p:nvSpPr>
              <p:spPr>
                <a:xfrm>
                  <a:off x="2316762" y="3710303"/>
                  <a:ext cx="519600" cy="519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 name="Google Shape;1378;p59"/>
                <p:cNvGrpSpPr/>
                <p:nvPr/>
              </p:nvGrpSpPr>
              <p:grpSpPr>
                <a:xfrm>
                  <a:off x="1717976" y="3449336"/>
                  <a:ext cx="1197546" cy="1119546"/>
                  <a:chOff x="4284075" y="3541300"/>
                  <a:chExt cx="1574475" cy="1471925"/>
                </a:xfrm>
              </p:grpSpPr>
              <p:sp>
                <p:nvSpPr>
                  <p:cNvPr id="1379" name="Google Shape;1379;p59"/>
                  <p:cNvSpPr/>
                  <p:nvPr/>
                </p:nvSpPr>
                <p:spPr>
                  <a:xfrm>
                    <a:off x="4686850" y="3841525"/>
                    <a:ext cx="768900" cy="768900"/>
                  </a:xfrm>
                  <a:custGeom>
                    <a:rect b="b" l="l" r="r" t="t"/>
                    <a:pathLst>
                      <a:path extrusionOk="0" fill="none" h="30756" w="30756">
                        <a:moveTo>
                          <a:pt x="30756" y="15378"/>
                        </a:moveTo>
                        <a:cubicBezTo>
                          <a:pt x="30756" y="6872"/>
                          <a:pt x="23884" y="1"/>
                          <a:pt x="15378" y="1"/>
                        </a:cubicBezTo>
                        <a:cubicBezTo>
                          <a:pt x="6905" y="1"/>
                          <a:pt x="1" y="6872"/>
                          <a:pt x="1" y="15378"/>
                        </a:cubicBezTo>
                        <a:cubicBezTo>
                          <a:pt x="1" y="23851"/>
                          <a:pt x="6905" y="30756"/>
                          <a:pt x="15378" y="30756"/>
                        </a:cubicBezTo>
                        <a:cubicBezTo>
                          <a:pt x="23884" y="30756"/>
                          <a:pt x="30756" y="23851"/>
                          <a:pt x="30756" y="15378"/>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9"/>
                  <p:cNvSpPr/>
                  <p:nvPr/>
                </p:nvSpPr>
                <p:spPr>
                  <a:xfrm>
                    <a:off x="4729375" y="3541300"/>
                    <a:ext cx="683850" cy="684700"/>
                  </a:xfrm>
                  <a:custGeom>
                    <a:rect b="b" l="l" r="r" t="t"/>
                    <a:pathLst>
                      <a:path extrusionOk="0" fill="none" h="27388" w="27354">
                        <a:moveTo>
                          <a:pt x="27354" y="13711"/>
                        </a:moveTo>
                        <a:cubicBezTo>
                          <a:pt x="27354" y="21249"/>
                          <a:pt x="21249" y="27387"/>
                          <a:pt x="13677" y="27387"/>
                        </a:cubicBezTo>
                        <a:cubicBezTo>
                          <a:pt x="6138" y="27387"/>
                          <a:pt x="1" y="21249"/>
                          <a:pt x="1" y="13711"/>
                        </a:cubicBezTo>
                        <a:cubicBezTo>
                          <a:pt x="1" y="6139"/>
                          <a:pt x="6138" y="1"/>
                          <a:pt x="13677" y="1"/>
                        </a:cubicBezTo>
                        <a:cubicBezTo>
                          <a:pt x="21249" y="1"/>
                          <a:pt x="27354" y="6139"/>
                          <a:pt x="27354" y="13711"/>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9"/>
                  <p:cNvSpPr/>
                  <p:nvPr/>
                </p:nvSpPr>
                <p:spPr>
                  <a:xfrm>
                    <a:off x="4937875" y="3608850"/>
                    <a:ext cx="750550" cy="750575"/>
                  </a:xfrm>
                  <a:custGeom>
                    <a:rect b="b" l="l" r="r" t="t"/>
                    <a:pathLst>
                      <a:path extrusionOk="0" fill="none" h="30023" w="30022">
                        <a:moveTo>
                          <a:pt x="24684" y="24685"/>
                        </a:moveTo>
                        <a:cubicBezTo>
                          <a:pt x="30021" y="19348"/>
                          <a:pt x="30021" y="10675"/>
                          <a:pt x="24684" y="5338"/>
                        </a:cubicBezTo>
                        <a:cubicBezTo>
                          <a:pt x="19347" y="1"/>
                          <a:pt x="10674" y="1"/>
                          <a:pt x="5337" y="5338"/>
                        </a:cubicBezTo>
                        <a:cubicBezTo>
                          <a:pt x="0" y="10675"/>
                          <a:pt x="0" y="19348"/>
                          <a:pt x="5337" y="24685"/>
                        </a:cubicBezTo>
                        <a:cubicBezTo>
                          <a:pt x="10674" y="30022"/>
                          <a:pt x="19347" y="30022"/>
                          <a:pt x="24684" y="24685"/>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9"/>
                  <p:cNvSpPr/>
                  <p:nvPr/>
                </p:nvSpPr>
                <p:spPr>
                  <a:xfrm>
                    <a:off x="5071300" y="3884050"/>
                    <a:ext cx="683850" cy="683850"/>
                  </a:xfrm>
                  <a:custGeom>
                    <a:rect b="b" l="l" r="r" t="t"/>
                    <a:pathLst>
                      <a:path extrusionOk="0" fill="none" h="27354" w="27354">
                        <a:moveTo>
                          <a:pt x="13677" y="27354"/>
                        </a:moveTo>
                        <a:cubicBezTo>
                          <a:pt x="21249" y="27354"/>
                          <a:pt x="27353" y="21216"/>
                          <a:pt x="27353" y="13677"/>
                        </a:cubicBezTo>
                        <a:cubicBezTo>
                          <a:pt x="27353" y="6105"/>
                          <a:pt x="21249" y="1"/>
                          <a:pt x="13677" y="1"/>
                        </a:cubicBezTo>
                        <a:cubicBezTo>
                          <a:pt x="6138" y="1"/>
                          <a:pt x="0" y="6105"/>
                          <a:pt x="0" y="13677"/>
                        </a:cubicBezTo>
                        <a:cubicBezTo>
                          <a:pt x="0" y="21216"/>
                          <a:pt x="6138" y="27354"/>
                          <a:pt x="13677" y="27354"/>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9"/>
                  <p:cNvSpPr/>
                  <p:nvPr/>
                </p:nvSpPr>
                <p:spPr>
                  <a:xfrm>
                    <a:off x="4937875" y="4092550"/>
                    <a:ext cx="750550" cy="750550"/>
                  </a:xfrm>
                  <a:custGeom>
                    <a:rect b="b" l="l" r="r" t="t"/>
                    <a:pathLst>
                      <a:path extrusionOk="0" fill="none" h="30022" w="30022">
                        <a:moveTo>
                          <a:pt x="5337" y="24684"/>
                        </a:moveTo>
                        <a:cubicBezTo>
                          <a:pt x="10674" y="30022"/>
                          <a:pt x="19347" y="30022"/>
                          <a:pt x="24684" y="24684"/>
                        </a:cubicBezTo>
                        <a:cubicBezTo>
                          <a:pt x="30021" y="19347"/>
                          <a:pt x="30021" y="10674"/>
                          <a:pt x="24684" y="5337"/>
                        </a:cubicBezTo>
                        <a:cubicBezTo>
                          <a:pt x="19347" y="0"/>
                          <a:pt x="10674" y="0"/>
                          <a:pt x="5337" y="5337"/>
                        </a:cubicBezTo>
                        <a:cubicBezTo>
                          <a:pt x="0" y="10674"/>
                          <a:pt x="0" y="19347"/>
                          <a:pt x="5337" y="24684"/>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9"/>
                  <p:cNvSpPr/>
                  <p:nvPr/>
                </p:nvSpPr>
                <p:spPr>
                  <a:xfrm>
                    <a:off x="4729375" y="4225975"/>
                    <a:ext cx="683850" cy="683850"/>
                  </a:xfrm>
                  <a:custGeom>
                    <a:rect b="b" l="l" r="r" t="t"/>
                    <a:pathLst>
                      <a:path extrusionOk="0" fill="none" h="27354" w="27354">
                        <a:moveTo>
                          <a:pt x="1" y="13677"/>
                        </a:moveTo>
                        <a:cubicBezTo>
                          <a:pt x="1" y="21215"/>
                          <a:pt x="6138" y="27353"/>
                          <a:pt x="13677" y="27353"/>
                        </a:cubicBezTo>
                        <a:cubicBezTo>
                          <a:pt x="21249" y="27353"/>
                          <a:pt x="27354" y="21215"/>
                          <a:pt x="27354" y="13677"/>
                        </a:cubicBezTo>
                        <a:cubicBezTo>
                          <a:pt x="27354" y="6105"/>
                          <a:pt x="21249" y="0"/>
                          <a:pt x="13677" y="0"/>
                        </a:cubicBezTo>
                        <a:cubicBezTo>
                          <a:pt x="6138" y="0"/>
                          <a:pt x="1" y="6105"/>
                          <a:pt x="1" y="13677"/>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9"/>
                  <p:cNvSpPr/>
                  <p:nvPr/>
                </p:nvSpPr>
                <p:spPr>
                  <a:xfrm>
                    <a:off x="4454175" y="4092550"/>
                    <a:ext cx="750575" cy="750550"/>
                  </a:xfrm>
                  <a:custGeom>
                    <a:rect b="b" l="l" r="r" t="t"/>
                    <a:pathLst>
                      <a:path extrusionOk="0" fill="none" h="30022" w="30023">
                        <a:moveTo>
                          <a:pt x="5338" y="5337"/>
                        </a:moveTo>
                        <a:cubicBezTo>
                          <a:pt x="1" y="10674"/>
                          <a:pt x="1" y="19347"/>
                          <a:pt x="5338" y="24684"/>
                        </a:cubicBezTo>
                        <a:cubicBezTo>
                          <a:pt x="10675" y="30022"/>
                          <a:pt x="19348" y="30022"/>
                          <a:pt x="24685" y="24684"/>
                        </a:cubicBezTo>
                        <a:cubicBezTo>
                          <a:pt x="30022" y="19347"/>
                          <a:pt x="30022" y="10674"/>
                          <a:pt x="24685" y="5337"/>
                        </a:cubicBezTo>
                        <a:cubicBezTo>
                          <a:pt x="19348" y="0"/>
                          <a:pt x="10675" y="0"/>
                          <a:pt x="5338" y="5337"/>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9"/>
                  <p:cNvSpPr/>
                  <p:nvPr/>
                </p:nvSpPr>
                <p:spPr>
                  <a:xfrm>
                    <a:off x="4387475" y="3884050"/>
                    <a:ext cx="683850" cy="683850"/>
                  </a:xfrm>
                  <a:custGeom>
                    <a:rect b="b" l="l" r="r" t="t"/>
                    <a:pathLst>
                      <a:path extrusionOk="0" fill="none" h="27354" w="27354">
                        <a:moveTo>
                          <a:pt x="13677" y="1"/>
                        </a:moveTo>
                        <a:cubicBezTo>
                          <a:pt x="6105" y="1"/>
                          <a:pt x="0" y="6105"/>
                          <a:pt x="0" y="13677"/>
                        </a:cubicBezTo>
                        <a:cubicBezTo>
                          <a:pt x="0" y="21216"/>
                          <a:pt x="6105" y="27354"/>
                          <a:pt x="13677" y="27354"/>
                        </a:cubicBezTo>
                        <a:cubicBezTo>
                          <a:pt x="21215" y="27354"/>
                          <a:pt x="27353" y="21216"/>
                          <a:pt x="27353" y="13677"/>
                        </a:cubicBezTo>
                        <a:cubicBezTo>
                          <a:pt x="27353" y="6105"/>
                          <a:pt x="21215" y="1"/>
                          <a:pt x="13677" y="1"/>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9"/>
                  <p:cNvSpPr/>
                  <p:nvPr/>
                </p:nvSpPr>
                <p:spPr>
                  <a:xfrm>
                    <a:off x="4454175" y="3608850"/>
                    <a:ext cx="750575" cy="750575"/>
                  </a:xfrm>
                  <a:custGeom>
                    <a:rect b="b" l="l" r="r" t="t"/>
                    <a:pathLst>
                      <a:path extrusionOk="0" fill="none" h="30023" w="30023">
                        <a:moveTo>
                          <a:pt x="24685" y="5338"/>
                        </a:moveTo>
                        <a:cubicBezTo>
                          <a:pt x="19348" y="1"/>
                          <a:pt x="10675" y="1"/>
                          <a:pt x="5338" y="5338"/>
                        </a:cubicBezTo>
                        <a:cubicBezTo>
                          <a:pt x="1" y="10675"/>
                          <a:pt x="1" y="19348"/>
                          <a:pt x="5338" y="24685"/>
                        </a:cubicBezTo>
                        <a:cubicBezTo>
                          <a:pt x="10675" y="30022"/>
                          <a:pt x="19348" y="30022"/>
                          <a:pt x="24685" y="24685"/>
                        </a:cubicBezTo>
                        <a:cubicBezTo>
                          <a:pt x="30022" y="19348"/>
                          <a:pt x="30022" y="10675"/>
                          <a:pt x="24685" y="5338"/>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9"/>
                  <p:cNvSpPr/>
                  <p:nvPr/>
                </p:nvSpPr>
                <p:spPr>
                  <a:xfrm>
                    <a:off x="5054625" y="3917425"/>
                    <a:ext cx="33375" cy="34200"/>
                  </a:xfrm>
                  <a:custGeom>
                    <a:rect b="b" l="l" r="r" t="t"/>
                    <a:pathLst>
                      <a:path extrusionOk="0" h="1368" w="1335">
                        <a:moveTo>
                          <a:pt x="667" y="0"/>
                        </a:moveTo>
                        <a:cubicBezTo>
                          <a:pt x="300" y="0"/>
                          <a:pt x="0" y="300"/>
                          <a:pt x="0" y="701"/>
                        </a:cubicBezTo>
                        <a:cubicBezTo>
                          <a:pt x="0" y="1067"/>
                          <a:pt x="300" y="1368"/>
                          <a:pt x="667" y="1368"/>
                        </a:cubicBezTo>
                        <a:cubicBezTo>
                          <a:pt x="1034" y="1368"/>
                          <a:pt x="1334" y="1067"/>
                          <a:pt x="1334" y="701"/>
                        </a:cubicBezTo>
                        <a:cubicBezTo>
                          <a:pt x="1334"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9"/>
                  <p:cNvSpPr/>
                  <p:nvPr/>
                </p:nvSpPr>
                <p:spPr>
                  <a:xfrm>
                    <a:off x="5054625" y="4500325"/>
                    <a:ext cx="33375" cy="33375"/>
                  </a:xfrm>
                  <a:custGeom>
                    <a:rect b="b" l="l" r="r" t="t"/>
                    <a:pathLst>
                      <a:path extrusionOk="0" h="1335"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9"/>
                  <p:cNvSpPr/>
                  <p:nvPr/>
                </p:nvSpPr>
                <p:spPr>
                  <a:xfrm>
                    <a:off x="5345650" y="4209300"/>
                    <a:ext cx="33375" cy="33375"/>
                  </a:xfrm>
                  <a:custGeom>
                    <a:rect b="b" l="l" r="r" t="t"/>
                    <a:pathLst>
                      <a:path extrusionOk="0" h="1335" w="1335">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9"/>
                  <p:cNvSpPr/>
                  <p:nvPr/>
                </p:nvSpPr>
                <p:spPr>
                  <a:xfrm>
                    <a:off x="4763575" y="4209300"/>
                    <a:ext cx="33375" cy="33375"/>
                  </a:xfrm>
                  <a:custGeom>
                    <a:rect b="b" l="l" r="r" t="t"/>
                    <a:pathLst>
                      <a:path extrusionOk="0" h="1335" w="1335">
                        <a:moveTo>
                          <a:pt x="668" y="0"/>
                        </a:moveTo>
                        <a:cubicBezTo>
                          <a:pt x="301" y="0"/>
                          <a:pt x="0" y="300"/>
                          <a:pt x="0" y="667"/>
                        </a:cubicBezTo>
                        <a:cubicBezTo>
                          <a:pt x="0" y="1034"/>
                          <a:pt x="301" y="1334"/>
                          <a:pt x="668" y="1334"/>
                        </a:cubicBezTo>
                        <a:cubicBezTo>
                          <a:pt x="1034" y="1334"/>
                          <a:pt x="1335" y="1034"/>
                          <a:pt x="1335" y="667"/>
                        </a:cubicBezTo>
                        <a:cubicBezTo>
                          <a:pt x="1335" y="300"/>
                          <a:pt x="1034"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9"/>
                  <p:cNvSpPr/>
                  <p:nvPr/>
                </p:nvSpPr>
                <p:spPr>
                  <a:xfrm>
                    <a:off x="5258925" y="4003300"/>
                    <a:ext cx="36725" cy="33400"/>
                  </a:xfrm>
                  <a:custGeom>
                    <a:rect b="b" l="l" r="r" t="t"/>
                    <a:pathLst>
                      <a:path extrusionOk="0" h="1336" w="1469">
                        <a:moveTo>
                          <a:pt x="734" y="1"/>
                        </a:moveTo>
                        <a:cubicBezTo>
                          <a:pt x="568" y="1"/>
                          <a:pt x="401" y="68"/>
                          <a:pt x="267" y="201"/>
                        </a:cubicBezTo>
                        <a:cubicBezTo>
                          <a:pt x="1" y="434"/>
                          <a:pt x="1" y="868"/>
                          <a:pt x="267" y="1135"/>
                        </a:cubicBezTo>
                        <a:cubicBezTo>
                          <a:pt x="401" y="1268"/>
                          <a:pt x="568" y="1335"/>
                          <a:pt x="734" y="1335"/>
                        </a:cubicBezTo>
                        <a:cubicBezTo>
                          <a:pt x="901" y="1335"/>
                          <a:pt x="1068" y="1268"/>
                          <a:pt x="1201" y="1135"/>
                        </a:cubicBezTo>
                        <a:cubicBezTo>
                          <a:pt x="1468" y="868"/>
                          <a:pt x="1468" y="434"/>
                          <a:pt x="1201" y="201"/>
                        </a:cubicBezTo>
                        <a:cubicBezTo>
                          <a:pt x="1068" y="68"/>
                          <a:pt x="901" y="1"/>
                          <a:pt x="7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9"/>
                  <p:cNvSpPr/>
                  <p:nvPr/>
                </p:nvSpPr>
                <p:spPr>
                  <a:xfrm>
                    <a:off x="4846975" y="4414425"/>
                    <a:ext cx="36700" cy="34225"/>
                  </a:xfrm>
                  <a:custGeom>
                    <a:rect b="b" l="l" r="r" t="t"/>
                    <a:pathLst>
                      <a:path extrusionOk="0" h="1369" w="1468">
                        <a:moveTo>
                          <a:pt x="746" y="1"/>
                        </a:moveTo>
                        <a:cubicBezTo>
                          <a:pt x="576" y="1"/>
                          <a:pt x="400" y="68"/>
                          <a:pt x="267" y="201"/>
                        </a:cubicBezTo>
                        <a:cubicBezTo>
                          <a:pt x="0" y="468"/>
                          <a:pt x="0" y="902"/>
                          <a:pt x="267" y="1168"/>
                        </a:cubicBezTo>
                        <a:cubicBezTo>
                          <a:pt x="400" y="1302"/>
                          <a:pt x="576" y="1369"/>
                          <a:pt x="746" y="1369"/>
                        </a:cubicBezTo>
                        <a:cubicBezTo>
                          <a:pt x="917" y="1369"/>
                          <a:pt x="1084" y="1302"/>
                          <a:pt x="1201" y="1168"/>
                        </a:cubicBezTo>
                        <a:cubicBezTo>
                          <a:pt x="1468" y="902"/>
                          <a:pt x="1468" y="468"/>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9"/>
                  <p:cNvSpPr/>
                  <p:nvPr/>
                </p:nvSpPr>
                <p:spPr>
                  <a:xfrm>
                    <a:off x="5260600" y="4414425"/>
                    <a:ext cx="33375" cy="34225"/>
                  </a:xfrm>
                  <a:custGeom>
                    <a:rect b="b" l="l" r="r" t="t"/>
                    <a:pathLst>
                      <a:path extrusionOk="0" h="1369" w="1335">
                        <a:moveTo>
                          <a:pt x="667" y="1"/>
                        </a:moveTo>
                        <a:cubicBezTo>
                          <a:pt x="300" y="1"/>
                          <a:pt x="0" y="301"/>
                          <a:pt x="0" y="701"/>
                        </a:cubicBezTo>
                        <a:cubicBezTo>
                          <a:pt x="0" y="1068"/>
                          <a:pt x="300" y="1369"/>
                          <a:pt x="667" y="1369"/>
                        </a:cubicBezTo>
                        <a:cubicBezTo>
                          <a:pt x="1034" y="1369"/>
                          <a:pt x="1335" y="1068"/>
                          <a:pt x="1335" y="701"/>
                        </a:cubicBezTo>
                        <a:cubicBezTo>
                          <a:pt x="1335"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9"/>
                  <p:cNvSpPr/>
                  <p:nvPr/>
                </p:nvSpPr>
                <p:spPr>
                  <a:xfrm>
                    <a:off x="4846975" y="4003300"/>
                    <a:ext cx="36700" cy="33400"/>
                  </a:xfrm>
                  <a:custGeom>
                    <a:rect b="b" l="l" r="r" t="t"/>
                    <a:pathLst>
                      <a:path extrusionOk="0" h="1336" w="1468">
                        <a:moveTo>
                          <a:pt x="746" y="1"/>
                        </a:moveTo>
                        <a:cubicBezTo>
                          <a:pt x="576" y="1"/>
                          <a:pt x="400" y="68"/>
                          <a:pt x="267" y="201"/>
                        </a:cubicBezTo>
                        <a:cubicBezTo>
                          <a:pt x="0" y="434"/>
                          <a:pt x="0" y="868"/>
                          <a:pt x="267" y="1135"/>
                        </a:cubicBezTo>
                        <a:cubicBezTo>
                          <a:pt x="400" y="1268"/>
                          <a:pt x="576" y="1335"/>
                          <a:pt x="746" y="1335"/>
                        </a:cubicBezTo>
                        <a:cubicBezTo>
                          <a:pt x="917" y="1335"/>
                          <a:pt x="1084" y="1268"/>
                          <a:pt x="1201" y="1135"/>
                        </a:cubicBezTo>
                        <a:cubicBezTo>
                          <a:pt x="1468" y="868"/>
                          <a:pt x="1468" y="434"/>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9"/>
                  <p:cNvSpPr/>
                  <p:nvPr/>
                </p:nvSpPr>
                <p:spPr>
                  <a:xfrm>
                    <a:off x="5581650" y="3661400"/>
                    <a:ext cx="56750" cy="51725"/>
                  </a:xfrm>
                  <a:custGeom>
                    <a:rect b="b" l="l" r="r" t="t"/>
                    <a:pathLst>
                      <a:path extrusionOk="0" h="2069" w="2270">
                        <a:moveTo>
                          <a:pt x="1135" y="0"/>
                        </a:moveTo>
                        <a:cubicBezTo>
                          <a:pt x="868" y="0"/>
                          <a:pt x="601" y="100"/>
                          <a:pt x="401" y="301"/>
                        </a:cubicBezTo>
                        <a:cubicBezTo>
                          <a:pt x="1" y="701"/>
                          <a:pt x="1" y="1368"/>
                          <a:pt x="401" y="1768"/>
                        </a:cubicBezTo>
                        <a:cubicBezTo>
                          <a:pt x="601" y="1968"/>
                          <a:pt x="868" y="2069"/>
                          <a:pt x="1135" y="2069"/>
                        </a:cubicBezTo>
                        <a:cubicBezTo>
                          <a:pt x="1402" y="2069"/>
                          <a:pt x="1669" y="1968"/>
                          <a:pt x="1869" y="1768"/>
                        </a:cubicBezTo>
                        <a:cubicBezTo>
                          <a:pt x="2269" y="1368"/>
                          <a:pt x="2269" y="701"/>
                          <a:pt x="1869" y="301"/>
                        </a:cubicBezTo>
                        <a:cubicBezTo>
                          <a:pt x="1669" y="100"/>
                          <a:pt x="1402" y="0"/>
                          <a:pt x="1135"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9"/>
                  <p:cNvSpPr/>
                  <p:nvPr/>
                </p:nvSpPr>
                <p:spPr>
                  <a:xfrm>
                    <a:off x="5806825" y="4200125"/>
                    <a:ext cx="51725" cy="51725"/>
                  </a:xfrm>
                  <a:custGeom>
                    <a:rect b="b" l="l" r="r" t="t"/>
                    <a:pathLst>
                      <a:path extrusionOk="0" h="2069" w="2069">
                        <a:moveTo>
                          <a:pt x="1034" y="0"/>
                        </a:moveTo>
                        <a:cubicBezTo>
                          <a:pt x="467" y="0"/>
                          <a:pt x="0" y="467"/>
                          <a:pt x="0" y="1034"/>
                        </a:cubicBezTo>
                        <a:cubicBezTo>
                          <a:pt x="0" y="1601"/>
                          <a:pt x="467" y="2068"/>
                          <a:pt x="1034" y="2068"/>
                        </a:cubicBezTo>
                        <a:cubicBezTo>
                          <a:pt x="1635" y="2068"/>
                          <a:pt x="2068" y="1601"/>
                          <a:pt x="2068" y="1034"/>
                        </a:cubicBezTo>
                        <a:cubicBezTo>
                          <a:pt x="2068" y="467"/>
                          <a:pt x="1635"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9"/>
                  <p:cNvSpPr/>
                  <p:nvPr/>
                </p:nvSpPr>
                <p:spPr>
                  <a:xfrm>
                    <a:off x="5581650" y="4738825"/>
                    <a:ext cx="56750" cy="51750"/>
                  </a:xfrm>
                  <a:custGeom>
                    <a:rect b="b" l="l" r="r" t="t"/>
                    <a:pathLst>
                      <a:path extrusionOk="0" h="2070" w="2270">
                        <a:moveTo>
                          <a:pt x="1135" y="1"/>
                        </a:moveTo>
                        <a:cubicBezTo>
                          <a:pt x="868" y="1"/>
                          <a:pt x="601" y="101"/>
                          <a:pt x="401" y="301"/>
                        </a:cubicBezTo>
                        <a:cubicBezTo>
                          <a:pt x="1" y="701"/>
                          <a:pt x="1" y="1335"/>
                          <a:pt x="401" y="1769"/>
                        </a:cubicBezTo>
                        <a:cubicBezTo>
                          <a:pt x="601" y="1969"/>
                          <a:pt x="868" y="2069"/>
                          <a:pt x="1135" y="2069"/>
                        </a:cubicBezTo>
                        <a:cubicBezTo>
                          <a:pt x="1402" y="2069"/>
                          <a:pt x="1669" y="1969"/>
                          <a:pt x="1869" y="1769"/>
                        </a:cubicBezTo>
                        <a:cubicBezTo>
                          <a:pt x="2269" y="1335"/>
                          <a:pt x="2269" y="701"/>
                          <a:pt x="1869" y="301"/>
                        </a:cubicBezTo>
                        <a:cubicBezTo>
                          <a:pt x="1669" y="101"/>
                          <a:pt x="1402" y="1"/>
                          <a:pt x="1135"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9"/>
                  <p:cNvSpPr/>
                  <p:nvPr/>
                </p:nvSpPr>
                <p:spPr>
                  <a:xfrm>
                    <a:off x="5045450" y="4961500"/>
                    <a:ext cx="51725" cy="51725"/>
                  </a:xfrm>
                  <a:custGeom>
                    <a:rect b="b" l="l" r="r" t="t"/>
                    <a:pathLst>
                      <a:path extrusionOk="0" h="2069" w="2069">
                        <a:moveTo>
                          <a:pt x="1034" y="0"/>
                        </a:moveTo>
                        <a:cubicBezTo>
                          <a:pt x="467" y="0"/>
                          <a:pt x="0" y="467"/>
                          <a:pt x="0" y="1034"/>
                        </a:cubicBezTo>
                        <a:cubicBezTo>
                          <a:pt x="0" y="1601"/>
                          <a:pt x="467" y="2068"/>
                          <a:pt x="1034" y="2068"/>
                        </a:cubicBezTo>
                        <a:cubicBezTo>
                          <a:pt x="1601" y="2068"/>
                          <a:pt x="2068" y="1601"/>
                          <a:pt x="2068" y="1034"/>
                        </a:cubicBezTo>
                        <a:cubicBezTo>
                          <a:pt x="2068" y="467"/>
                          <a:pt x="1601"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9"/>
                  <p:cNvSpPr/>
                  <p:nvPr/>
                </p:nvSpPr>
                <p:spPr>
                  <a:xfrm>
                    <a:off x="4504225" y="4738825"/>
                    <a:ext cx="56725" cy="51750"/>
                  </a:xfrm>
                  <a:custGeom>
                    <a:rect b="b" l="l" r="r" t="t"/>
                    <a:pathLst>
                      <a:path extrusionOk="0" h="2070" w="2269">
                        <a:moveTo>
                          <a:pt x="1134" y="1"/>
                        </a:moveTo>
                        <a:cubicBezTo>
                          <a:pt x="868" y="1"/>
                          <a:pt x="601" y="101"/>
                          <a:pt x="401" y="301"/>
                        </a:cubicBezTo>
                        <a:cubicBezTo>
                          <a:pt x="0" y="701"/>
                          <a:pt x="0" y="1335"/>
                          <a:pt x="401" y="1769"/>
                        </a:cubicBezTo>
                        <a:cubicBezTo>
                          <a:pt x="601" y="1969"/>
                          <a:pt x="868" y="2069"/>
                          <a:pt x="1134" y="2069"/>
                        </a:cubicBezTo>
                        <a:cubicBezTo>
                          <a:pt x="1401" y="2069"/>
                          <a:pt x="1668" y="1969"/>
                          <a:pt x="1868" y="1769"/>
                        </a:cubicBezTo>
                        <a:cubicBezTo>
                          <a:pt x="2269" y="1335"/>
                          <a:pt x="2269" y="701"/>
                          <a:pt x="1868" y="301"/>
                        </a:cubicBezTo>
                        <a:cubicBezTo>
                          <a:pt x="1668" y="101"/>
                          <a:pt x="1401" y="1"/>
                          <a:pt x="11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9"/>
                  <p:cNvSpPr/>
                  <p:nvPr/>
                </p:nvSpPr>
                <p:spPr>
                  <a:xfrm>
                    <a:off x="4284075" y="4200125"/>
                    <a:ext cx="51725" cy="51725"/>
                  </a:xfrm>
                  <a:custGeom>
                    <a:rect b="b" l="l" r="r" t="t"/>
                    <a:pathLst>
                      <a:path extrusionOk="0" h="2069" w="2069">
                        <a:moveTo>
                          <a:pt x="1034" y="0"/>
                        </a:moveTo>
                        <a:cubicBezTo>
                          <a:pt x="434" y="0"/>
                          <a:pt x="0" y="467"/>
                          <a:pt x="0" y="1034"/>
                        </a:cubicBezTo>
                        <a:cubicBezTo>
                          <a:pt x="0" y="1601"/>
                          <a:pt x="434" y="2068"/>
                          <a:pt x="1034" y="2068"/>
                        </a:cubicBezTo>
                        <a:cubicBezTo>
                          <a:pt x="1601" y="2068"/>
                          <a:pt x="2068" y="1601"/>
                          <a:pt x="2068" y="1034"/>
                        </a:cubicBezTo>
                        <a:cubicBezTo>
                          <a:pt x="2068" y="467"/>
                          <a:pt x="1601"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9"/>
                  <p:cNvSpPr/>
                  <p:nvPr/>
                </p:nvSpPr>
                <p:spPr>
                  <a:xfrm>
                    <a:off x="4504225" y="3661400"/>
                    <a:ext cx="56725" cy="51725"/>
                  </a:xfrm>
                  <a:custGeom>
                    <a:rect b="b" l="l" r="r" t="t"/>
                    <a:pathLst>
                      <a:path extrusionOk="0" h="2069" w="2269">
                        <a:moveTo>
                          <a:pt x="1134" y="0"/>
                        </a:moveTo>
                        <a:cubicBezTo>
                          <a:pt x="868" y="0"/>
                          <a:pt x="601" y="100"/>
                          <a:pt x="401" y="301"/>
                        </a:cubicBezTo>
                        <a:cubicBezTo>
                          <a:pt x="0" y="701"/>
                          <a:pt x="0" y="1368"/>
                          <a:pt x="401" y="1768"/>
                        </a:cubicBezTo>
                        <a:cubicBezTo>
                          <a:pt x="601" y="1968"/>
                          <a:pt x="868" y="2069"/>
                          <a:pt x="1134" y="2069"/>
                        </a:cubicBezTo>
                        <a:cubicBezTo>
                          <a:pt x="1401" y="2069"/>
                          <a:pt x="1668" y="1968"/>
                          <a:pt x="1868" y="1768"/>
                        </a:cubicBezTo>
                        <a:cubicBezTo>
                          <a:pt x="2269" y="1368"/>
                          <a:pt x="2269" y="701"/>
                          <a:pt x="1868" y="301"/>
                        </a:cubicBezTo>
                        <a:cubicBezTo>
                          <a:pt x="1668" y="100"/>
                          <a:pt x="1401" y="0"/>
                          <a:pt x="11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9"/>
                  <p:cNvSpPr/>
                  <p:nvPr/>
                </p:nvSpPr>
                <p:spPr>
                  <a:xfrm>
                    <a:off x="5054625" y="3716425"/>
                    <a:ext cx="33375" cy="33400"/>
                  </a:xfrm>
                  <a:custGeom>
                    <a:rect b="b" l="l" r="r" t="t"/>
                    <a:pathLst>
                      <a:path extrusionOk="0" h="1336" w="1335">
                        <a:moveTo>
                          <a:pt x="667" y="1"/>
                        </a:moveTo>
                        <a:cubicBezTo>
                          <a:pt x="300" y="1"/>
                          <a:pt x="0" y="301"/>
                          <a:pt x="0" y="668"/>
                        </a:cubicBezTo>
                        <a:cubicBezTo>
                          <a:pt x="0" y="1068"/>
                          <a:pt x="300" y="1335"/>
                          <a:pt x="667" y="1335"/>
                        </a:cubicBezTo>
                        <a:cubicBezTo>
                          <a:pt x="1034" y="1335"/>
                          <a:pt x="1334" y="1068"/>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9"/>
                  <p:cNvSpPr/>
                  <p:nvPr/>
                </p:nvSpPr>
                <p:spPr>
                  <a:xfrm>
                    <a:off x="5400700" y="3860700"/>
                    <a:ext cx="36700" cy="33400"/>
                  </a:xfrm>
                  <a:custGeom>
                    <a:rect b="b" l="l" r="r" t="t"/>
                    <a:pathLst>
                      <a:path extrusionOk="0" h="1336" w="1468">
                        <a:moveTo>
                          <a:pt x="751" y="1"/>
                        </a:moveTo>
                        <a:cubicBezTo>
                          <a:pt x="576" y="1"/>
                          <a:pt x="401" y="67"/>
                          <a:pt x="267" y="201"/>
                        </a:cubicBezTo>
                        <a:cubicBezTo>
                          <a:pt x="0" y="468"/>
                          <a:pt x="0" y="901"/>
                          <a:pt x="267" y="1135"/>
                        </a:cubicBezTo>
                        <a:cubicBezTo>
                          <a:pt x="401" y="1268"/>
                          <a:pt x="576" y="1335"/>
                          <a:pt x="751" y="1335"/>
                        </a:cubicBezTo>
                        <a:cubicBezTo>
                          <a:pt x="926" y="1335"/>
                          <a:pt x="1101" y="1268"/>
                          <a:pt x="1234" y="1135"/>
                        </a:cubicBezTo>
                        <a:cubicBezTo>
                          <a:pt x="1468" y="901"/>
                          <a:pt x="1468" y="468"/>
                          <a:pt x="1234" y="201"/>
                        </a:cubicBezTo>
                        <a:cubicBezTo>
                          <a:pt x="1101" y="67"/>
                          <a:pt x="926" y="1"/>
                          <a:pt x="751"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9"/>
                  <p:cNvSpPr/>
                  <p:nvPr/>
                </p:nvSpPr>
                <p:spPr>
                  <a:xfrm>
                    <a:off x="5546625" y="4209300"/>
                    <a:ext cx="33400" cy="33375"/>
                  </a:xfrm>
                  <a:custGeom>
                    <a:rect b="b" l="l" r="r" t="t"/>
                    <a:pathLst>
                      <a:path extrusionOk="0" h="1335" w="1336">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9"/>
                  <p:cNvSpPr/>
                  <p:nvPr/>
                </p:nvSpPr>
                <p:spPr>
                  <a:xfrm>
                    <a:off x="5400700" y="4557050"/>
                    <a:ext cx="36700" cy="33375"/>
                  </a:xfrm>
                  <a:custGeom>
                    <a:rect b="b" l="l" r="r" t="t"/>
                    <a:pathLst>
                      <a:path extrusionOk="0" h="1335" w="1468">
                        <a:moveTo>
                          <a:pt x="751" y="0"/>
                        </a:moveTo>
                        <a:cubicBezTo>
                          <a:pt x="576" y="0"/>
                          <a:pt x="401" y="67"/>
                          <a:pt x="267" y="200"/>
                        </a:cubicBezTo>
                        <a:cubicBezTo>
                          <a:pt x="0" y="467"/>
                          <a:pt x="0" y="867"/>
                          <a:pt x="267" y="1134"/>
                        </a:cubicBezTo>
                        <a:cubicBezTo>
                          <a:pt x="401" y="1268"/>
                          <a:pt x="576" y="1334"/>
                          <a:pt x="751" y="1334"/>
                        </a:cubicBezTo>
                        <a:cubicBezTo>
                          <a:pt x="926" y="1334"/>
                          <a:pt x="1101" y="1268"/>
                          <a:pt x="1234" y="1134"/>
                        </a:cubicBezTo>
                        <a:cubicBezTo>
                          <a:pt x="1468" y="867"/>
                          <a:pt x="1468" y="467"/>
                          <a:pt x="1234" y="200"/>
                        </a:cubicBezTo>
                        <a:cubicBezTo>
                          <a:pt x="1101" y="67"/>
                          <a:pt x="926" y="0"/>
                          <a:pt x="751"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9"/>
                  <p:cNvSpPr/>
                  <p:nvPr/>
                </p:nvSpPr>
                <p:spPr>
                  <a:xfrm>
                    <a:off x="5054625" y="4701300"/>
                    <a:ext cx="33375" cy="33400"/>
                  </a:xfrm>
                  <a:custGeom>
                    <a:rect b="b" l="l" r="r" t="t"/>
                    <a:pathLst>
                      <a:path extrusionOk="0" h="1336"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9"/>
                  <p:cNvSpPr/>
                  <p:nvPr/>
                </p:nvSpPr>
                <p:spPr>
                  <a:xfrm>
                    <a:off x="4705200" y="4557050"/>
                    <a:ext cx="36725" cy="33375"/>
                  </a:xfrm>
                  <a:custGeom>
                    <a:rect b="b" l="l" r="r" t="t"/>
                    <a:pathLst>
                      <a:path extrusionOk="0" h="1335" w="1469">
                        <a:moveTo>
                          <a:pt x="718" y="0"/>
                        </a:moveTo>
                        <a:cubicBezTo>
                          <a:pt x="542" y="0"/>
                          <a:pt x="367" y="67"/>
                          <a:pt x="234" y="200"/>
                        </a:cubicBezTo>
                        <a:cubicBezTo>
                          <a:pt x="0" y="467"/>
                          <a:pt x="0" y="867"/>
                          <a:pt x="234" y="1134"/>
                        </a:cubicBezTo>
                        <a:cubicBezTo>
                          <a:pt x="367" y="1268"/>
                          <a:pt x="542" y="1334"/>
                          <a:pt x="718" y="1334"/>
                        </a:cubicBezTo>
                        <a:cubicBezTo>
                          <a:pt x="893" y="1334"/>
                          <a:pt x="1068" y="1268"/>
                          <a:pt x="1201" y="1134"/>
                        </a:cubicBezTo>
                        <a:cubicBezTo>
                          <a:pt x="1468" y="867"/>
                          <a:pt x="1468" y="467"/>
                          <a:pt x="1201" y="200"/>
                        </a:cubicBezTo>
                        <a:cubicBezTo>
                          <a:pt x="1068" y="67"/>
                          <a:pt x="893" y="0"/>
                          <a:pt x="71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9"/>
                  <p:cNvSpPr/>
                  <p:nvPr/>
                </p:nvSpPr>
                <p:spPr>
                  <a:xfrm>
                    <a:off x="4562600" y="4209300"/>
                    <a:ext cx="33375" cy="33375"/>
                  </a:xfrm>
                  <a:custGeom>
                    <a:rect b="b" l="l" r="r" t="t"/>
                    <a:pathLst>
                      <a:path extrusionOk="0" h="1335" w="1335">
                        <a:moveTo>
                          <a:pt x="667" y="0"/>
                        </a:moveTo>
                        <a:cubicBezTo>
                          <a:pt x="301" y="0"/>
                          <a:pt x="0" y="300"/>
                          <a:pt x="0" y="667"/>
                        </a:cubicBezTo>
                        <a:cubicBezTo>
                          <a:pt x="0" y="1034"/>
                          <a:pt x="301" y="1334"/>
                          <a:pt x="667" y="1334"/>
                        </a:cubicBezTo>
                        <a:cubicBezTo>
                          <a:pt x="1034" y="1334"/>
                          <a:pt x="1335" y="1034"/>
                          <a:pt x="1335" y="667"/>
                        </a:cubicBezTo>
                        <a:cubicBezTo>
                          <a:pt x="1335"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9"/>
                  <p:cNvSpPr/>
                  <p:nvPr/>
                </p:nvSpPr>
                <p:spPr>
                  <a:xfrm>
                    <a:off x="4705200" y="3860700"/>
                    <a:ext cx="36725" cy="33600"/>
                  </a:xfrm>
                  <a:custGeom>
                    <a:rect b="b" l="l" r="r" t="t"/>
                    <a:pathLst>
                      <a:path extrusionOk="0" h="1344" w="1469">
                        <a:moveTo>
                          <a:pt x="718" y="1"/>
                        </a:moveTo>
                        <a:cubicBezTo>
                          <a:pt x="542" y="1"/>
                          <a:pt x="367" y="67"/>
                          <a:pt x="234" y="201"/>
                        </a:cubicBezTo>
                        <a:cubicBezTo>
                          <a:pt x="0" y="468"/>
                          <a:pt x="0" y="901"/>
                          <a:pt x="234" y="1168"/>
                        </a:cubicBezTo>
                        <a:cubicBezTo>
                          <a:pt x="367" y="1285"/>
                          <a:pt x="542" y="1343"/>
                          <a:pt x="718" y="1343"/>
                        </a:cubicBezTo>
                        <a:cubicBezTo>
                          <a:pt x="893" y="1343"/>
                          <a:pt x="1068" y="1285"/>
                          <a:pt x="1201" y="1168"/>
                        </a:cubicBezTo>
                        <a:cubicBezTo>
                          <a:pt x="1468" y="901"/>
                          <a:pt x="1468" y="468"/>
                          <a:pt x="1201" y="201"/>
                        </a:cubicBezTo>
                        <a:cubicBezTo>
                          <a:pt x="1068" y="67"/>
                          <a:pt x="893" y="1"/>
                          <a:pt x="71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1" name="Google Shape;1411;p59"/>
              <p:cNvGrpSpPr/>
              <p:nvPr/>
            </p:nvGrpSpPr>
            <p:grpSpPr>
              <a:xfrm>
                <a:off x="990220" y="3369743"/>
                <a:ext cx="612545" cy="572648"/>
                <a:chOff x="1717976" y="3449336"/>
                <a:chExt cx="1197546" cy="1119546"/>
              </a:xfrm>
            </p:grpSpPr>
            <p:sp>
              <p:nvSpPr>
                <p:cNvPr id="1412" name="Google Shape;1412;p59"/>
                <p:cNvSpPr/>
                <p:nvPr/>
              </p:nvSpPr>
              <p:spPr>
                <a:xfrm>
                  <a:off x="2235547" y="3527100"/>
                  <a:ext cx="519600" cy="519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 name="Google Shape;1413;p59"/>
                <p:cNvGrpSpPr/>
                <p:nvPr/>
              </p:nvGrpSpPr>
              <p:grpSpPr>
                <a:xfrm>
                  <a:off x="1717976" y="3449336"/>
                  <a:ext cx="1197546" cy="1119546"/>
                  <a:chOff x="4284075" y="3541300"/>
                  <a:chExt cx="1574475" cy="1471925"/>
                </a:xfrm>
              </p:grpSpPr>
              <p:sp>
                <p:nvSpPr>
                  <p:cNvPr id="1414" name="Google Shape;1414;p59"/>
                  <p:cNvSpPr/>
                  <p:nvPr/>
                </p:nvSpPr>
                <p:spPr>
                  <a:xfrm>
                    <a:off x="4686850" y="3841525"/>
                    <a:ext cx="768900" cy="768900"/>
                  </a:xfrm>
                  <a:custGeom>
                    <a:rect b="b" l="l" r="r" t="t"/>
                    <a:pathLst>
                      <a:path extrusionOk="0" fill="none" h="30756" w="30756">
                        <a:moveTo>
                          <a:pt x="30756" y="15378"/>
                        </a:moveTo>
                        <a:cubicBezTo>
                          <a:pt x="30756" y="6872"/>
                          <a:pt x="23884" y="1"/>
                          <a:pt x="15378" y="1"/>
                        </a:cubicBezTo>
                        <a:cubicBezTo>
                          <a:pt x="6905" y="1"/>
                          <a:pt x="1" y="6872"/>
                          <a:pt x="1" y="15378"/>
                        </a:cubicBezTo>
                        <a:cubicBezTo>
                          <a:pt x="1" y="23851"/>
                          <a:pt x="6905" y="30756"/>
                          <a:pt x="15378" y="30756"/>
                        </a:cubicBezTo>
                        <a:cubicBezTo>
                          <a:pt x="23884" y="30756"/>
                          <a:pt x="30756" y="23851"/>
                          <a:pt x="30756" y="15378"/>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9"/>
                  <p:cNvSpPr/>
                  <p:nvPr/>
                </p:nvSpPr>
                <p:spPr>
                  <a:xfrm>
                    <a:off x="4729375" y="3541300"/>
                    <a:ext cx="683850" cy="684700"/>
                  </a:xfrm>
                  <a:custGeom>
                    <a:rect b="b" l="l" r="r" t="t"/>
                    <a:pathLst>
                      <a:path extrusionOk="0" fill="none" h="27388" w="27354">
                        <a:moveTo>
                          <a:pt x="27354" y="13711"/>
                        </a:moveTo>
                        <a:cubicBezTo>
                          <a:pt x="27354" y="21249"/>
                          <a:pt x="21249" y="27387"/>
                          <a:pt x="13677" y="27387"/>
                        </a:cubicBezTo>
                        <a:cubicBezTo>
                          <a:pt x="6138" y="27387"/>
                          <a:pt x="1" y="21249"/>
                          <a:pt x="1" y="13711"/>
                        </a:cubicBezTo>
                        <a:cubicBezTo>
                          <a:pt x="1" y="6139"/>
                          <a:pt x="6138" y="1"/>
                          <a:pt x="13677" y="1"/>
                        </a:cubicBezTo>
                        <a:cubicBezTo>
                          <a:pt x="21249" y="1"/>
                          <a:pt x="27354" y="6139"/>
                          <a:pt x="27354" y="13711"/>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9"/>
                  <p:cNvSpPr/>
                  <p:nvPr/>
                </p:nvSpPr>
                <p:spPr>
                  <a:xfrm>
                    <a:off x="4937875" y="3608850"/>
                    <a:ext cx="750550" cy="750575"/>
                  </a:xfrm>
                  <a:custGeom>
                    <a:rect b="b" l="l" r="r" t="t"/>
                    <a:pathLst>
                      <a:path extrusionOk="0" fill="none" h="30023" w="30022">
                        <a:moveTo>
                          <a:pt x="24684" y="24685"/>
                        </a:moveTo>
                        <a:cubicBezTo>
                          <a:pt x="30021" y="19348"/>
                          <a:pt x="30021" y="10675"/>
                          <a:pt x="24684" y="5338"/>
                        </a:cubicBezTo>
                        <a:cubicBezTo>
                          <a:pt x="19347" y="1"/>
                          <a:pt x="10674" y="1"/>
                          <a:pt x="5337" y="5338"/>
                        </a:cubicBezTo>
                        <a:cubicBezTo>
                          <a:pt x="0" y="10675"/>
                          <a:pt x="0" y="19348"/>
                          <a:pt x="5337" y="24685"/>
                        </a:cubicBezTo>
                        <a:cubicBezTo>
                          <a:pt x="10674" y="30022"/>
                          <a:pt x="19347" y="30022"/>
                          <a:pt x="24684" y="24685"/>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9"/>
                  <p:cNvSpPr/>
                  <p:nvPr/>
                </p:nvSpPr>
                <p:spPr>
                  <a:xfrm>
                    <a:off x="5071300" y="3884050"/>
                    <a:ext cx="683850" cy="683850"/>
                  </a:xfrm>
                  <a:custGeom>
                    <a:rect b="b" l="l" r="r" t="t"/>
                    <a:pathLst>
                      <a:path extrusionOk="0" fill="none" h="27354" w="27354">
                        <a:moveTo>
                          <a:pt x="13677" y="27354"/>
                        </a:moveTo>
                        <a:cubicBezTo>
                          <a:pt x="21249" y="27354"/>
                          <a:pt x="27353" y="21216"/>
                          <a:pt x="27353" y="13677"/>
                        </a:cubicBezTo>
                        <a:cubicBezTo>
                          <a:pt x="27353" y="6105"/>
                          <a:pt x="21249" y="1"/>
                          <a:pt x="13677" y="1"/>
                        </a:cubicBezTo>
                        <a:cubicBezTo>
                          <a:pt x="6138" y="1"/>
                          <a:pt x="0" y="6105"/>
                          <a:pt x="0" y="13677"/>
                        </a:cubicBezTo>
                        <a:cubicBezTo>
                          <a:pt x="0" y="21216"/>
                          <a:pt x="6138" y="27354"/>
                          <a:pt x="13677" y="27354"/>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9"/>
                  <p:cNvSpPr/>
                  <p:nvPr/>
                </p:nvSpPr>
                <p:spPr>
                  <a:xfrm>
                    <a:off x="4937875" y="4092550"/>
                    <a:ext cx="750550" cy="750550"/>
                  </a:xfrm>
                  <a:custGeom>
                    <a:rect b="b" l="l" r="r" t="t"/>
                    <a:pathLst>
                      <a:path extrusionOk="0" fill="none" h="30022" w="30022">
                        <a:moveTo>
                          <a:pt x="5337" y="24684"/>
                        </a:moveTo>
                        <a:cubicBezTo>
                          <a:pt x="10674" y="30022"/>
                          <a:pt x="19347" y="30022"/>
                          <a:pt x="24684" y="24684"/>
                        </a:cubicBezTo>
                        <a:cubicBezTo>
                          <a:pt x="30021" y="19347"/>
                          <a:pt x="30021" y="10674"/>
                          <a:pt x="24684" y="5337"/>
                        </a:cubicBezTo>
                        <a:cubicBezTo>
                          <a:pt x="19347" y="0"/>
                          <a:pt x="10674" y="0"/>
                          <a:pt x="5337" y="5337"/>
                        </a:cubicBezTo>
                        <a:cubicBezTo>
                          <a:pt x="0" y="10674"/>
                          <a:pt x="0" y="19347"/>
                          <a:pt x="5337" y="24684"/>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9"/>
                  <p:cNvSpPr/>
                  <p:nvPr/>
                </p:nvSpPr>
                <p:spPr>
                  <a:xfrm>
                    <a:off x="4729375" y="4225975"/>
                    <a:ext cx="683850" cy="683850"/>
                  </a:xfrm>
                  <a:custGeom>
                    <a:rect b="b" l="l" r="r" t="t"/>
                    <a:pathLst>
                      <a:path extrusionOk="0" fill="none" h="27354" w="27354">
                        <a:moveTo>
                          <a:pt x="1" y="13677"/>
                        </a:moveTo>
                        <a:cubicBezTo>
                          <a:pt x="1" y="21215"/>
                          <a:pt x="6138" y="27353"/>
                          <a:pt x="13677" y="27353"/>
                        </a:cubicBezTo>
                        <a:cubicBezTo>
                          <a:pt x="21249" y="27353"/>
                          <a:pt x="27354" y="21215"/>
                          <a:pt x="27354" y="13677"/>
                        </a:cubicBezTo>
                        <a:cubicBezTo>
                          <a:pt x="27354" y="6105"/>
                          <a:pt x="21249" y="0"/>
                          <a:pt x="13677" y="0"/>
                        </a:cubicBezTo>
                        <a:cubicBezTo>
                          <a:pt x="6138" y="0"/>
                          <a:pt x="1" y="6105"/>
                          <a:pt x="1" y="13677"/>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9"/>
                  <p:cNvSpPr/>
                  <p:nvPr/>
                </p:nvSpPr>
                <p:spPr>
                  <a:xfrm>
                    <a:off x="4454175" y="4092550"/>
                    <a:ext cx="750575" cy="750550"/>
                  </a:xfrm>
                  <a:custGeom>
                    <a:rect b="b" l="l" r="r" t="t"/>
                    <a:pathLst>
                      <a:path extrusionOk="0" fill="none" h="30022" w="30023">
                        <a:moveTo>
                          <a:pt x="5338" y="5337"/>
                        </a:moveTo>
                        <a:cubicBezTo>
                          <a:pt x="1" y="10674"/>
                          <a:pt x="1" y="19347"/>
                          <a:pt x="5338" y="24684"/>
                        </a:cubicBezTo>
                        <a:cubicBezTo>
                          <a:pt x="10675" y="30022"/>
                          <a:pt x="19348" y="30022"/>
                          <a:pt x="24685" y="24684"/>
                        </a:cubicBezTo>
                        <a:cubicBezTo>
                          <a:pt x="30022" y="19347"/>
                          <a:pt x="30022" y="10674"/>
                          <a:pt x="24685" y="5337"/>
                        </a:cubicBezTo>
                        <a:cubicBezTo>
                          <a:pt x="19348" y="0"/>
                          <a:pt x="10675" y="0"/>
                          <a:pt x="5338" y="5337"/>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9"/>
                  <p:cNvSpPr/>
                  <p:nvPr/>
                </p:nvSpPr>
                <p:spPr>
                  <a:xfrm>
                    <a:off x="4387475" y="3884050"/>
                    <a:ext cx="683850" cy="683850"/>
                  </a:xfrm>
                  <a:custGeom>
                    <a:rect b="b" l="l" r="r" t="t"/>
                    <a:pathLst>
                      <a:path extrusionOk="0" fill="none" h="27354" w="27354">
                        <a:moveTo>
                          <a:pt x="13677" y="1"/>
                        </a:moveTo>
                        <a:cubicBezTo>
                          <a:pt x="6105" y="1"/>
                          <a:pt x="0" y="6105"/>
                          <a:pt x="0" y="13677"/>
                        </a:cubicBezTo>
                        <a:cubicBezTo>
                          <a:pt x="0" y="21216"/>
                          <a:pt x="6105" y="27354"/>
                          <a:pt x="13677" y="27354"/>
                        </a:cubicBezTo>
                        <a:cubicBezTo>
                          <a:pt x="21215" y="27354"/>
                          <a:pt x="27353" y="21216"/>
                          <a:pt x="27353" y="13677"/>
                        </a:cubicBezTo>
                        <a:cubicBezTo>
                          <a:pt x="27353" y="6105"/>
                          <a:pt x="21215" y="1"/>
                          <a:pt x="13677" y="1"/>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9"/>
                  <p:cNvSpPr/>
                  <p:nvPr/>
                </p:nvSpPr>
                <p:spPr>
                  <a:xfrm>
                    <a:off x="4454175" y="3608850"/>
                    <a:ext cx="750575" cy="750575"/>
                  </a:xfrm>
                  <a:custGeom>
                    <a:rect b="b" l="l" r="r" t="t"/>
                    <a:pathLst>
                      <a:path extrusionOk="0" fill="none" h="30023" w="30023">
                        <a:moveTo>
                          <a:pt x="24685" y="5338"/>
                        </a:moveTo>
                        <a:cubicBezTo>
                          <a:pt x="19348" y="1"/>
                          <a:pt x="10675" y="1"/>
                          <a:pt x="5338" y="5338"/>
                        </a:cubicBezTo>
                        <a:cubicBezTo>
                          <a:pt x="1" y="10675"/>
                          <a:pt x="1" y="19348"/>
                          <a:pt x="5338" y="24685"/>
                        </a:cubicBezTo>
                        <a:cubicBezTo>
                          <a:pt x="10675" y="30022"/>
                          <a:pt x="19348" y="30022"/>
                          <a:pt x="24685" y="24685"/>
                        </a:cubicBezTo>
                        <a:cubicBezTo>
                          <a:pt x="30022" y="19348"/>
                          <a:pt x="30022" y="10675"/>
                          <a:pt x="24685" y="5338"/>
                        </a:cubicBez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9"/>
                  <p:cNvSpPr/>
                  <p:nvPr/>
                </p:nvSpPr>
                <p:spPr>
                  <a:xfrm>
                    <a:off x="5054625" y="3917425"/>
                    <a:ext cx="33375" cy="34200"/>
                  </a:xfrm>
                  <a:custGeom>
                    <a:rect b="b" l="l" r="r" t="t"/>
                    <a:pathLst>
                      <a:path extrusionOk="0" h="1368" w="1335">
                        <a:moveTo>
                          <a:pt x="667" y="0"/>
                        </a:moveTo>
                        <a:cubicBezTo>
                          <a:pt x="300" y="0"/>
                          <a:pt x="0" y="300"/>
                          <a:pt x="0" y="701"/>
                        </a:cubicBezTo>
                        <a:cubicBezTo>
                          <a:pt x="0" y="1067"/>
                          <a:pt x="300" y="1368"/>
                          <a:pt x="667" y="1368"/>
                        </a:cubicBezTo>
                        <a:cubicBezTo>
                          <a:pt x="1034" y="1368"/>
                          <a:pt x="1334" y="1067"/>
                          <a:pt x="1334" y="701"/>
                        </a:cubicBezTo>
                        <a:cubicBezTo>
                          <a:pt x="1334"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9"/>
                  <p:cNvSpPr/>
                  <p:nvPr/>
                </p:nvSpPr>
                <p:spPr>
                  <a:xfrm>
                    <a:off x="5054625" y="4500325"/>
                    <a:ext cx="33375" cy="33375"/>
                  </a:xfrm>
                  <a:custGeom>
                    <a:rect b="b" l="l" r="r" t="t"/>
                    <a:pathLst>
                      <a:path extrusionOk="0" h="1335"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9"/>
                  <p:cNvSpPr/>
                  <p:nvPr/>
                </p:nvSpPr>
                <p:spPr>
                  <a:xfrm>
                    <a:off x="5345650" y="4209300"/>
                    <a:ext cx="33375" cy="33375"/>
                  </a:xfrm>
                  <a:custGeom>
                    <a:rect b="b" l="l" r="r" t="t"/>
                    <a:pathLst>
                      <a:path extrusionOk="0" h="1335" w="1335">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9"/>
                  <p:cNvSpPr/>
                  <p:nvPr/>
                </p:nvSpPr>
                <p:spPr>
                  <a:xfrm>
                    <a:off x="4763575" y="4209300"/>
                    <a:ext cx="33375" cy="33375"/>
                  </a:xfrm>
                  <a:custGeom>
                    <a:rect b="b" l="l" r="r" t="t"/>
                    <a:pathLst>
                      <a:path extrusionOk="0" h="1335" w="1335">
                        <a:moveTo>
                          <a:pt x="668" y="0"/>
                        </a:moveTo>
                        <a:cubicBezTo>
                          <a:pt x="301" y="0"/>
                          <a:pt x="0" y="300"/>
                          <a:pt x="0" y="667"/>
                        </a:cubicBezTo>
                        <a:cubicBezTo>
                          <a:pt x="0" y="1034"/>
                          <a:pt x="301" y="1334"/>
                          <a:pt x="668" y="1334"/>
                        </a:cubicBezTo>
                        <a:cubicBezTo>
                          <a:pt x="1034" y="1334"/>
                          <a:pt x="1335" y="1034"/>
                          <a:pt x="1335" y="667"/>
                        </a:cubicBezTo>
                        <a:cubicBezTo>
                          <a:pt x="1335" y="300"/>
                          <a:pt x="1034"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9"/>
                  <p:cNvSpPr/>
                  <p:nvPr/>
                </p:nvSpPr>
                <p:spPr>
                  <a:xfrm>
                    <a:off x="5258925" y="4003300"/>
                    <a:ext cx="36725" cy="33400"/>
                  </a:xfrm>
                  <a:custGeom>
                    <a:rect b="b" l="l" r="r" t="t"/>
                    <a:pathLst>
                      <a:path extrusionOk="0" h="1336" w="1469">
                        <a:moveTo>
                          <a:pt x="734" y="1"/>
                        </a:moveTo>
                        <a:cubicBezTo>
                          <a:pt x="568" y="1"/>
                          <a:pt x="401" y="68"/>
                          <a:pt x="267" y="201"/>
                        </a:cubicBezTo>
                        <a:cubicBezTo>
                          <a:pt x="1" y="434"/>
                          <a:pt x="1" y="868"/>
                          <a:pt x="267" y="1135"/>
                        </a:cubicBezTo>
                        <a:cubicBezTo>
                          <a:pt x="401" y="1268"/>
                          <a:pt x="568" y="1335"/>
                          <a:pt x="734" y="1335"/>
                        </a:cubicBezTo>
                        <a:cubicBezTo>
                          <a:pt x="901" y="1335"/>
                          <a:pt x="1068" y="1268"/>
                          <a:pt x="1201" y="1135"/>
                        </a:cubicBezTo>
                        <a:cubicBezTo>
                          <a:pt x="1468" y="868"/>
                          <a:pt x="1468" y="434"/>
                          <a:pt x="1201" y="201"/>
                        </a:cubicBezTo>
                        <a:cubicBezTo>
                          <a:pt x="1068" y="68"/>
                          <a:pt x="901" y="1"/>
                          <a:pt x="7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9"/>
                  <p:cNvSpPr/>
                  <p:nvPr/>
                </p:nvSpPr>
                <p:spPr>
                  <a:xfrm>
                    <a:off x="4846975" y="4414425"/>
                    <a:ext cx="36700" cy="34225"/>
                  </a:xfrm>
                  <a:custGeom>
                    <a:rect b="b" l="l" r="r" t="t"/>
                    <a:pathLst>
                      <a:path extrusionOk="0" h="1369" w="1468">
                        <a:moveTo>
                          <a:pt x="746" y="1"/>
                        </a:moveTo>
                        <a:cubicBezTo>
                          <a:pt x="576" y="1"/>
                          <a:pt x="400" y="68"/>
                          <a:pt x="267" y="201"/>
                        </a:cubicBezTo>
                        <a:cubicBezTo>
                          <a:pt x="0" y="468"/>
                          <a:pt x="0" y="902"/>
                          <a:pt x="267" y="1168"/>
                        </a:cubicBezTo>
                        <a:cubicBezTo>
                          <a:pt x="400" y="1302"/>
                          <a:pt x="576" y="1369"/>
                          <a:pt x="746" y="1369"/>
                        </a:cubicBezTo>
                        <a:cubicBezTo>
                          <a:pt x="917" y="1369"/>
                          <a:pt x="1084" y="1302"/>
                          <a:pt x="1201" y="1168"/>
                        </a:cubicBezTo>
                        <a:cubicBezTo>
                          <a:pt x="1468" y="902"/>
                          <a:pt x="1468" y="468"/>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9"/>
                  <p:cNvSpPr/>
                  <p:nvPr/>
                </p:nvSpPr>
                <p:spPr>
                  <a:xfrm>
                    <a:off x="5260600" y="4414425"/>
                    <a:ext cx="33375" cy="34225"/>
                  </a:xfrm>
                  <a:custGeom>
                    <a:rect b="b" l="l" r="r" t="t"/>
                    <a:pathLst>
                      <a:path extrusionOk="0" h="1369" w="1335">
                        <a:moveTo>
                          <a:pt x="667" y="1"/>
                        </a:moveTo>
                        <a:cubicBezTo>
                          <a:pt x="300" y="1"/>
                          <a:pt x="0" y="301"/>
                          <a:pt x="0" y="701"/>
                        </a:cubicBezTo>
                        <a:cubicBezTo>
                          <a:pt x="0" y="1068"/>
                          <a:pt x="300" y="1369"/>
                          <a:pt x="667" y="1369"/>
                        </a:cubicBezTo>
                        <a:cubicBezTo>
                          <a:pt x="1034" y="1369"/>
                          <a:pt x="1335" y="1068"/>
                          <a:pt x="1335" y="701"/>
                        </a:cubicBezTo>
                        <a:cubicBezTo>
                          <a:pt x="1335"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9"/>
                  <p:cNvSpPr/>
                  <p:nvPr/>
                </p:nvSpPr>
                <p:spPr>
                  <a:xfrm>
                    <a:off x="4846975" y="4003300"/>
                    <a:ext cx="36700" cy="33400"/>
                  </a:xfrm>
                  <a:custGeom>
                    <a:rect b="b" l="l" r="r" t="t"/>
                    <a:pathLst>
                      <a:path extrusionOk="0" h="1336" w="1468">
                        <a:moveTo>
                          <a:pt x="746" y="1"/>
                        </a:moveTo>
                        <a:cubicBezTo>
                          <a:pt x="576" y="1"/>
                          <a:pt x="400" y="68"/>
                          <a:pt x="267" y="201"/>
                        </a:cubicBezTo>
                        <a:cubicBezTo>
                          <a:pt x="0" y="434"/>
                          <a:pt x="0" y="868"/>
                          <a:pt x="267" y="1135"/>
                        </a:cubicBezTo>
                        <a:cubicBezTo>
                          <a:pt x="400" y="1268"/>
                          <a:pt x="576" y="1335"/>
                          <a:pt x="746" y="1335"/>
                        </a:cubicBezTo>
                        <a:cubicBezTo>
                          <a:pt x="917" y="1335"/>
                          <a:pt x="1084" y="1268"/>
                          <a:pt x="1201" y="1135"/>
                        </a:cubicBezTo>
                        <a:cubicBezTo>
                          <a:pt x="1468" y="868"/>
                          <a:pt x="1468" y="434"/>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9"/>
                  <p:cNvSpPr/>
                  <p:nvPr/>
                </p:nvSpPr>
                <p:spPr>
                  <a:xfrm>
                    <a:off x="5581650" y="3661400"/>
                    <a:ext cx="56750" cy="51725"/>
                  </a:xfrm>
                  <a:custGeom>
                    <a:rect b="b" l="l" r="r" t="t"/>
                    <a:pathLst>
                      <a:path extrusionOk="0" h="2069" w="2270">
                        <a:moveTo>
                          <a:pt x="1135" y="0"/>
                        </a:moveTo>
                        <a:cubicBezTo>
                          <a:pt x="868" y="0"/>
                          <a:pt x="601" y="100"/>
                          <a:pt x="401" y="301"/>
                        </a:cubicBezTo>
                        <a:cubicBezTo>
                          <a:pt x="1" y="701"/>
                          <a:pt x="1" y="1368"/>
                          <a:pt x="401" y="1768"/>
                        </a:cubicBezTo>
                        <a:cubicBezTo>
                          <a:pt x="601" y="1968"/>
                          <a:pt x="868" y="2069"/>
                          <a:pt x="1135" y="2069"/>
                        </a:cubicBezTo>
                        <a:cubicBezTo>
                          <a:pt x="1402" y="2069"/>
                          <a:pt x="1669" y="1968"/>
                          <a:pt x="1869" y="1768"/>
                        </a:cubicBezTo>
                        <a:cubicBezTo>
                          <a:pt x="2269" y="1368"/>
                          <a:pt x="2269" y="701"/>
                          <a:pt x="1869" y="301"/>
                        </a:cubicBezTo>
                        <a:cubicBezTo>
                          <a:pt x="1669" y="100"/>
                          <a:pt x="1402" y="0"/>
                          <a:pt x="1135"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9"/>
                  <p:cNvSpPr/>
                  <p:nvPr/>
                </p:nvSpPr>
                <p:spPr>
                  <a:xfrm>
                    <a:off x="5806825" y="4200125"/>
                    <a:ext cx="51725" cy="51725"/>
                  </a:xfrm>
                  <a:custGeom>
                    <a:rect b="b" l="l" r="r" t="t"/>
                    <a:pathLst>
                      <a:path extrusionOk="0" h="2069" w="2069">
                        <a:moveTo>
                          <a:pt x="1034" y="0"/>
                        </a:moveTo>
                        <a:cubicBezTo>
                          <a:pt x="467" y="0"/>
                          <a:pt x="0" y="467"/>
                          <a:pt x="0" y="1034"/>
                        </a:cubicBezTo>
                        <a:cubicBezTo>
                          <a:pt x="0" y="1601"/>
                          <a:pt x="467" y="2068"/>
                          <a:pt x="1034" y="2068"/>
                        </a:cubicBezTo>
                        <a:cubicBezTo>
                          <a:pt x="1635" y="2068"/>
                          <a:pt x="2068" y="1601"/>
                          <a:pt x="2068" y="1034"/>
                        </a:cubicBezTo>
                        <a:cubicBezTo>
                          <a:pt x="2068" y="467"/>
                          <a:pt x="1635"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9"/>
                  <p:cNvSpPr/>
                  <p:nvPr/>
                </p:nvSpPr>
                <p:spPr>
                  <a:xfrm>
                    <a:off x="5581650" y="4738825"/>
                    <a:ext cx="56750" cy="51750"/>
                  </a:xfrm>
                  <a:custGeom>
                    <a:rect b="b" l="l" r="r" t="t"/>
                    <a:pathLst>
                      <a:path extrusionOk="0" h="2070" w="2270">
                        <a:moveTo>
                          <a:pt x="1135" y="1"/>
                        </a:moveTo>
                        <a:cubicBezTo>
                          <a:pt x="868" y="1"/>
                          <a:pt x="601" y="101"/>
                          <a:pt x="401" y="301"/>
                        </a:cubicBezTo>
                        <a:cubicBezTo>
                          <a:pt x="1" y="701"/>
                          <a:pt x="1" y="1335"/>
                          <a:pt x="401" y="1769"/>
                        </a:cubicBezTo>
                        <a:cubicBezTo>
                          <a:pt x="601" y="1969"/>
                          <a:pt x="868" y="2069"/>
                          <a:pt x="1135" y="2069"/>
                        </a:cubicBezTo>
                        <a:cubicBezTo>
                          <a:pt x="1402" y="2069"/>
                          <a:pt x="1669" y="1969"/>
                          <a:pt x="1869" y="1769"/>
                        </a:cubicBezTo>
                        <a:cubicBezTo>
                          <a:pt x="2269" y="1335"/>
                          <a:pt x="2269" y="701"/>
                          <a:pt x="1869" y="301"/>
                        </a:cubicBezTo>
                        <a:cubicBezTo>
                          <a:pt x="1669" y="101"/>
                          <a:pt x="1402" y="1"/>
                          <a:pt x="1135"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9"/>
                  <p:cNvSpPr/>
                  <p:nvPr/>
                </p:nvSpPr>
                <p:spPr>
                  <a:xfrm>
                    <a:off x="5045450" y="4961500"/>
                    <a:ext cx="51725" cy="51725"/>
                  </a:xfrm>
                  <a:custGeom>
                    <a:rect b="b" l="l" r="r" t="t"/>
                    <a:pathLst>
                      <a:path extrusionOk="0" h="2069" w="2069">
                        <a:moveTo>
                          <a:pt x="1034" y="0"/>
                        </a:moveTo>
                        <a:cubicBezTo>
                          <a:pt x="467" y="0"/>
                          <a:pt x="0" y="467"/>
                          <a:pt x="0" y="1034"/>
                        </a:cubicBezTo>
                        <a:cubicBezTo>
                          <a:pt x="0" y="1601"/>
                          <a:pt x="467" y="2068"/>
                          <a:pt x="1034" y="2068"/>
                        </a:cubicBezTo>
                        <a:cubicBezTo>
                          <a:pt x="1601" y="2068"/>
                          <a:pt x="2068" y="1601"/>
                          <a:pt x="2068" y="1034"/>
                        </a:cubicBezTo>
                        <a:cubicBezTo>
                          <a:pt x="2068" y="467"/>
                          <a:pt x="1601"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9"/>
                  <p:cNvSpPr/>
                  <p:nvPr/>
                </p:nvSpPr>
                <p:spPr>
                  <a:xfrm>
                    <a:off x="4504225" y="4738825"/>
                    <a:ext cx="56725" cy="51750"/>
                  </a:xfrm>
                  <a:custGeom>
                    <a:rect b="b" l="l" r="r" t="t"/>
                    <a:pathLst>
                      <a:path extrusionOk="0" h="2070" w="2269">
                        <a:moveTo>
                          <a:pt x="1134" y="1"/>
                        </a:moveTo>
                        <a:cubicBezTo>
                          <a:pt x="868" y="1"/>
                          <a:pt x="601" y="101"/>
                          <a:pt x="401" y="301"/>
                        </a:cubicBezTo>
                        <a:cubicBezTo>
                          <a:pt x="0" y="701"/>
                          <a:pt x="0" y="1335"/>
                          <a:pt x="401" y="1769"/>
                        </a:cubicBezTo>
                        <a:cubicBezTo>
                          <a:pt x="601" y="1969"/>
                          <a:pt x="868" y="2069"/>
                          <a:pt x="1134" y="2069"/>
                        </a:cubicBezTo>
                        <a:cubicBezTo>
                          <a:pt x="1401" y="2069"/>
                          <a:pt x="1668" y="1969"/>
                          <a:pt x="1868" y="1769"/>
                        </a:cubicBezTo>
                        <a:cubicBezTo>
                          <a:pt x="2269" y="1335"/>
                          <a:pt x="2269" y="701"/>
                          <a:pt x="1868" y="301"/>
                        </a:cubicBezTo>
                        <a:cubicBezTo>
                          <a:pt x="1668" y="101"/>
                          <a:pt x="1401" y="1"/>
                          <a:pt x="11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9"/>
                  <p:cNvSpPr/>
                  <p:nvPr/>
                </p:nvSpPr>
                <p:spPr>
                  <a:xfrm>
                    <a:off x="4284075" y="4200125"/>
                    <a:ext cx="51725" cy="51725"/>
                  </a:xfrm>
                  <a:custGeom>
                    <a:rect b="b" l="l" r="r" t="t"/>
                    <a:pathLst>
                      <a:path extrusionOk="0" h="2069" w="2069">
                        <a:moveTo>
                          <a:pt x="1034" y="0"/>
                        </a:moveTo>
                        <a:cubicBezTo>
                          <a:pt x="434" y="0"/>
                          <a:pt x="0" y="467"/>
                          <a:pt x="0" y="1034"/>
                        </a:cubicBezTo>
                        <a:cubicBezTo>
                          <a:pt x="0" y="1601"/>
                          <a:pt x="434" y="2068"/>
                          <a:pt x="1034" y="2068"/>
                        </a:cubicBezTo>
                        <a:cubicBezTo>
                          <a:pt x="1601" y="2068"/>
                          <a:pt x="2068" y="1601"/>
                          <a:pt x="2068" y="1034"/>
                        </a:cubicBezTo>
                        <a:cubicBezTo>
                          <a:pt x="2068" y="467"/>
                          <a:pt x="1601"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9"/>
                  <p:cNvSpPr/>
                  <p:nvPr/>
                </p:nvSpPr>
                <p:spPr>
                  <a:xfrm>
                    <a:off x="4504225" y="3661400"/>
                    <a:ext cx="56725" cy="51725"/>
                  </a:xfrm>
                  <a:custGeom>
                    <a:rect b="b" l="l" r="r" t="t"/>
                    <a:pathLst>
                      <a:path extrusionOk="0" h="2069" w="2269">
                        <a:moveTo>
                          <a:pt x="1134" y="0"/>
                        </a:moveTo>
                        <a:cubicBezTo>
                          <a:pt x="868" y="0"/>
                          <a:pt x="601" y="100"/>
                          <a:pt x="401" y="301"/>
                        </a:cubicBezTo>
                        <a:cubicBezTo>
                          <a:pt x="0" y="701"/>
                          <a:pt x="0" y="1368"/>
                          <a:pt x="401" y="1768"/>
                        </a:cubicBezTo>
                        <a:cubicBezTo>
                          <a:pt x="601" y="1968"/>
                          <a:pt x="868" y="2069"/>
                          <a:pt x="1134" y="2069"/>
                        </a:cubicBezTo>
                        <a:cubicBezTo>
                          <a:pt x="1401" y="2069"/>
                          <a:pt x="1668" y="1968"/>
                          <a:pt x="1868" y="1768"/>
                        </a:cubicBezTo>
                        <a:cubicBezTo>
                          <a:pt x="2269" y="1368"/>
                          <a:pt x="2269" y="701"/>
                          <a:pt x="1868" y="301"/>
                        </a:cubicBezTo>
                        <a:cubicBezTo>
                          <a:pt x="1668" y="100"/>
                          <a:pt x="1401" y="0"/>
                          <a:pt x="11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9"/>
                  <p:cNvSpPr/>
                  <p:nvPr/>
                </p:nvSpPr>
                <p:spPr>
                  <a:xfrm>
                    <a:off x="5054625" y="3716425"/>
                    <a:ext cx="33375" cy="33400"/>
                  </a:xfrm>
                  <a:custGeom>
                    <a:rect b="b" l="l" r="r" t="t"/>
                    <a:pathLst>
                      <a:path extrusionOk="0" h="1336" w="1335">
                        <a:moveTo>
                          <a:pt x="667" y="1"/>
                        </a:moveTo>
                        <a:cubicBezTo>
                          <a:pt x="300" y="1"/>
                          <a:pt x="0" y="301"/>
                          <a:pt x="0" y="668"/>
                        </a:cubicBezTo>
                        <a:cubicBezTo>
                          <a:pt x="0" y="1068"/>
                          <a:pt x="300" y="1335"/>
                          <a:pt x="667" y="1335"/>
                        </a:cubicBezTo>
                        <a:cubicBezTo>
                          <a:pt x="1034" y="1335"/>
                          <a:pt x="1334" y="1068"/>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9"/>
                  <p:cNvSpPr/>
                  <p:nvPr/>
                </p:nvSpPr>
                <p:spPr>
                  <a:xfrm>
                    <a:off x="5400700" y="3860700"/>
                    <a:ext cx="36700" cy="33400"/>
                  </a:xfrm>
                  <a:custGeom>
                    <a:rect b="b" l="l" r="r" t="t"/>
                    <a:pathLst>
                      <a:path extrusionOk="0" h="1336" w="1468">
                        <a:moveTo>
                          <a:pt x="751" y="1"/>
                        </a:moveTo>
                        <a:cubicBezTo>
                          <a:pt x="576" y="1"/>
                          <a:pt x="401" y="67"/>
                          <a:pt x="267" y="201"/>
                        </a:cubicBezTo>
                        <a:cubicBezTo>
                          <a:pt x="0" y="468"/>
                          <a:pt x="0" y="901"/>
                          <a:pt x="267" y="1135"/>
                        </a:cubicBezTo>
                        <a:cubicBezTo>
                          <a:pt x="401" y="1268"/>
                          <a:pt x="576" y="1335"/>
                          <a:pt x="751" y="1335"/>
                        </a:cubicBezTo>
                        <a:cubicBezTo>
                          <a:pt x="926" y="1335"/>
                          <a:pt x="1101" y="1268"/>
                          <a:pt x="1234" y="1135"/>
                        </a:cubicBezTo>
                        <a:cubicBezTo>
                          <a:pt x="1468" y="901"/>
                          <a:pt x="1468" y="468"/>
                          <a:pt x="1234" y="201"/>
                        </a:cubicBezTo>
                        <a:cubicBezTo>
                          <a:pt x="1101" y="67"/>
                          <a:pt x="926" y="1"/>
                          <a:pt x="751"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9"/>
                  <p:cNvSpPr/>
                  <p:nvPr/>
                </p:nvSpPr>
                <p:spPr>
                  <a:xfrm>
                    <a:off x="5546625" y="4209300"/>
                    <a:ext cx="33400" cy="33375"/>
                  </a:xfrm>
                  <a:custGeom>
                    <a:rect b="b" l="l" r="r" t="t"/>
                    <a:pathLst>
                      <a:path extrusionOk="0" h="1335" w="1336">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9"/>
                  <p:cNvSpPr/>
                  <p:nvPr/>
                </p:nvSpPr>
                <p:spPr>
                  <a:xfrm>
                    <a:off x="5400700" y="4557050"/>
                    <a:ext cx="36700" cy="33375"/>
                  </a:xfrm>
                  <a:custGeom>
                    <a:rect b="b" l="l" r="r" t="t"/>
                    <a:pathLst>
                      <a:path extrusionOk="0" h="1335" w="1468">
                        <a:moveTo>
                          <a:pt x="751" y="0"/>
                        </a:moveTo>
                        <a:cubicBezTo>
                          <a:pt x="576" y="0"/>
                          <a:pt x="401" y="67"/>
                          <a:pt x="267" y="200"/>
                        </a:cubicBezTo>
                        <a:cubicBezTo>
                          <a:pt x="0" y="467"/>
                          <a:pt x="0" y="867"/>
                          <a:pt x="267" y="1134"/>
                        </a:cubicBezTo>
                        <a:cubicBezTo>
                          <a:pt x="401" y="1268"/>
                          <a:pt x="576" y="1334"/>
                          <a:pt x="751" y="1334"/>
                        </a:cubicBezTo>
                        <a:cubicBezTo>
                          <a:pt x="926" y="1334"/>
                          <a:pt x="1101" y="1268"/>
                          <a:pt x="1234" y="1134"/>
                        </a:cubicBezTo>
                        <a:cubicBezTo>
                          <a:pt x="1468" y="867"/>
                          <a:pt x="1468" y="467"/>
                          <a:pt x="1234" y="200"/>
                        </a:cubicBezTo>
                        <a:cubicBezTo>
                          <a:pt x="1101" y="67"/>
                          <a:pt x="926" y="0"/>
                          <a:pt x="751"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9"/>
                  <p:cNvSpPr/>
                  <p:nvPr/>
                </p:nvSpPr>
                <p:spPr>
                  <a:xfrm>
                    <a:off x="5054625" y="4701300"/>
                    <a:ext cx="33375" cy="33400"/>
                  </a:xfrm>
                  <a:custGeom>
                    <a:rect b="b" l="l" r="r" t="t"/>
                    <a:pathLst>
                      <a:path extrusionOk="0" h="1336"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9"/>
                  <p:cNvSpPr/>
                  <p:nvPr/>
                </p:nvSpPr>
                <p:spPr>
                  <a:xfrm>
                    <a:off x="4705200" y="4557050"/>
                    <a:ext cx="36725" cy="33375"/>
                  </a:xfrm>
                  <a:custGeom>
                    <a:rect b="b" l="l" r="r" t="t"/>
                    <a:pathLst>
                      <a:path extrusionOk="0" h="1335" w="1469">
                        <a:moveTo>
                          <a:pt x="718" y="0"/>
                        </a:moveTo>
                        <a:cubicBezTo>
                          <a:pt x="542" y="0"/>
                          <a:pt x="367" y="67"/>
                          <a:pt x="234" y="200"/>
                        </a:cubicBezTo>
                        <a:cubicBezTo>
                          <a:pt x="0" y="467"/>
                          <a:pt x="0" y="867"/>
                          <a:pt x="234" y="1134"/>
                        </a:cubicBezTo>
                        <a:cubicBezTo>
                          <a:pt x="367" y="1268"/>
                          <a:pt x="542" y="1334"/>
                          <a:pt x="718" y="1334"/>
                        </a:cubicBezTo>
                        <a:cubicBezTo>
                          <a:pt x="893" y="1334"/>
                          <a:pt x="1068" y="1268"/>
                          <a:pt x="1201" y="1134"/>
                        </a:cubicBezTo>
                        <a:cubicBezTo>
                          <a:pt x="1468" y="867"/>
                          <a:pt x="1468" y="467"/>
                          <a:pt x="1201" y="200"/>
                        </a:cubicBezTo>
                        <a:cubicBezTo>
                          <a:pt x="1068" y="67"/>
                          <a:pt x="893" y="0"/>
                          <a:pt x="71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9"/>
                  <p:cNvSpPr/>
                  <p:nvPr/>
                </p:nvSpPr>
                <p:spPr>
                  <a:xfrm>
                    <a:off x="4562600" y="4209300"/>
                    <a:ext cx="33375" cy="33375"/>
                  </a:xfrm>
                  <a:custGeom>
                    <a:rect b="b" l="l" r="r" t="t"/>
                    <a:pathLst>
                      <a:path extrusionOk="0" h="1335" w="1335">
                        <a:moveTo>
                          <a:pt x="667" y="0"/>
                        </a:moveTo>
                        <a:cubicBezTo>
                          <a:pt x="301" y="0"/>
                          <a:pt x="0" y="300"/>
                          <a:pt x="0" y="667"/>
                        </a:cubicBezTo>
                        <a:cubicBezTo>
                          <a:pt x="0" y="1034"/>
                          <a:pt x="301" y="1334"/>
                          <a:pt x="667" y="1334"/>
                        </a:cubicBezTo>
                        <a:cubicBezTo>
                          <a:pt x="1034" y="1334"/>
                          <a:pt x="1335" y="1034"/>
                          <a:pt x="1335" y="667"/>
                        </a:cubicBezTo>
                        <a:cubicBezTo>
                          <a:pt x="1335"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9"/>
                  <p:cNvSpPr/>
                  <p:nvPr/>
                </p:nvSpPr>
                <p:spPr>
                  <a:xfrm>
                    <a:off x="4705200" y="3860700"/>
                    <a:ext cx="36725" cy="33600"/>
                  </a:xfrm>
                  <a:custGeom>
                    <a:rect b="b" l="l" r="r" t="t"/>
                    <a:pathLst>
                      <a:path extrusionOk="0" h="1344" w="1469">
                        <a:moveTo>
                          <a:pt x="718" y="1"/>
                        </a:moveTo>
                        <a:cubicBezTo>
                          <a:pt x="542" y="1"/>
                          <a:pt x="367" y="67"/>
                          <a:pt x="234" y="201"/>
                        </a:cubicBezTo>
                        <a:cubicBezTo>
                          <a:pt x="0" y="468"/>
                          <a:pt x="0" y="901"/>
                          <a:pt x="234" y="1168"/>
                        </a:cubicBezTo>
                        <a:cubicBezTo>
                          <a:pt x="367" y="1285"/>
                          <a:pt x="542" y="1343"/>
                          <a:pt x="718" y="1343"/>
                        </a:cubicBezTo>
                        <a:cubicBezTo>
                          <a:pt x="893" y="1343"/>
                          <a:pt x="1068" y="1285"/>
                          <a:pt x="1201" y="1168"/>
                        </a:cubicBezTo>
                        <a:cubicBezTo>
                          <a:pt x="1468" y="901"/>
                          <a:pt x="1468" y="468"/>
                          <a:pt x="1201" y="201"/>
                        </a:cubicBezTo>
                        <a:cubicBezTo>
                          <a:pt x="1068" y="67"/>
                          <a:pt x="893" y="1"/>
                          <a:pt x="71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46" name="Google Shape;1446;p59"/>
              <p:cNvSpPr/>
              <p:nvPr/>
            </p:nvSpPr>
            <p:spPr>
              <a:xfrm>
                <a:off x="1260966" y="1395567"/>
                <a:ext cx="71056" cy="71056"/>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9"/>
              <p:cNvSpPr/>
              <p:nvPr/>
            </p:nvSpPr>
            <p:spPr>
              <a:xfrm>
                <a:off x="1243774" y="1659900"/>
                <a:ext cx="105440" cy="105440"/>
              </a:xfrm>
              <a:custGeom>
                <a:rect b="b" l="l" r="r" t="t"/>
                <a:pathLst>
                  <a:path extrusionOk="0" h="4704" w="4704">
                    <a:moveTo>
                      <a:pt x="2335" y="0"/>
                    </a:moveTo>
                    <a:cubicBezTo>
                      <a:pt x="1034" y="0"/>
                      <a:pt x="0" y="1068"/>
                      <a:pt x="0" y="2335"/>
                    </a:cubicBezTo>
                    <a:cubicBezTo>
                      <a:pt x="0" y="3636"/>
                      <a:pt x="1034" y="4704"/>
                      <a:pt x="2335" y="4704"/>
                    </a:cubicBezTo>
                    <a:cubicBezTo>
                      <a:pt x="3636" y="4704"/>
                      <a:pt x="4704" y="3636"/>
                      <a:pt x="4704" y="2335"/>
                    </a:cubicBezTo>
                    <a:cubicBezTo>
                      <a:pt x="4704" y="1068"/>
                      <a:pt x="3636" y="0"/>
                      <a:pt x="2335"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9"/>
              <p:cNvSpPr/>
              <p:nvPr/>
            </p:nvSpPr>
            <p:spPr>
              <a:xfrm>
                <a:off x="1260966" y="4041227"/>
                <a:ext cx="71056" cy="71056"/>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9" name="Google Shape;1449;p59"/>
              <p:cNvCxnSpPr/>
              <p:nvPr/>
            </p:nvCxnSpPr>
            <p:spPr>
              <a:xfrm>
                <a:off x="1296499" y="1243069"/>
                <a:ext cx="0" cy="2993100"/>
              </a:xfrm>
              <a:prstGeom prst="straightConnector1">
                <a:avLst/>
              </a:prstGeom>
              <a:noFill/>
              <a:ln cap="flat" cmpd="sng" w="9525">
                <a:solidFill>
                  <a:srgbClr val="4B4F50"/>
                </a:solidFill>
                <a:prstDash val="solid"/>
                <a:round/>
                <a:headEnd len="med" w="med" type="oval"/>
                <a:tailEnd len="med" w="med" type="oval"/>
              </a:ln>
            </p:spPr>
          </p:cxnSp>
        </p:grpSp>
      </p:grpSp>
      <p:sp>
        <p:nvSpPr>
          <p:cNvPr id="1450" name="Google Shape;1450;p59"/>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7">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4" name="Shape 1454"/>
        <p:cNvGrpSpPr/>
        <p:nvPr/>
      </p:nvGrpSpPr>
      <p:grpSpPr>
        <a:xfrm>
          <a:off x="0" y="0"/>
          <a:ext cx="0" cy="0"/>
          <a:chOff x="0" y="0"/>
          <a:chExt cx="0" cy="0"/>
        </a:xfrm>
      </p:grpSpPr>
      <p:cxnSp>
        <p:nvCxnSpPr>
          <p:cNvPr id="1455" name="Google Shape;1455;p60"/>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456" name="Google Shape;1456;p60"/>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457" name="Google Shape;1457;p60"/>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0"/>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0">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460" name="Google Shape;1460;p60">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461" name="Google Shape;1461;p60"/>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462" name="Google Shape;1462;p60"/>
          <p:cNvSpPr txBox="1"/>
          <p:nvPr>
            <p:ph type="title"/>
          </p:nvPr>
        </p:nvSpPr>
        <p:spPr>
          <a:xfrm>
            <a:off x="720000" y="1870575"/>
            <a:ext cx="3627600" cy="48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MOCK UP</a:t>
            </a:r>
            <a:endParaRPr/>
          </a:p>
        </p:txBody>
      </p:sp>
      <p:sp>
        <p:nvSpPr>
          <p:cNvPr id="1463" name="Google Shape;1463;p60"/>
          <p:cNvSpPr txBox="1"/>
          <p:nvPr>
            <p:ph idx="1" type="subTitle"/>
          </p:nvPr>
        </p:nvSpPr>
        <p:spPr>
          <a:xfrm>
            <a:off x="720000" y="2799075"/>
            <a:ext cx="3627600" cy="10806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replace the image on the screen with your own work. Just delete this one, add yours and center it properly</a:t>
            </a:r>
            <a:endParaRPr/>
          </a:p>
        </p:txBody>
      </p:sp>
      <p:grpSp>
        <p:nvGrpSpPr>
          <p:cNvPr id="1464" name="Google Shape;1464;p60"/>
          <p:cNvGrpSpPr/>
          <p:nvPr/>
        </p:nvGrpSpPr>
        <p:grpSpPr>
          <a:xfrm>
            <a:off x="2070575" y="2462163"/>
            <a:ext cx="1394738" cy="379913"/>
            <a:chOff x="5166575" y="1723713"/>
            <a:chExt cx="1394738" cy="379913"/>
          </a:xfrm>
        </p:grpSpPr>
        <p:sp>
          <p:nvSpPr>
            <p:cNvPr id="1465" name="Google Shape;1465;p60"/>
            <p:cNvSpPr/>
            <p:nvPr/>
          </p:nvSpPr>
          <p:spPr>
            <a:xfrm>
              <a:off x="5298425" y="1931150"/>
              <a:ext cx="83400" cy="83400"/>
            </a:xfrm>
            <a:prstGeom prst="ellipse">
              <a:avLst/>
            </a:prstGeom>
            <a:solidFill>
              <a:schemeClr val="accent2"/>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0"/>
            <p:cNvSpPr/>
            <p:nvPr/>
          </p:nvSpPr>
          <p:spPr>
            <a:xfrm>
              <a:off x="5294425" y="1841300"/>
              <a:ext cx="83400" cy="83400"/>
            </a:xfrm>
            <a:prstGeom prst="ellipse">
              <a:avLst/>
            </a:prstGeom>
            <a:solidFill>
              <a:schemeClr val="accent2"/>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0"/>
            <p:cNvSpPr/>
            <p:nvPr/>
          </p:nvSpPr>
          <p:spPr>
            <a:xfrm>
              <a:off x="5348175" y="1886200"/>
              <a:ext cx="83400" cy="83400"/>
            </a:xfrm>
            <a:prstGeom prst="ellipse">
              <a:avLst/>
            </a:prstGeom>
            <a:solidFill>
              <a:schemeClr val="accent2"/>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0"/>
            <p:cNvSpPr/>
            <p:nvPr/>
          </p:nvSpPr>
          <p:spPr>
            <a:xfrm>
              <a:off x="5254350" y="1886200"/>
              <a:ext cx="83400" cy="83400"/>
            </a:xfrm>
            <a:prstGeom prst="ellipse">
              <a:avLst/>
            </a:prstGeom>
            <a:solidFill>
              <a:schemeClr val="accent2"/>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0"/>
            <p:cNvSpPr/>
            <p:nvPr/>
          </p:nvSpPr>
          <p:spPr>
            <a:xfrm>
              <a:off x="6221475" y="1802800"/>
              <a:ext cx="83400" cy="83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 name="Google Shape;1470;p60"/>
            <p:cNvGrpSpPr/>
            <p:nvPr/>
          </p:nvGrpSpPr>
          <p:grpSpPr>
            <a:xfrm>
              <a:off x="5166575" y="1723713"/>
              <a:ext cx="1394738" cy="379913"/>
              <a:chOff x="5179400" y="1722913"/>
              <a:chExt cx="1394738" cy="379913"/>
            </a:xfrm>
          </p:grpSpPr>
          <p:sp>
            <p:nvSpPr>
              <p:cNvPr id="1471" name="Google Shape;1471;p60"/>
              <p:cNvSpPr/>
              <p:nvPr/>
            </p:nvSpPr>
            <p:spPr>
              <a:xfrm flipH="1" rot="5400000">
                <a:off x="5939100" y="1326050"/>
                <a:ext cx="8700" cy="1204025"/>
              </a:xfrm>
              <a:custGeom>
                <a:rect b="b" l="l" r="r" t="t"/>
                <a:pathLst>
                  <a:path extrusionOk="0" h="48161" w="348">
                    <a:moveTo>
                      <a:pt x="0" y="1"/>
                    </a:moveTo>
                    <a:lnTo>
                      <a:pt x="0" y="48161"/>
                    </a:lnTo>
                    <a:lnTo>
                      <a:pt x="348" y="48161"/>
                    </a:lnTo>
                    <a:lnTo>
                      <a:pt x="348" y="1"/>
                    </a:ln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0"/>
              <p:cNvSpPr/>
              <p:nvPr/>
            </p:nvSpPr>
            <p:spPr>
              <a:xfrm flipH="1" rot="5400000">
                <a:off x="6321138" y="1909238"/>
                <a:ext cx="37650" cy="37650"/>
              </a:xfrm>
              <a:custGeom>
                <a:rect b="b" l="l" r="r" t="t"/>
                <a:pathLst>
                  <a:path extrusionOk="0" h="1506" w="1506">
                    <a:moveTo>
                      <a:pt x="753" y="1"/>
                    </a:moveTo>
                    <a:cubicBezTo>
                      <a:pt x="348" y="1"/>
                      <a:pt x="1" y="348"/>
                      <a:pt x="1" y="753"/>
                    </a:cubicBezTo>
                    <a:cubicBezTo>
                      <a:pt x="1" y="1158"/>
                      <a:pt x="348" y="1506"/>
                      <a:pt x="753" y="1506"/>
                    </a:cubicBezTo>
                    <a:cubicBezTo>
                      <a:pt x="1187" y="1506"/>
                      <a:pt x="1506" y="1158"/>
                      <a:pt x="1506" y="753"/>
                    </a:cubicBezTo>
                    <a:cubicBezTo>
                      <a:pt x="1506" y="348"/>
                      <a:pt x="1187" y="1"/>
                      <a:pt x="753"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0"/>
              <p:cNvSpPr/>
              <p:nvPr/>
            </p:nvSpPr>
            <p:spPr>
              <a:xfrm flipH="1" rot="5400000">
                <a:off x="5814638" y="1909238"/>
                <a:ext cx="37650" cy="37650"/>
              </a:xfrm>
              <a:custGeom>
                <a:rect b="b" l="l" r="r" t="t"/>
                <a:pathLst>
                  <a:path extrusionOk="0" h="1506" w="1506">
                    <a:moveTo>
                      <a:pt x="753" y="1"/>
                    </a:moveTo>
                    <a:cubicBezTo>
                      <a:pt x="348" y="1"/>
                      <a:pt x="1" y="319"/>
                      <a:pt x="1" y="753"/>
                    </a:cubicBezTo>
                    <a:cubicBezTo>
                      <a:pt x="1" y="1158"/>
                      <a:pt x="348" y="1506"/>
                      <a:pt x="753" y="1506"/>
                    </a:cubicBezTo>
                    <a:cubicBezTo>
                      <a:pt x="1187" y="1506"/>
                      <a:pt x="1506" y="1158"/>
                      <a:pt x="1506" y="753"/>
                    </a:cubicBezTo>
                    <a:cubicBezTo>
                      <a:pt x="1506" y="319"/>
                      <a:pt x="1187" y="1"/>
                      <a:pt x="753"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0"/>
              <p:cNvSpPr/>
              <p:nvPr/>
            </p:nvSpPr>
            <p:spPr>
              <a:xfrm flipH="1" rot="5400000">
                <a:off x="5715513" y="1909238"/>
                <a:ext cx="37650" cy="37650"/>
              </a:xfrm>
              <a:custGeom>
                <a:rect b="b" l="l" r="r" t="t"/>
                <a:pathLst>
                  <a:path extrusionOk="0" h="1506" w="1506">
                    <a:moveTo>
                      <a:pt x="753" y="1"/>
                    </a:moveTo>
                    <a:cubicBezTo>
                      <a:pt x="348" y="1"/>
                      <a:pt x="1" y="319"/>
                      <a:pt x="1" y="753"/>
                    </a:cubicBezTo>
                    <a:cubicBezTo>
                      <a:pt x="1" y="1158"/>
                      <a:pt x="348" y="1506"/>
                      <a:pt x="753" y="1506"/>
                    </a:cubicBezTo>
                    <a:cubicBezTo>
                      <a:pt x="1187" y="1506"/>
                      <a:pt x="1506" y="1158"/>
                      <a:pt x="1506" y="753"/>
                    </a:cubicBezTo>
                    <a:cubicBezTo>
                      <a:pt x="1506" y="319"/>
                      <a:pt x="1187" y="1"/>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0"/>
              <p:cNvSpPr/>
              <p:nvPr/>
            </p:nvSpPr>
            <p:spPr>
              <a:xfrm flipH="1" rot="5400000">
                <a:off x="5913763" y="1912138"/>
                <a:ext cx="37650" cy="37650"/>
              </a:xfrm>
              <a:custGeom>
                <a:rect b="b" l="l" r="r" t="t"/>
                <a:pathLst>
                  <a:path extrusionOk="0" h="1506" w="1506">
                    <a:moveTo>
                      <a:pt x="753" y="0"/>
                    </a:moveTo>
                    <a:cubicBezTo>
                      <a:pt x="348" y="0"/>
                      <a:pt x="1" y="348"/>
                      <a:pt x="1" y="753"/>
                    </a:cubicBezTo>
                    <a:cubicBezTo>
                      <a:pt x="1" y="1158"/>
                      <a:pt x="348" y="1505"/>
                      <a:pt x="753" y="1505"/>
                    </a:cubicBezTo>
                    <a:cubicBezTo>
                      <a:pt x="1187" y="1505"/>
                      <a:pt x="1506" y="1158"/>
                      <a:pt x="1506" y="753"/>
                    </a:cubicBezTo>
                    <a:cubicBezTo>
                      <a:pt x="1506" y="348"/>
                      <a:pt x="1187" y="0"/>
                      <a:pt x="753"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0"/>
              <p:cNvSpPr/>
              <p:nvPr/>
            </p:nvSpPr>
            <p:spPr>
              <a:xfrm flipH="1" rot="5400000">
                <a:off x="5590338" y="1749700"/>
                <a:ext cx="353125" cy="353125"/>
              </a:xfrm>
              <a:custGeom>
                <a:rect b="b" l="l" r="r" t="t"/>
                <a:pathLst>
                  <a:path extrusionOk="0" h="14125" w="14125">
                    <a:moveTo>
                      <a:pt x="7062" y="0"/>
                    </a:moveTo>
                    <a:cubicBezTo>
                      <a:pt x="3184" y="0"/>
                      <a:pt x="0" y="3155"/>
                      <a:pt x="0" y="7062"/>
                    </a:cubicBezTo>
                    <a:cubicBezTo>
                      <a:pt x="0" y="10969"/>
                      <a:pt x="3184" y="14124"/>
                      <a:pt x="7062" y="14124"/>
                    </a:cubicBezTo>
                    <a:cubicBezTo>
                      <a:pt x="8307" y="14124"/>
                      <a:pt x="9436" y="13806"/>
                      <a:pt x="10449" y="13256"/>
                    </a:cubicBezTo>
                    <a:cubicBezTo>
                      <a:pt x="10391" y="13169"/>
                      <a:pt x="10362" y="13053"/>
                      <a:pt x="10304" y="12938"/>
                    </a:cubicBezTo>
                    <a:cubicBezTo>
                      <a:pt x="9349" y="13487"/>
                      <a:pt x="8249" y="13777"/>
                      <a:pt x="7062" y="13777"/>
                    </a:cubicBezTo>
                    <a:cubicBezTo>
                      <a:pt x="3358" y="13777"/>
                      <a:pt x="348" y="10767"/>
                      <a:pt x="348" y="7062"/>
                    </a:cubicBezTo>
                    <a:cubicBezTo>
                      <a:pt x="348" y="3358"/>
                      <a:pt x="3358" y="348"/>
                      <a:pt x="7062" y="348"/>
                    </a:cubicBezTo>
                    <a:cubicBezTo>
                      <a:pt x="10767" y="348"/>
                      <a:pt x="13748" y="3329"/>
                      <a:pt x="13777" y="7004"/>
                    </a:cubicBezTo>
                    <a:lnTo>
                      <a:pt x="14124" y="7004"/>
                    </a:lnTo>
                    <a:cubicBezTo>
                      <a:pt x="14124" y="3126"/>
                      <a:pt x="10941" y="0"/>
                      <a:pt x="7062"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0"/>
              <p:cNvSpPr/>
              <p:nvPr/>
            </p:nvSpPr>
            <p:spPr>
              <a:xfrm flipH="1" rot="5400000">
                <a:off x="5206900" y="1695413"/>
                <a:ext cx="88300" cy="143300"/>
              </a:xfrm>
              <a:custGeom>
                <a:rect b="b" l="l" r="r" t="t"/>
                <a:pathLst>
                  <a:path extrusionOk="0" h="5732" w="3532">
                    <a:moveTo>
                      <a:pt x="3155" y="1"/>
                    </a:moveTo>
                    <a:cubicBezTo>
                      <a:pt x="3068" y="2287"/>
                      <a:pt x="1824" y="4255"/>
                      <a:pt x="0" y="5413"/>
                    </a:cubicBezTo>
                    <a:cubicBezTo>
                      <a:pt x="58" y="5500"/>
                      <a:pt x="87" y="5616"/>
                      <a:pt x="145" y="5732"/>
                    </a:cubicBezTo>
                    <a:cubicBezTo>
                      <a:pt x="2084" y="4545"/>
                      <a:pt x="3416" y="2432"/>
                      <a:pt x="3531"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0"/>
              <p:cNvSpPr/>
              <p:nvPr/>
            </p:nvSpPr>
            <p:spPr>
              <a:xfrm flipH="1" rot="5400000">
                <a:off x="5601475" y="1817700"/>
                <a:ext cx="37650" cy="38375"/>
              </a:xfrm>
              <a:custGeom>
                <a:rect b="b" l="l" r="r" t="t"/>
                <a:pathLst>
                  <a:path extrusionOk="0" h="1535" w="1506">
                    <a:moveTo>
                      <a:pt x="753" y="1"/>
                    </a:moveTo>
                    <a:cubicBezTo>
                      <a:pt x="348" y="1"/>
                      <a:pt x="1" y="348"/>
                      <a:pt x="1" y="753"/>
                    </a:cubicBezTo>
                    <a:cubicBezTo>
                      <a:pt x="1" y="1188"/>
                      <a:pt x="348" y="1535"/>
                      <a:pt x="753" y="1535"/>
                    </a:cubicBezTo>
                    <a:cubicBezTo>
                      <a:pt x="1187" y="1535"/>
                      <a:pt x="1506" y="1188"/>
                      <a:pt x="1506" y="753"/>
                    </a:cubicBezTo>
                    <a:cubicBezTo>
                      <a:pt x="1506" y="348"/>
                      <a:pt x="1158" y="1"/>
                      <a:pt x="753"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0"/>
              <p:cNvSpPr/>
              <p:nvPr/>
            </p:nvSpPr>
            <p:spPr>
              <a:xfrm flipH="1" rot="5400000">
                <a:off x="6230688" y="1818063"/>
                <a:ext cx="218550" cy="218550"/>
              </a:xfrm>
              <a:custGeom>
                <a:rect b="b" l="l" r="r" t="t"/>
                <a:pathLst>
                  <a:path extrusionOk="0" h="8742" w="8742">
                    <a:moveTo>
                      <a:pt x="4371" y="348"/>
                    </a:moveTo>
                    <a:cubicBezTo>
                      <a:pt x="6600" y="348"/>
                      <a:pt x="8394" y="2143"/>
                      <a:pt x="8394" y="4371"/>
                    </a:cubicBezTo>
                    <a:cubicBezTo>
                      <a:pt x="8394" y="6600"/>
                      <a:pt x="6600" y="8394"/>
                      <a:pt x="4371" y="8394"/>
                    </a:cubicBezTo>
                    <a:cubicBezTo>
                      <a:pt x="2142" y="8394"/>
                      <a:pt x="348" y="6600"/>
                      <a:pt x="348" y="4371"/>
                    </a:cubicBezTo>
                    <a:cubicBezTo>
                      <a:pt x="348" y="2143"/>
                      <a:pt x="2142" y="348"/>
                      <a:pt x="4371" y="348"/>
                    </a:cubicBezTo>
                    <a:close/>
                    <a:moveTo>
                      <a:pt x="4371" y="1"/>
                    </a:moveTo>
                    <a:cubicBezTo>
                      <a:pt x="1969" y="1"/>
                      <a:pt x="1" y="1940"/>
                      <a:pt x="1" y="4371"/>
                    </a:cubicBezTo>
                    <a:cubicBezTo>
                      <a:pt x="1" y="6774"/>
                      <a:pt x="1940" y="8742"/>
                      <a:pt x="4371" y="8742"/>
                    </a:cubicBezTo>
                    <a:cubicBezTo>
                      <a:pt x="6773" y="8742"/>
                      <a:pt x="8741" y="6774"/>
                      <a:pt x="8741" y="4371"/>
                    </a:cubicBezTo>
                    <a:cubicBezTo>
                      <a:pt x="8741" y="1969"/>
                      <a:pt x="6773" y="1"/>
                      <a:pt x="4371"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0"/>
              <p:cNvSpPr/>
              <p:nvPr/>
            </p:nvSpPr>
            <p:spPr>
              <a:xfrm flipH="1" rot="5400000">
                <a:off x="6233950" y="1801075"/>
                <a:ext cx="85400" cy="84675"/>
              </a:xfrm>
              <a:custGeom>
                <a:rect b="b" l="l" r="r" t="t"/>
                <a:pathLst>
                  <a:path extrusionOk="0" h="3387" w="3416">
                    <a:moveTo>
                      <a:pt x="1708" y="377"/>
                    </a:moveTo>
                    <a:cubicBezTo>
                      <a:pt x="2461" y="377"/>
                      <a:pt x="3040" y="985"/>
                      <a:pt x="3040" y="1737"/>
                    </a:cubicBezTo>
                    <a:cubicBezTo>
                      <a:pt x="3011" y="2461"/>
                      <a:pt x="2432" y="3040"/>
                      <a:pt x="1679" y="3040"/>
                    </a:cubicBezTo>
                    <a:cubicBezTo>
                      <a:pt x="1303" y="3040"/>
                      <a:pt x="985" y="2895"/>
                      <a:pt x="724" y="2634"/>
                    </a:cubicBezTo>
                    <a:cubicBezTo>
                      <a:pt x="464" y="2374"/>
                      <a:pt x="348" y="2027"/>
                      <a:pt x="348" y="1679"/>
                    </a:cubicBezTo>
                    <a:cubicBezTo>
                      <a:pt x="377" y="956"/>
                      <a:pt x="956" y="377"/>
                      <a:pt x="1708" y="377"/>
                    </a:cubicBezTo>
                    <a:close/>
                    <a:moveTo>
                      <a:pt x="1679" y="1"/>
                    </a:moveTo>
                    <a:cubicBezTo>
                      <a:pt x="782" y="1"/>
                      <a:pt x="30" y="753"/>
                      <a:pt x="1" y="1679"/>
                    </a:cubicBezTo>
                    <a:cubicBezTo>
                      <a:pt x="1" y="2113"/>
                      <a:pt x="174" y="2548"/>
                      <a:pt x="464" y="2866"/>
                    </a:cubicBezTo>
                    <a:cubicBezTo>
                      <a:pt x="782" y="3213"/>
                      <a:pt x="1216" y="3387"/>
                      <a:pt x="1651" y="3387"/>
                    </a:cubicBezTo>
                    <a:lnTo>
                      <a:pt x="1679" y="3387"/>
                    </a:lnTo>
                    <a:cubicBezTo>
                      <a:pt x="2606" y="3387"/>
                      <a:pt x="3358" y="2663"/>
                      <a:pt x="3387" y="1737"/>
                    </a:cubicBezTo>
                    <a:cubicBezTo>
                      <a:pt x="3416" y="811"/>
                      <a:pt x="2663" y="30"/>
                      <a:pt x="1679"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0"/>
              <p:cNvSpPr/>
              <p:nvPr/>
            </p:nvSpPr>
            <p:spPr>
              <a:xfrm flipH="1" rot="5400000">
                <a:off x="6363450" y="1967475"/>
                <a:ext cx="85425" cy="84700"/>
              </a:xfrm>
              <a:custGeom>
                <a:rect b="b" l="l" r="r" t="t"/>
                <a:pathLst>
                  <a:path extrusionOk="0" h="3388" w="3417">
                    <a:moveTo>
                      <a:pt x="1709" y="348"/>
                    </a:moveTo>
                    <a:cubicBezTo>
                      <a:pt x="2461" y="377"/>
                      <a:pt x="3040" y="985"/>
                      <a:pt x="3040" y="1709"/>
                    </a:cubicBezTo>
                    <a:cubicBezTo>
                      <a:pt x="3011" y="2432"/>
                      <a:pt x="2432" y="3040"/>
                      <a:pt x="1709" y="3040"/>
                    </a:cubicBezTo>
                    <a:lnTo>
                      <a:pt x="1709" y="3214"/>
                    </a:lnTo>
                    <a:lnTo>
                      <a:pt x="1680" y="3040"/>
                    </a:lnTo>
                    <a:cubicBezTo>
                      <a:pt x="1303" y="3040"/>
                      <a:pt x="985" y="2895"/>
                      <a:pt x="725" y="2635"/>
                    </a:cubicBezTo>
                    <a:cubicBezTo>
                      <a:pt x="493" y="2374"/>
                      <a:pt x="348" y="2027"/>
                      <a:pt x="348" y="1680"/>
                    </a:cubicBezTo>
                    <a:cubicBezTo>
                      <a:pt x="377" y="956"/>
                      <a:pt x="956" y="348"/>
                      <a:pt x="1709" y="348"/>
                    </a:cubicBezTo>
                    <a:close/>
                    <a:moveTo>
                      <a:pt x="1709" y="1"/>
                    </a:moveTo>
                    <a:cubicBezTo>
                      <a:pt x="782" y="1"/>
                      <a:pt x="30" y="753"/>
                      <a:pt x="1" y="1651"/>
                    </a:cubicBezTo>
                    <a:cubicBezTo>
                      <a:pt x="1" y="2114"/>
                      <a:pt x="175" y="2548"/>
                      <a:pt x="464" y="2866"/>
                    </a:cubicBezTo>
                    <a:cubicBezTo>
                      <a:pt x="782" y="3185"/>
                      <a:pt x="1217" y="3387"/>
                      <a:pt x="1651" y="3387"/>
                    </a:cubicBezTo>
                    <a:lnTo>
                      <a:pt x="1709" y="3387"/>
                    </a:lnTo>
                    <a:cubicBezTo>
                      <a:pt x="2606" y="3387"/>
                      <a:pt x="3358" y="2635"/>
                      <a:pt x="3387" y="1737"/>
                    </a:cubicBezTo>
                    <a:cubicBezTo>
                      <a:pt x="3416" y="782"/>
                      <a:pt x="2664" y="30"/>
                      <a:pt x="1709"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0"/>
              <p:cNvSpPr/>
              <p:nvPr/>
            </p:nvSpPr>
            <p:spPr>
              <a:xfrm flipH="1" rot="5400000">
                <a:off x="5192463" y="1768863"/>
                <a:ext cx="316950" cy="316950"/>
              </a:xfrm>
              <a:custGeom>
                <a:rect b="b" l="l" r="r" t="t"/>
                <a:pathLst>
                  <a:path extrusionOk="0" fill="none" h="12678" w="12678">
                    <a:moveTo>
                      <a:pt x="12678" y="6339"/>
                    </a:moveTo>
                    <a:cubicBezTo>
                      <a:pt x="12678" y="9841"/>
                      <a:pt x="9841" y="12677"/>
                      <a:pt x="6339" y="12677"/>
                    </a:cubicBezTo>
                    <a:cubicBezTo>
                      <a:pt x="2837" y="12677"/>
                      <a:pt x="1" y="9841"/>
                      <a:pt x="1" y="6339"/>
                    </a:cubicBezTo>
                    <a:cubicBezTo>
                      <a:pt x="1" y="2837"/>
                      <a:pt x="2837" y="0"/>
                      <a:pt x="6339" y="0"/>
                    </a:cubicBezTo>
                    <a:cubicBezTo>
                      <a:pt x="9841" y="0"/>
                      <a:pt x="12678" y="2837"/>
                      <a:pt x="12678" y="6339"/>
                    </a:cubicBezTo>
                    <a:close/>
                  </a:path>
                </a:pathLst>
              </a:custGeom>
              <a:solidFill>
                <a:srgbClr val="4B4F50"/>
              </a:solidFill>
              <a:ln cap="flat" cmpd="sng" w="9525">
                <a:solidFill>
                  <a:srgbClr val="4B4F50"/>
                </a:solidFill>
                <a:prstDash val="solid"/>
                <a:miter lim="289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0"/>
              <p:cNvSpPr/>
              <p:nvPr/>
            </p:nvSpPr>
            <p:spPr>
              <a:xfrm>
                <a:off x="5218425" y="1857513"/>
                <a:ext cx="138225" cy="137500"/>
              </a:xfrm>
              <a:custGeom>
                <a:rect b="b" l="l" r="r" t="t"/>
                <a:pathLst>
                  <a:path extrusionOk="0" h="5500" w="5529">
                    <a:moveTo>
                      <a:pt x="2808" y="347"/>
                    </a:moveTo>
                    <a:cubicBezTo>
                      <a:pt x="4140" y="376"/>
                      <a:pt x="5182" y="1476"/>
                      <a:pt x="5153" y="2808"/>
                    </a:cubicBezTo>
                    <a:cubicBezTo>
                      <a:pt x="5124" y="4081"/>
                      <a:pt x="4053" y="5123"/>
                      <a:pt x="2779" y="5123"/>
                    </a:cubicBezTo>
                    <a:lnTo>
                      <a:pt x="2721" y="5123"/>
                    </a:lnTo>
                    <a:cubicBezTo>
                      <a:pt x="1390" y="5123"/>
                      <a:pt x="348" y="4023"/>
                      <a:pt x="377" y="2692"/>
                    </a:cubicBezTo>
                    <a:cubicBezTo>
                      <a:pt x="406" y="1418"/>
                      <a:pt x="1477" y="347"/>
                      <a:pt x="2779" y="347"/>
                    </a:cubicBezTo>
                    <a:close/>
                    <a:moveTo>
                      <a:pt x="2779" y="0"/>
                    </a:moveTo>
                    <a:cubicBezTo>
                      <a:pt x="1274" y="0"/>
                      <a:pt x="59" y="1216"/>
                      <a:pt x="30" y="2692"/>
                    </a:cubicBezTo>
                    <a:cubicBezTo>
                      <a:pt x="1" y="4197"/>
                      <a:pt x="1216" y="5470"/>
                      <a:pt x="2721" y="5499"/>
                    </a:cubicBezTo>
                    <a:lnTo>
                      <a:pt x="2779" y="5499"/>
                    </a:lnTo>
                    <a:cubicBezTo>
                      <a:pt x="4255" y="5499"/>
                      <a:pt x="5471" y="4284"/>
                      <a:pt x="5500" y="2808"/>
                    </a:cubicBezTo>
                    <a:cubicBezTo>
                      <a:pt x="5529" y="1303"/>
                      <a:pt x="4342" y="29"/>
                      <a:pt x="2808"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0"/>
              <p:cNvSpPr/>
              <p:nvPr/>
            </p:nvSpPr>
            <p:spPr>
              <a:xfrm>
                <a:off x="5275838" y="1923725"/>
                <a:ext cx="138225" cy="137500"/>
              </a:xfrm>
              <a:custGeom>
                <a:rect b="b" l="l" r="r" t="t"/>
                <a:pathLst>
                  <a:path extrusionOk="0" h="5500" w="5529">
                    <a:moveTo>
                      <a:pt x="2808" y="347"/>
                    </a:moveTo>
                    <a:cubicBezTo>
                      <a:pt x="4140" y="376"/>
                      <a:pt x="5182" y="1476"/>
                      <a:pt x="5153" y="2808"/>
                    </a:cubicBezTo>
                    <a:cubicBezTo>
                      <a:pt x="5124" y="4081"/>
                      <a:pt x="4053" y="5123"/>
                      <a:pt x="2779" y="5123"/>
                    </a:cubicBezTo>
                    <a:lnTo>
                      <a:pt x="2721" y="5123"/>
                    </a:lnTo>
                    <a:cubicBezTo>
                      <a:pt x="1390" y="5123"/>
                      <a:pt x="348" y="4023"/>
                      <a:pt x="377" y="2692"/>
                    </a:cubicBezTo>
                    <a:cubicBezTo>
                      <a:pt x="406" y="1418"/>
                      <a:pt x="1477" y="347"/>
                      <a:pt x="2779" y="347"/>
                    </a:cubicBezTo>
                    <a:close/>
                    <a:moveTo>
                      <a:pt x="2779" y="0"/>
                    </a:moveTo>
                    <a:cubicBezTo>
                      <a:pt x="1274" y="0"/>
                      <a:pt x="59" y="1216"/>
                      <a:pt x="30" y="2692"/>
                    </a:cubicBezTo>
                    <a:cubicBezTo>
                      <a:pt x="1" y="4197"/>
                      <a:pt x="1216" y="5470"/>
                      <a:pt x="2721" y="5499"/>
                    </a:cubicBezTo>
                    <a:lnTo>
                      <a:pt x="2779" y="5499"/>
                    </a:lnTo>
                    <a:cubicBezTo>
                      <a:pt x="4255" y="5499"/>
                      <a:pt x="5471" y="4284"/>
                      <a:pt x="5500" y="2808"/>
                    </a:cubicBezTo>
                    <a:cubicBezTo>
                      <a:pt x="5529" y="1303"/>
                      <a:pt x="4342" y="29"/>
                      <a:pt x="2808"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0"/>
              <p:cNvSpPr/>
              <p:nvPr/>
            </p:nvSpPr>
            <p:spPr>
              <a:xfrm>
                <a:off x="5272963" y="2006925"/>
                <a:ext cx="37650" cy="37650"/>
              </a:xfrm>
              <a:custGeom>
                <a:rect b="b" l="l" r="r" t="t"/>
                <a:pathLst>
                  <a:path extrusionOk="0" h="1506" w="1506">
                    <a:moveTo>
                      <a:pt x="753" y="1"/>
                    </a:moveTo>
                    <a:cubicBezTo>
                      <a:pt x="347" y="1"/>
                      <a:pt x="0" y="348"/>
                      <a:pt x="0" y="753"/>
                    </a:cubicBezTo>
                    <a:cubicBezTo>
                      <a:pt x="0" y="1187"/>
                      <a:pt x="347" y="1506"/>
                      <a:pt x="753" y="1506"/>
                    </a:cubicBezTo>
                    <a:cubicBezTo>
                      <a:pt x="1187" y="1506"/>
                      <a:pt x="1505" y="1187"/>
                      <a:pt x="1505" y="753"/>
                    </a:cubicBezTo>
                    <a:cubicBezTo>
                      <a:pt x="1505" y="348"/>
                      <a:pt x="1187" y="1"/>
                      <a:pt x="753"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0"/>
              <p:cNvSpPr/>
              <p:nvPr/>
            </p:nvSpPr>
            <p:spPr>
              <a:xfrm>
                <a:off x="5275838" y="1793825"/>
                <a:ext cx="138225" cy="137500"/>
              </a:xfrm>
              <a:custGeom>
                <a:rect b="b" l="l" r="r" t="t"/>
                <a:pathLst>
                  <a:path extrusionOk="0" h="5500" w="5529">
                    <a:moveTo>
                      <a:pt x="2808" y="347"/>
                    </a:moveTo>
                    <a:cubicBezTo>
                      <a:pt x="4140" y="376"/>
                      <a:pt x="5182" y="1476"/>
                      <a:pt x="5153" y="2808"/>
                    </a:cubicBezTo>
                    <a:cubicBezTo>
                      <a:pt x="5124" y="4081"/>
                      <a:pt x="4053" y="5123"/>
                      <a:pt x="2779" y="5123"/>
                    </a:cubicBezTo>
                    <a:lnTo>
                      <a:pt x="2721" y="5123"/>
                    </a:lnTo>
                    <a:cubicBezTo>
                      <a:pt x="1390" y="5123"/>
                      <a:pt x="348" y="4023"/>
                      <a:pt x="377" y="2692"/>
                    </a:cubicBezTo>
                    <a:cubicBezTo>
                      <a:pt x="406" y="1418"/>
                      <a:pt x="1477" y="347"/>
                      <a:pt x="2779" y="347"/>
                    </a:cubicBezTo>
                    <a:close/>
                    <a:moveTo>
                      <a:pt x="2779" y="0"/>
                    </a:moveTo>
                    <a:cubicBezTo>
                      <a:pt x="1274" y="0"/>
                      <a:pt x="59" y="1216"/>
                      <a:pt x="30" y="2692"/>
                    </a:cubicBezTo>
                    <a:cubicBezTo>
                      <a:pt x="1" y="4197"/>
                      <a:pt x="1216" y="5470"/>
                      <a:pt x="2721" y="5499"/>
                    </a:cubicBezTo>
                    <a:lnTo>
                      <a:pt x="2779" y="5499"/>
                    </a:lnTo>
                    <a:cubicBezTo>
                      <a:pt x="4255" y="5499"/>
                      <a:pt x="5471" y="4284"/>
                      <a:pt x="5500" y="2808"/>
                    </a:cubicBezTo>
                    <a:cubicBezTo>
                      <a:pt x="5529" y="1303"/>
                      <a:pt x="4342" y="29"/>
                      <a:pt x="2808"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0"/>
              <p:cNvSpPr/>
              <p:nvPr/>
            </p:nvSpPr>
            <p:spPr>
              <a:xfrm>
                <a:off x="5272963" y="1877025"/>
                <a:ext cx="37650" cy="37650"/>
              </a:xfrm>
              <a:custGeom>
                <a:rect b="b" l="l" r="r" t="t"/>
                <a:pathLst>
                  <a:path extrusionOk="0" h="1506" w="1506">
                    <a:moveTo>
                      <a:pt x="753" y="1"/>
                    </a:moveTo>
                    <a:cubicBezTo>
                      <a:pt x="347" y="1"/>
                      <a:pt x="0" y="348"/>
                      <a:pt x="0" y="753"/>
                    </a:cubicBezTo>
                    <a:cubicBezTo>
                      <a:pt x="0" y="1187"/>
                      <a:pt x="347" y="1506"/>
                      <a:pt x="753" y="1506"/>
                    </a:cubicBezTo>
                    <a:cubicBezTo>
                      <a:pt x="1187" y="1506"/>
                      <a:pt x="1505" y="1187"/>
                      <a:pt x="1505" y="753"/>
                    </a:cubicBezTo>
                    <a:cubicBezTo>
                      <a:pt x="1505" y="348"/>
                      <a:pt x="1187" y="1"/>
                      <a:pt x="753"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0"/>
              <p:cNvSpPr/>
              <p:nvPr/>
            </p:nvSpPr>
            <p:spPr>
              <a:xfrm>
                <a:off x="5356650" y="1854238"/>
                <a:ext cx="138225" cy="137500"/>
              </a:xfrm>
              <a:custGeom>
                <a:rect b="b" l="l" r="r" t="t"/>
                <a:pathLst>
                  <a:path extrusionOk="0" h="5500" w="5529">
                    <a:moveTo>
                      <a:pt x="2808" y="347"/>
                    </a:moveTo>
                    <a:cubicBezTo>
                      <a:pt x="4140" y="376"/>
                      <a:pt x="5182" y="1476"/>
                      <a:pt x="5153" y="2808"/>
                    </a:cubicBezTo>
                    <a:cubicBezTo>
                      <a:pt x="5124" y="4081"/>
                      <a:pt x="4053" y="5123"/>
                      <a:pt x="2779" y="5123"/>
                    </a:cubicBezTo>
                    <a:lnTo>
                      <a:pt x="2721" y="5123"/>
                    </a:lnTo>
                    <a:cubicBezTo>
                      <a:pt x="1390" y="5123"/>
                      <a:pt x="348" y="4023"/>
                      <a:pt x="377" y="2692"/>
                    </a:cubicBezTo>
                    <a:cubicBezTo>
                      <a:pt x="406" y="1418"/>
                      <a:pt x="1477" y="347"/>
                      <a:pt x="2779" y="347"/>
                    </a:cubicBezTo>
                    <a:close/>
                    <a:moveTo>
                      <a:pt x="2779" y="0"/>
                    </a:moveTo>
                    <a:cubicBezTo>
                      <a:pt x="1274" y="0"/>
                      <a:pt x="59" y="1216"/>
                      <a:pt x="30" y="2692"/>
                    </a:cubicBezTo>
                    <a:cubicBezTo>
                      <a:pt x="1" y="4197"/>
                      <a:pt x="1216" y="5470"/>
                      <a:pt x="2721" y="5499"/>
                    </a:cubicBezTo>
                    <a:lnTo>
                      <a:pt x="2779" y="5499"/>
                    </a:lnTo>
                    <a:cubicBezTo>
                      <a:pt x="4255" y="5499"/>
                      <a:pt x="5471" y="4284"/>
                      <a:pt x="5500" y="2808"/>
                    </a:cubicBezTo>
                    <a:cubicBezTo>
                      <a:pt x="5529" y="1303"/>
                      <a:pt x="4342" y="29"/>
                      <a:pt x="2808"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0"/>
              <p:cNvSpPr/>
              <p:nvPr/>
            </p:nvSpPr>
            <p:spPr>
              <a:xfrm flipH="1" rot="5400000">
                <a:off x="6536488" y="1909238"/>
                <a:ext cx="37650" cy="37650"/>
              </a:xfrm>
              <a:custGeom>
                <a:rect b="b" l="l" r="r" t="t"/>
                <a:pathLst>
                  <a:path extrusionOk="0" h="1506" w="1506">
                    <a:moveTo>
                      <a:pt x="753" y="1"/>
                    </a:moveTo>
                    <a:cubicBezTo>
                      <a:pt x="348" y="1"/>
                      <a:pt x="1" y="348"/>
                      <a:pt x="1" y="753"/>
                    </a:cubicBezTo>
                    <a:cubicBezTo>
                      <a:pt x="1" y="1158"/>
                      <a:pt x="348" y="1506"/>
                      <a:pt x="753" y="1506"/>
                    </a:cubicBezTo>
                    <a:cubicBezTo>
                      <a:pt x="1187" y="1506"/>
                      <a:pt x="1506" y="1158"/>
                      <a:pt x="1506" y="753"/>
                    </a:cubicBezTo>
                    <a:cubicBezTo>
                      <a:pt x="1506" y="348"/>
                      <a:pt x="1187" y="1"/>
                      <a:pt x="753"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0"/>
              <p:cNvSpPr/>
              <p:nvPr/>
            </p:nvSpPr>
            <p:spPr>
              <a:xfrm flipH="1" rot="5400000">
                <a:off x="6023865" y="1863940"/>
                <a:ext cx="125729" cy="124653"/>
              </a:xfrm>
              <a:custGeom>
                <a:rect b="b" l="l" r="r" t="t"/>
                <a:pathLst>
                  <a:path extrusionOk="0" h="3388" w="3417">
                    <a:moveTo>
                      <a:pt x="1709" y="348"/>
                    </a:moveTo>
                    <a:cubicBezTo>
                      <a:pt x="2461" y="377"/>
                      <a:pt x="3040" y="985"/>
                      <a:pt x="3040" y="1709"/>
                    </a:cubicBezTo>
                    <a:cubicBezTo>
                      <a:pt x="3011" y="2432"/>
                      <a:pt x="2432" y="3040"/>
                      <a:pt x="1709" y="3040"/>
                    </a:cubicBezTo>
                    <a:lnTo>
                      <a:pt x="1709" y="3214"/>
                    </a:lnTo>
                    <a:lnTo>
                      <a:pt x="1680" y="3040"/>
                    </a:lnTo>
                    <a:cubicBezTo>
                      <a:pt x="1303" y="3040"/>
                      <a:pt x="985" y="2895"/>
                      <a:pt x="725" y="2635"/>
                    </a:cubicBezTo>
                    <a:cubicBezTo>
                      <a:pt x="493" y="2374"/>
                      <a:pt x="348" y="2027"/>
                      <a:pt x="348" y="1680"/>
                    </a:cubicBezTo>
                    <a:cubicBezTo>
                      <a:pt x="377" y="956"/>
                      <a:pt x="956" y="348"/>
                      <a:pt x="1709" y="348"/>
                    </a:cubicBezTo>
                    <a:close/>
                    <a:moveTo>
                      <a:pt x="1709" y="1"/>
                    </a:moveTo>
                    <a:cubicBezTo>
                      <a:pt x="782" y="1"/>
                      <a:pt x="30" y="753"/>
                      <a:pt x="1" y="1651"/>
                    </a:cubicBezTo>
                    <a:cubicBezTo>
                      <a:pt x="1" y="2114"/>
                      <a:pt x="175" y="2548"/>
                      <a:pt x="464" y="2866"/>
                    </a:cubicBezTo>
                    <a:cubicBezTo>
                      <a:pt x="782" y="3185"/>
                      <a:pt x="1217" y="3387"/>
                      <a:pt x="1651" y="3387"/>
                    </a:cubicBezTo>
                    <a:lnTo>
                      <a:pt x="1709" y="3387"/>
                    </a:lnTo>
                    <a:cubicBezTo>
                      <a:pt x="2606" y="3387"/>
                      <a:pt x="3358" y="2635"/>
                      <a:pt x="3387" y="1737"/>
                    </a:cubicBezTo>
                    <a:cubicBezTo>
                      <a:pt x="3416" y="782"/>
                      <a:pt x="2664" y="30"/>
                      <a:pt x="1709"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0"/>
              <p:cNvSpPr/>
              <p:nvPr/>
            </p:nvSpPr>
            <p:spPr>
              <a:xfrm flipH="1" rot="5400000">
                <a:off x="5742050" y="1736175"/>
                <a:ext cx="37650" cy="38375"/>
              </a:xfrm>
              <a:custGeom>
                <a:rect b="b" l="l" r="r" t="t"/>
                <a:pathLst>
                  <a:path extrusionOk="0" h="1535" w="1506">
                    <a:moveTo>
                      <a:pt x="753" y="1"/>
                    </a:moveTo>
                    <a:cubicBezTo>
                      <a:pt x="348" y="1"/>
                      <a:pt x="1" y="348"/>
                      <a:pt x="1" y="753"/>
                    </a:cubicBezTo>
                    <a:cubicBezTo>
                      <a:pt x="1" y="1188"/>
                      <a:pt x="348" y="1535"/>
                      <a:pt x="753" y="1535"/>
                    </a:cubicBezTo>
                    <a:cubicBezTo>
                      <a:pt x="1187" y="1535"/>
                      <a:pt x="1506" y="1188"/>
                      <a:pt x="1506" y="753"/>
                    </a:cubicBezTo>
                    <a:cubicBezTo>
                      <a:pt x="1506" y="348"/>
                      <a:pt x="1158" y="1"/>
                      <a:pt x="753"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92" name="Google Shape;1492;p60"/>
          <p:cNvSpPr/>
          <p:nvPr/>
        </p:nvSpPr>
        <p:spPr>
          <a:xfrm flipH="1" rot="-5400000">
            <a:off x="2674938" y="2702238"/>
            <a:ext cx="88300" cy="143300"/>
          </a:xfrm>
          <a:custGeom>
            <a:rect b="b" l="l" r="r" t="t"/>
            <a:pathLst>
              <a:path extrusionOk="0" h="5732" w="3532">
                <a:moveTo>
                  <a:pt x="3155" y="1"/>
                </a:moveTo>
                <a:cubicBezTo>
                  <a:pt x="3068" y="2287"/>
                  <a:pt x="1824" y="4255"/>
                  <a:pt x="0" y="5413"/>
                </a:cubicBezTo>
                <a:cubicBezTo>
                  <a:pt x="58" y="5500"/>
                  <a:pt x="87" y="5616"/>
                  <a:pt x="145" y="5732"/>
                </a:cubicBezTo>
                <a:cubicBezTo>
                  <a:pt x="2084" y="4545"/>
                  <a:pt x="3416" y="2432"/>
                  <a:pt x="35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0"/>
          <p:cNvSpPr/>
          <p:nvPr/>
        </p:nvSpPr>
        <p:spPr>
          <a:xfrm flipH="1" rot="5400000">
            <a:off x="2864745" y="2497920"/>
            <a:ext cx="24051" cy="24051"/>
          </a:xfrm>
          <a:custGeom>
            <a:rect b="b" l="l" r="r" t="t"/>
            <a:pathLst>
              <a:path extrusionOk="0" h="1506" w="1506">
                <a:moveTo>
                  <a:pt x="753" y="1"/>
                </a:moveTo>
                <a:cubicBezTo>
                  <a:pt x="348" y="1"/>
                  <a:pt x="1" y="319"/>
                  <a:pt x="1" y="753"/>
                </a:cubicBezTo>
                <a:cubicBezTo>
                  <a:pt x="1" y="1158"/>
                  <a:pt x="348" y="1506"/>
                  <a:pt x="753" y="1506"/>
                </a:cubicBezTo>
                <a:cubicBezTo>
                  <a:pt x="1187" y="1506"/>
                  <a:pt x="1506" y="1158"/>
                  <a:pt x="1506" y="753"/>
                </a:cubicBezTo>
                <a:cubicBezTo>
                  <a:pt x="1506" y="319"/>
                  <a:pt x="1187" y="1"/>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0"/>
          <p:cNvSpPr/>
          <p:nvPr/>
        </p:nvSpPr>
        <p:spPr>
          <a:xfrm flipH="1" rot="5400000">
            <a:off x="3100720" y="2761870"/>
            <a:ext cx="24051" cy="24051"/>
          </a:xfrm>
          <a:custGeom>
            <a:rect b="b" l="l" r="r" t="t"/>
            <a:pathLst>
              <a:path extrusionOk="0" h="1506" w="1506">
                <a:moveTo>
                  <a:pt x="753" y="1"/>
                </a:moveTo>
                <a:cubicBezTo>
                  <a:pt x="348" y="1"/>
                  <a:pt x="1" y="319"/>
                  <a:pt x="1" y="753"/>
                </a:cubicBezTo>
                <a:cubicBezTo>
                  <a:pt x="1" y="1158"/>
                  <a:pt x="348" y="1506"/>
                  <a:pt x="753" y="1506"/>
                </a:cubicBezTo>
                <a:cubicBezTo>
                  <a:pt x="1187" y="1506"/>
                  <a:pt x="1506" y="1158"/>
                  <a:pt x="1506" y="753"/>
                </a:cubicBezTo>
                <a:cubicBezTo>
                  <a:pt x="1506" y="319"/>
                  <a:pt x="1187" y="1"/>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0"/>
          <p:cNvSpPr/>
          <p:nvPr/>
        </p:nvSpPr>
        <p:spPr>
          <a:xfrm flipH="1" rot="5400000">
            <a:off x="2275570" y="2453645"/>
            <a:ext cx="24051" cy="24051"/>
          </a:xfrm>
          <a:custGeom>
            <a:rect b="b" l="l" r="r" t="t"/>
            <a:pathLst>
              <a:path extrusionOk="0" h="1506" w="1506">
                <a:moveTo>
                  <a:pt x="753" y="1"/>
                </a:moveTo>
                <a:cubicBezTo>
                  <a:pt x="348" y="1"/>
                  <a:pt x="1" y="319"/>
                  <a:pt x="1" y="753"/>
                </a:cubicBezTo>
                <a:cubicBezTo>
                  <a:pt x="1" y="1158"/>
                  <a:pt x="348" y="1506"/>
                  <a:pt x="753" y="1506"/>
                </a:cubicBezTo>
                <a:cubicBezTo>
                  <a:pt x="1187" y="1506"/>
                  <a:pt x="1506" y="1158"/>
                  <a:pt x="1506" y="753"/>
                </a:cubicBezTo>
                <a:cubicBezTo>
                  <a:pt x="1506" y="319"/>
                  <a:pt x="1187" y="1"/>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96" name="Google Shape;1496;p60"/>
          <p:cNvPicPr preferRelativeResize="0"/>
          <p:nvPr/>
        </p:nvPicPr>
        <p:blipFill rotWithShape="1">
          <a:blip r:embed="rId4">
            <a:alphaModFix/>
          </a:blip>
          <a:srcRect b="0" l="5124" r="5124" t="0"/>
          <a:stretch/>
        </p:blipFill>
        <p:spPr>
          <a:xfrm>
            <a:off x="5221267" y="2008316"/>
            <a:ext cx="2545888" cy="1595904"/>
          </a:xfrm>
          <a:prstGeom prst="rect">
            <a:avLst/>
          </a:prstGeom>
          <a:noFill/>
          <a:ln>
            <a:noFill/>
          </a:ln>
        </p:spPr>
      </p:pic>
      <p:grpSp>
        <p:nvGrpSpPr>
          <p:cNvPr id="1497" name="Google Shape;1497;p60"/>
          <p:cNvGrpSpPr/>
          <p:nvPr/>
        </p:nvGrpSpPr>
        <p:grpSpPr>
          <a:xfrm>
            <a:off x="4577074" y="1833725"/>
            <a:ext cx="3853676" cy="2166787"/>
            <a:chOff x="4577074" y="1833725"/>
            <a:chExt cx="3853676" cy="2166787"/>
          </a:xfrm>
        </p:grpSpPr>
        <p:sp>
          <p:nvSpPr>
            <p:cNvPr id="1498" name="Google Shape;1498;p60"/>
            <p:cNvSpPr/>
            <p:nvPr/>
          </p:nvSpPr>
          <p:spPr>
            <a:xfrm>
              <a:off x="4577074" y="3738684"/>
              <a:ext cx="3853676" cy="261828"/>
            </a:xfrm>
            <a:custGeom>
              <a:rect b="b" l="l" r="r" t="t"/>
              <a:pathLst>
                <a:path extrusionOk="0" h="17718" w="260780">
                  <a:moveTo>
                    <a:pt x="258481" y="1"/>
                  </a:moveTo>
                  <a:lnTo>
                    <a:pt x="1917" y="466"/>
                  </a:lnTo>
                  <a:lnTo>
                    <a:pt x="1917" y="466"/>
                  </a:lnTo>
                  <a:cubicBezTo>
                    <a:pt x="1917" y="466"/>
                    <a:pt x="0" y="16101"/>
                    <a:pt x="7667" y="17716"/>
                  </a:cubicBezTo>
                  <a:lnTo>
                    <a:pt x="249883" y="17716"/>
                  </a:lnTo>
                  <a:cubicBezTo>
                    <a:pt x="249883" y="17716"/>
                    <a:pt x="249906" y="17717"/>
                    <a:pt x="249951" y="17717"/>
                  </a:cubicBezTo>
                  <a:cubicBezTo>
                    <a:pt x="250868" y="17717"/>
                    <a:pt x="260779" y="17319"/>
                    <a:pt x="258481" y="1"/>
                  </a:cubicBezTo>
                  <a:close/>
                </a:path>
              </a:pathLst>
            </a:custGeom>
            <a:solidFill>
              <a:schemeClr val="l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0"/>
            <p:cNvSpPr/>
            <p:nvPr/>
          </p:nvSpPr>
          <p:spPr>
            <a:xfrm>
              <a:off x="5081032" y="1833725"/>
              <a:ext cx="2845777" cy="1869413"/>
            </a:xfrm>
            <a:custGeom>
              <a:rect b="b" l="l" r="r" t="t"/>
              <a:pathLst>
                <a:path extrusionOk="0" h="126504" w="192575">
                  <a:moveTo>
                    <a:pt x="181266" y="12076"/>
                  </a:moveTo>
                  <a:lnTo>
                    <a:pt x="181266" y="119247"/>
                  </a:lnTo>
                  <a:lnTo>
                    <a:pt x="9667" y="119247"/>
                  </a:lnTo>
                  <a:lnTo>
                    <a:pt x="9667" y="12076"/>
                  </a:lnTo>
                  <a:close/>
                  <a:moveTo>
                    <a:pt x="6572" y="1"/>
                  </a:moveTo>
                  <a:cubicBezTo>
                    <a:pt x="2876" y="1"/>
                    <a:pt x="1" y="2931"/>
                    <a:pt x="1" y="6600"/>
                  </a:cubicBezTo>
                  <a:lnTo>
                    <a:pt x="1" y="126503"/>
                  </a:lnTo>
                  <a:lnTo>
                    <a:pt x="192574" y="126503"/>
                  </a:lnTo>
                  <a:lnTo>
                    <a:pt x="192574" y="6600"/>
                  </a:lnTo>
                  <a:cubicBezTo>
                    <a:pt x="192574" y="2903"/>
                    <a:pt x="189371" y="1"/>
                    <a:pt x="185674" y="1"/>
                  </a:cubicBezTo>
                  <a:close/>
                </a:path>
              </a:pathLst>
            </a:custGeom>
            <a:solidFill>
              <a:schemeClr val="l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 name="Google Shape;1500;p60"/>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8">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4" name="Shape 1504"/>
        <p:cNvGrpSpPr/>
        <p:nvPr/>
      </p:nvGrpSpPr>
      <p:grpSpPr>
        <a:xfrm>
          <a:off x="0" y="0"/>
          <a:ext cx="0" cy="0"/>
          <a:chOff x="0" y="0"/>
          <a:chExt cx="0" cy="0"/>
        </a:xfrm>
      </p:grpSpPr>
      <p:pic>
        <p:nvPicPr>
          <p:cNvPr id="1505" name="Google Shape;1505;p61"/>
          <p:cNvPicPr preferRelativeResize="0"/>
          <p:nvPr/>
        </p:nvPicPr>
        <p:blipFill rotWithShape="1">
          <a:blip r:embed="rId3">
            <a:alphaModFix/>
          </a:blip>
          <a:srcRect b="1710" l="4791" r="5312" t="-4138"/>
          <a:stretch/>
        </p:blipFill>
        <p:spPr>
          <a:xfrm>
            <a:off x="1006475" y="1720350"/>
            <a:ext cx="2709250" cy="1737900"/>
          </a:xfrm>
          <a:prstGeom prst="rect">
            <a:avLst/>
          </a:prstGeom>
          <a:noFill/>
          <a:ln>
            <a:noFill/>
          </a:ln>
        </p:spPr>
      </p:pic>
      <p:grpSp>
        <p:nvGrpSpPr>
          <p:cNvPr id="1506" name="Google Shape;1506;p61"/>
          <p:cNvGrpSpPr/>
          <p:nvPr/>
        </p:nvGrpSpPr>
        <p:grpSpPr>
          <a:xfrm>
            <a:off x="5909706" y="2487938"/>
            <a:ext cx="1399269" cy="376275"/>
            <a:chOff x="5909706" y="2487938"/>
            <a:chExt cx="1399269" cy="376275"/>
          </a:xfrm>
        </p:grpSpPr>
        <p:sp>
          <p:nvSpPr>
            <p:cNvPr id="1507" name="Google Shape;1507;p61"/>
            <p:cNvSpPr/>
            <p:nvPr/>
          </p:nvSpPr>
          <p:spPr>
            <a:xfrm rot="5400000">
              <a:off x="6526088" y="2460438"/>
              <a:ext cx="88300" cy="143300"/>
            </a:xfrm>
            <a:custGeom>
              <a:rect b="b" l="l" r="r" t="t"/>
              <a:pathLst>
                <a:path extrusionOk="0" h="5732" w="3532">
                  <a:moveTo>
                    <a:pt x="3184" y="1"/>
                  </a:moveTo>
                  <a:cubicBezTo>
                    <a:pt x="3068" y="2287"/>
                    <a:pt x="1824" y="4255"/>
                    <a:pt x="0" y="5413"/>
                  </a:cubicBezTo>
                  <a:cubicBezTo>
                    <a:pt x="58" y="5529"/>
                    <a:pt x="87" y="5616"/>
                    <a:pt x="145" y="5731"/>
                  </a:cubicBezTo>
                  <a:cubicBezTo>
                    <a:pt x="2084" y="4545"/>
                    <a:pt x="3416" y="2432"/>
                    <a:pt x="35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1"/>
            <p:cNvSpPr/>
            <p:nvPr/>
          </p:nvSpPr>
          <p:spPr>
            <a:xfrm>
              <a:off x="6057075" y="2543925"/>
              <a:ext cx="138900" cy="138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1"/>
            <p:cNvSpPr/>
            <p:nvPr/>
          </p:nvSpPr>
          <p:spPr>
            <a:xfrm>
              <a:off x="5952500" y="2646325"/>
              <a:ext cx="138900" cy="138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1"/>
            <p:cNvSpPr/>
            <p:nvPr/>
          </p:nvSpPr>
          <p:spPr>
            <a:xfrm rot="5400000">
              <a:off x="6920438" y="2296913"/>
              <a:ext cx="7250" cy="736600"/>
            </a:xfrm>
            <a:custGeom>
              <a:rect b="b" l="l" r="r" t="t"/>
              <a:pathLst>
                <a:path extrusionOk="0" h="29464" w="290">
                  <a:moveTo>
                    <a:pt x="1" y="0"/>
                  </a:moveTo>
                  <a:lnTo>
                    <a:pt x="1" y="29464"/>
                  </a:lnTo>
                  <a:cubicBezTo>
                    <a:pt x="58" y="29435"/>
                    <a:pt x="145" y="29435"/>
                    <a:pt x="203" y="29406"/>
                  </a:cubicBezTo>
                  <a:lnTo>
                    <a:pt x="290" y="29406"/>
                  </a:lnTo>
                  <a:lnTo>
                    <a:pt x="29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1"/>
            <p:cNvSpPr/>
            <p:nvPr/>
          </p:nvSpPr>
          <p:spPr>
            <a:xfrm rot="5400000">
              <a:off x="6919350" y="2295825"/>
              <a:ext cx="9425" cy="738050"/>
            </a:xfrm>
            <a:custGeom>
              <a:rect b="b" l="l" r="r" t="t"/>
              <a:pathLst>
                <a:path extrusionOk="0" h="29522" w="377">
                  <a:moveTo>
                    <a:pt x="290" y="87"/>
                  </a:moveTo>
                  <a:lnTo>
                    <a:pt x="290" y="29406"/>
                  </a:lnTo>
                  <a:lnTo>
                    <a:pt x="261" y="29406"/>
                  </a:lnTo>
                  <a:cubicBezTo>
                    <a:pt x="203" y="29406"/>
                    <a:pt x="145" y="29435"/>
                    <a:pt x="88" y="29435"/>
                  </a:cubicBezTo>
                  <a:lnTo>
                    <a:pt x="88" y="87"/>
                  </a:lnTo>
                  <a:close/>
                  <a:moveTo>
                    <a:pt x="1" y="0"/>
                  </a:moveTo>
                  <a:lnTo>
                    <a:pt x="1" y="29493"/>
                  </a:lnTo>
                  <a:lnTo>
                    <a:pt x="1" y="29522"/>
                  </a:lnTo>
                  <a:lnTo>
                    <a:pt x="59" y="29522"/>
                  </a:lnTo>
                  <a:cubicBezTo>
                    <a:pt x="116" y="29522"/>
                    <a:pt x="203" y="29493"/>
                    <a:pt x="290" y="29493"/>
                  </a:cubicBezTo>
                  <a:lnTo>
                    <a:pt x="377" y="29493"/>
                  </a:lnTo>
                  <a:lnTo>
                    <a:pt x="377" y="0"/>
                  </a:ln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1"/>
            <p:cNvSpPr/>
            <p:nvPr/>
          </p:nvSpPr>
          <p:spPr>
            <a:xfrm rot="5400000">
              <a:off x="6235938" y="2469838"/>
              <a:ext cx="7250" cy="390750"/>
            </a:xfrm>
            <a:custGeom>
              <a:rect b="b" l="l" r="r" t="t"/>
              <a:pathLst>
                <a:path extrusionOk="0" h="15630" w="290">
                  <a:moveTo>
                    <a:pt x="1" y="0"/>
                  </a:moveTo>
                  <a:lnTo>
                    <a:pt x="1" y="15629"/>
                  </a:lnTo>
                  <a:lnTo>
                    <a:pt x="290" y="15629"/>
                  </a:lnTo>
                  <a:lnTo>
                    <a:pt x="290" y="58"/>
                  </a:lnTo>
                  <a:cubicBezTo>
                    <a:pt x="261" y="29"/>
                    <a:pt x="261" y="29"/>
                    <a:pt x="232" y="29"/>
                  </a:cubicBezTo>
                  <a:cubicBezTo>
                    <a:pt x="207" y="38"/>
                    <a:pt x="184" y="41"/>
                    <a:pt x="162" y="41"/>
                  </a:cubicBezTo>
                  <a:cubicBezTo>
                    <a:pt x="109" y="41"/>
                    <a:pt x="62" y="21"/>
                    <a:pt x="1" y="0"/>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1"/>
            <p:cNvSpPr/>
            <p:nvPr/>
          </p:nvSpPr>
          <p:spPr>
            <a:xfrm rot="5400000">
              <a:off x="6234850" y="2468025"/>
              <a:ext cx="9425" cy="393650"/>
            </a:xfrm>
            <a:custGeom>
              <a:rect b="b" l="l" r="r" t="t"/>
              <a:pathLst>
                <a:path extrusionOk="0" h="15746" w="377">
                  <a:moveTo>
                    <a:pt x="88" y="116"/>
                  </a:moveTo>
                  <a:cubicBezTo>
                    <a:pt x="145" y="145"/>
                    <a:pt x="232" y="145"/>
                    <a:pt x="290" y="145"/>
                  </a:cubicBezTo>
                  <a:lnTo>
                    <a:pt x="290" y="15658"/>
                  </a:lnTo>
                  <a:lnTo>
                    <a:pt x="88" y="15658"/>
                  </a:lnTo>
                  <a:lnTo>
                    <a:pt x="88" y="116"/>
                  </a:lnTo>
                  <a:close/>
                  <a:moveTo>
                    <a:pt x="1" y="0"/>
                  </a:moveTo>
                  <a:lnTo>
                    <a:pt x="1" y="15745"/>
                  </a:lnTo>
                  <a:lnTo>
                    <a:pt x="377" y="15745"/>
                  </a:lnTo>
                  <a:lnTo>
                    <a:pt x="377" y="58"/>
                  </a:lnTo>
                  <a:lnTo>
                    <a:pt x="319" y="58"/>
                  </a:lnTo>
                  <a:lnTo>
                    <a:pt x="290" y="29"/>
                  </a:lnTo>
                  <a:cubicBezTo>
                    <a:pt x="247" y="44"/>
                    <a:pt x="203" y="51"/>
                    <a:pt x="164" y="51"/>
                  </a:cubicBezTo>
                  <a:cubicBezTo>
                    <a:pt x="124" y="51"/>
                    <a:pt x="88" y="44"/>
                    <a:pt x="59" y="29"/>
                  </a:cubicBezTo>
                  <a:lnTo>
                    <a:pt x="1" y="0"/>
                  </a:ln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1"/>
            <p:cNvSpPr/>
            <p:nvPr/>
          </p:nvSpPr>
          <p:spPr>
            <a:xfrm rot="5400000">
              <a:off x="6044188" y="2665213"/>
              <a:ext cx="25" cy="25"/>
            </a:xfrm>
            <a:custGeom>
              <a:rect b="b" l="l" r="r" t="t"/>
              <a:pathLst>
                <a:path extrusionOk="0" fill="none" h="1" w="1">
                  <a:moveTo>
                    <a:pt x="0" y="0"/>
                  </a:moveTo>
                  <a:close/>
                </a:path>
              </a:pathLst>
            </a:custGeom>
            <a:noFill/>
            <a:ln cap="flat" cmpd="sng" w="9400">
              <a:solidFill>
                <a:srgbClr val="3F3F3F"/>
              </a:solidFill>
              <a:prstDash val="solid"/>
              <a:miter lim="289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1"/>
            <p:cNvSpPr/>
            <p:nvPr/>
          </p:nvSpPr>
          <p:spPr>
            <a:xfrm rot="5400000">
              <a:off x="6317338" y="2488313"/>
              <a:ext cx="353850" cy="353100"/>
            </a:xfrm>
            <a:custGeom>
              <a:rect b="b" l="l" r="r" t="t"/>
              <a:pathLst>
                <a:path extrusionOk="0" h="14124" w="14154">
                  <a:moveTo>
                    <a:pt x="7091" y="0"/>
                  </a:moveTo>
                  <a:cubicBezTo>
                    <a:pt x="3184" y="0"/>
                    <a:pt x="0" y="3155"/>
                    <a:pt x="0" y="7062"/>
                  </a:cubicBezTo>
                  <a:cubicBezTo>
                    <a:pt x="0" y="10969"/>
                    <a:pt x="3184" y="14124"/>
                    <a:pt x="7091" y="14124"/>
                  </a:cubicBezTo>
                  <a:cubicBezTo>
                    <a:pt x="8307" y="14124"/>
                    <a:pt x="9436" y="13806"/>
                    <a:pt x="10449" y="13256"/>
                  </a:cubicBezTo>
                  <a:cubicBezTo>
                    <a:pt x="10391" y="13169"/>
                    <a:pt x="10362" y="13053"/>
                    <a:pt x="10304" y="12937"/>
                  </a:cubicBezTo>
                  <a:cubicBezTo>
                    <a:pt x="9349" y="13487"/>
                    <a:pt x="8249" y="13777"/>
                    <a:pt x="7091" y="13777"/>
                  </a:cubicBezTo>
                  <a:cubicBezTo>
                    <a:pt x="3387" y="13777"/>
                    <a:pt x="348" y="10767"/>
                    <a:pt x="348" y="7062"/>
                  </a:cubicBezTo>
                  <a:cubicBezTo>
                    <a:pt x="348" y="3357"/>
                    <a:pt x="3387" y="347"/>
                    <a:pt x="7091" y="347"/>
                  </a:cubicBezTo>
                  <a:cubicBezTo>
                    <a:pt x="10767" y="347"/>
                    <a:pt x="13777" y="3328"/>
                    <a:pt x="13806" y="7004"/>
                  </a:cubicBezTo>
                  <a:lnTo>
                    <a:pt x="14153" y="7004"/>
                  </a:lnTo>
                  <a:cubicBezTo>
                    <a:pt x="14124" y="3155"/>
                    <a:pt x="10970" y="0"/>
                    <a:pt x="7091"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1"/>
            <p:cNvSpPr/>
            <p:nvPr/>
          </p:nvSpPr>
          <p:spPr>
            <a:xfrm rot="5400000">
              <a:off x="6456975" y="2822575"/>
              <a:ext cx="55750" cy="27525"/>
            </a:xfrm>
            <a:custGeom>
              <a:rect b="b" l="l" r="r" t="t"/>
              <a:pathLst>
                <a:path extrusionOk="0" h="1101" w="2230">
                  <a:moveTo>
                    <a:pt x="1" y="0"/>
                  </a:moveTo>
                  <a:lnTo>
                    <a:pt x="1101" y="1100"/>
                  </a:lnTo>
                  <a:lnTo>
                    <a:pt x="223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1"/>
            <p:cNvSpPr/>
            <p:nvPr/>
          </p:nvSpPr>
          <p:spPr>
            <a:xfrm rot="5400000">
              <a:off x="6326025" y="2735750"/>
              <a:ext cx="37650" cy="38375"/>
            </a:xfrm>
            <a:custGeom>
              <a:rect b="b" l="l" r="r" t="t"/>
              <a:pathLst>
                <a:path extrusionOk="0" h="1535" w="1506">
                  <a:moveTo>
                    <a:pt x="753" y="1"/>
                  </a:moveTo>
                  <a:cubicBezTo>
                    <a:pt x="348" y="1"/>
                    <a:pt x="1" y="348"/>
                    <a:pt x="1" y="782"/>
                  </a:cubicBezTo>
                  <a:cubicBezTo>
                    <a:pt x="1" y="1187"/>
                    <a:pt x="348" y="1535"/>
                    <a:pt x="753" y="1535"/>
                  </a:cubicBezTo>
                  <a:cubicBezTo>
                    <a:pt x="1187" y="1535"/>
                    <a:pt x="1506" y="1187"/>
                    <a:pt x="1506" y="782"/>
                  </a:cubicBezTo>
                  <a:cubicBezTo>
                    <a:pt x="1506" y="348"/>
                    <a:pt x="1187" y="1"/>
                    <a:pt x="753"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1"/>
            <p:cNvSpPr/>
            <p:nvPr/>
          </p:nvSpPr>
          <p:spPr>
            <a:xfrm rot="5400000">
              <a:off x="7055013" y="2596100"/>
              <a:ext cx="138225" cy="137500"/>
            </a:xfrm>
            <a:custGeom>
              <a:rect b="b" l="l" r="r" t="t"/>
              <a:pathLst>
                <a:path extrusionOk="0" h="5500" w="5529">
                  <a:moveTo>
                    <a:pt x="2808" y="347"/>
                  </a:moveTo>
                  <a:cubicBezTo>
                    <a:pt x="4140" y="376"/>
                    <a:pt x="5182" y="1476"/>
                    <a:pt x="5153" y="2808"/>
                  </a:cubicBezTo>
                  <a:cubicBezTo>
                    <a:pt x="5124" y="4081"/>
                    <a:pt x="4053" y="5123"/>
                    <a:pt x="2779" y="5123"/>
                  </a:cubicBezTo>
                  <a:lnTo>
                    <a:pt x="2721" y="5123"/>
                  </a:lnTo>
                  <a:cubicBezTo>
                    <a:pt x="1390" y="5123"/>
                    <a:pt x="348" y="4023"/>
                    <a:pt x="377" y="2692"/>
                  </a:cubicBezTo>
                  <a:cubicBezTo>
                    <a:pt x="406" y="1418"/>
                    <a:pt x="1477" y="347"/>
                    <a:pt x="2779" y="347"/>
                  </a:cubicBezTo>
                  <a:close/>
                  <a:moveTo>
                    <a:pt x="2779" y="0"/>
                  </a:moveTo>
                  <a:cubicBezTo>
                    <a:pt x="1274" y="0"/>
                    <a:pt x="59" y="1216"/>
                    <a:pt x="30" y="2692"/>
                  </a:cubicBezTo>
                  <a:cubicBezTo>
                    <a:pt x="1" y="4197"/>
                    <a:pt x="1216" y="5470"/>
                    <a:pt x="2721" y="5499"/>
                  </a:cubicBezTo>
                  <a:lnTo>
                    <a:pt x="2779" y="5499"/>
                  </a:lnTo>
                  <a:cubicBezTo>
                    <a:pt x="4255" y="5499"/>
                    <a:pt x="5471" y="4284"/>
                    <a:pt x="5500" y="2808"/>
                  </a:cubicBezTo>
                  <a:cubicBezTo>
                    <a:pt x="5529" y="1303"/>
                    <a:pt x="4342" y="29"/>
                    <a:pt x="2808"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1"/>
            <p:cNvSpPr/>
            <p:nvPr/>
          </p:nvSpPr>
          <p:spPr>
            <a:xfrm rot="5400000">
              <a:off x="6748588" y="2554863"/>
              <a:ext cx="218525" cy="219275"/>
            </a:xfrm>
            <a:custGeom>
              <a:rect b="b" l="l" r="r" t="t"/>
              <a:pathLst>
                <a:path extrusionOk="0" h="8771" w="8741">
                  <a:moveTo>
                    <a:pt x="4370" y="348"/>
                  </a:moveTo>
                  <a:cubicBezTo>
                    <a:pt x="6599" y="348"/>
                    <a:pt x="8393" y="2171"/>
                    <a:pt x="8393" y="4371"/>
                  </a:cubicBezTo>
                  <a:cubicBezTo>
                    <a:pt x="8393" y="6599"/>
                    <a:pt x="6599" y="8423"/>
                    <a:pt x="4370" y="8423"/>
                  </a:cubicBezTo>
                  <a:cubicBezTo>
                    <a:pt x="2142" y="8423"/>
                    <a:pt x="347" y="6599"/>
                    <a:pt x="347" y="4371"/>
                  </a:cubicBezTo>
                  <a:cubicBezTo>
                    <a:pt x="347" y="2171"/>
                    <a:pt x="2142" y="348"/>
                    <a:pt x="4370" y="348"/>
                  </a:cubicBezTo>
                  <a:close/>
                  <a:moveTo>
                    <a:pt x="4370" y="1"/>
                  </a:moveTo>
                  <a:cubicBezTo>
                    <a:pt x="1968" y="1"/>
                    <a:pt x="0" y="1969"/>
                    <a:pt x="0" y="4371"/>
                  </a:cubicBezTo>
                  <a:cubicBezTo>
                    <a:pt x="0" y="6802"/>
                    <a:pt x="1968" y="8770"/>
                    <a:pt x="4370" y="8770"/>
                  </a:cubicBezTo>
                  <a:cubicBezTo>
                    <a:pt x="6802" y="8770"/>
                    <a:pt x="8741" y="6802"/>
                    <a:pt x="8741" y="4371"/>
                  </a:cubicBezTo>
                  <a:cubicBezTo>
                    <a:pt x="8741" y="1969"/>
                    <a:pt x="6802" y="1"/>
                    <a:pt x="4370"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1"/>
            <p:cNvSpPr/>
            <p:nvPr/>
          </p:nvSpPr>
          <p:spPr>
            <a:xfrm rot="5400000">
              <a:off x="6751475" y="2706100"/>
              <a:ext cx="85400" cy="84675"/>
            </a:xfrm>
            <a:custGeom>
              <a:rect b="b" l="l" r="r" t="t"/>
              <a:pathLst>
                <a:path extrusionOk="0" h="3387" w="3416">
                  <a:moveTo>
                    <a:pt x="1708" y="347"/>
                  </a:moveTo>
                  <a:cubicBezTo>
                    <a:pt x="2460" y="347"/>
                    <a:pt x="3039" y="984"/>
                    <a:pt x="3039" y="1708"/>
                  </a:cubicBezTo>
                  <a:cubicBezTo>
                    <a:pt x="3010" y="2431"/>
                    <a:pt x="2431" y="3039"/>
                    <a:pt x="1708" y="3039"/>
                  </a:cubicBezTo>
                  <a:lnTo>
                    <a:pt x="1708" y="3213"/>
                  </a:lnTo>
                  <a:lnTo>
                    <a:pt x="1679" y="3039"/>
                  </a:lnTo>
                  <a:cubicBezTo>
                    <a:pt x="1302" y="3010"/>
                    <a:pt x="984" y="2865"/>
                    <a:pt x="724" y="2605"/>
                  </a:cubicBezTo>
                  <a:cubicBezTo>
                    <a:pt x="492" y="2373"/>
                    <a:pt x="347" y="2026"/>
                    <a:pt x="347" y="1650"/>
                  </a:cubicBezTo>
                  <a:cubicBezTo>
                    <a:pt x="376" y="926"/>
                    <a:pt x="955" y="347"/>
                    <a:pt x="1708" y="347"/>
                  </a:cubicBezTo>
                  <a:close/>
                  <a:moveTo>
                    <a:pt x="1708" y="0"/>
                  </a:moveTo>
                  <a:cubicBezTo>
                    <a:pt x="782" y="0"/>
                    <a:pt x="29" y="753"/>
                    <a:pt x="0" y="1650"/>
                  </a:cubicBezTo>
                  <a:cubicBezTo>
                    <a:pt x="0" y="2113"/>
                    <a:pt x="174" y="2547"/>
                    <a:pt x="463" y="2865"/>
                  </a:cubicBezTo>
                  <a:cubicBezTo>
                    <a:pt x="782" y="3184"/>
                    <a:pt x="1216" y="3358"/>
                    <a:pt x="1650" y="3386"/>
                  </a:cubicBezTo>
                  <a:lnTo>
                    <a:pt x="1708" y="3386"/>
                  </a:lnTo>
                  <a:cubicBezTo>
                    <a:pt x="2605" y="3386"/>
                    <a:pt x="3357" y="2634"/>
                    <a:pt x="3386" y="1708"/>
                  </a:cubicBezTo>
                  <a:cubicBezTo>
                    <a:pt x="3415" y="782"/>
                    <a:pt x="2663" y="29"/>
                    <a:pt x="1708"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1"/>
            <p:cNvSpPr/>
            <p:nvPr/>
          </p:nvSpPr>
          <p:spPr>
            <a:xfrm rot="5400000">
              <a:off x="6881363" y="2540038"/>
              <a:ext cx="85400" cy="83950"/>
            </a:xfrm>
            <a:custGeom>
              <a:rect b="b" l="l" r="r" t="t"/>
              <a:pathLst>
                <a:path extrusionOk="0" h="3358" w="3416">
                  <a:moveTo>
                    <a:pt x="1708" y="348"/>
                  </a:moveTo>
                  <a:cubicBezTo>
                    <a:pt x="2460" y="348"/>
                    <a:pt x="3039" y="956"/>
                    <a:pt x="3039" y="1708"/>
                  </a:cubicBezTo>
                  <a:cubicBezTo>
                    <a:pt x="3010" y="2432"/>
                    <a:pt x="2431" y="3010"/>
                    <a:pt x="1708" y="3010"/>
                  </a:cubicBezTo>
                  <a:lnTo>
                    <a:pt x="1708" y="3184"/>
                  </a:lnTo>
                  <a:lnTo>
                    <a:pt x="1679" y="3010"/>
                  </a:lnTo>
                  <a:cubicBezTo>
                    <a:pt x="1303" y="3010"/>
                    <a:pt x="984" y="2866"/>
                    <a:pt x="724" y="2605"/>
                  </a:cubicBezTo>
                  <a:cubicBezTo>
                    <a:pt x="492" y="2345"/>
                    <a:pt x="348" y="1997"/>
                    <a:pt x="348" y="1650"/>
                  </a:cubicBezTo>
                  <a:cubicBezTo>
                    <a:pt x="377" y="927"/>
                    <a:pt x="955" y="348"/>
                    <a:pt x="1708" y="348"/>
                  </a:cubicBezTo>
                  <a:close/>
                  <a:moveTo>
                    <a:pt x="1708" y="0"/>
                  </a:moveTo>
                  <a:cubicBezTo>
                    <a:pt x="782" y="0"/>
                    <a:pt x="29" y="724"/>
                    <a:pt x="0" y="1650"/>
                  </a:cubicBezTo>
                  <a:cubicBezTo>
                    <a:pt x="0" y="2084"/>
                    <a:pt x="174" y="2518"/>
                    <a:pt x="463" y="2837"/>
                  </a:cubicBezTo>
                  <a:cubicBezTo>
                    <a:pt x="782" y="3184"/>
                    <a:pt x="1216" y="3358"/>
                    <a:pt x="1650" y="3358"/>
                  </a:cubicBezTo>
                  <a:lnTo>
                    <a:pt x="1708" y="3358"/>
                  </a:lnTo>
                  <a:cubicBezTo>
                    <a:pt x="2605" y="3358"/>
                    <a:pt x="3358" y="2634"/>
                    <a:pt x="3387" y="1708"/>
                  </a:cubicBezTo>
                  <a:cubicBezTo>
                    <a:pt x="3416" y="782"/>
                    <a:pt x="2663" y="0"/>
                    <a:pt x="1708"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1"/>
            <p:cNvSpPr/>
            <p:nvPr/>
          </p:nvSpPr>
          <p:spPr>
            <a:xfrm rot="5400000">
              <a:off x="7072025" y="2592863"/>
              <a:ext cx="37650" cy="37650"/>
            </a:xfrm>
            <a:custGeom>
              <a:rect b="b" l="l" r="r" t="t"/>
              <a:pathLst>
                <a:path extrusionOk="0" h="1506" w="1506">
                  <a:moveTo>
                    <a:pt x="753" y="1"/>
                  </a:moveTo>
                  <a:cubicBezTo>
                    <a:pt x="347" y="1"/>
                    <a:pt x="0" y="348"/>
                    <a:pt x="0" y="753"/>
                  </a:cubicBezTo>
                  <a:cubicBezTo>
                    <a:pt x="0" y="1187"/>
                    <a:pt x="347" y="1506"/>
                    <a:pt x="753" y="1506"/>
                  </a:cubicBezTo>
                  <a:cubicBezTo>
                    <a:pt x="1187" y="1506"/>
                    <a:pt x="1505" y="1187"/>
                    <a:pt x="1505" y="753"/>
                  </a:cubicBezTo>
                  <a:cubicBezTo>
                    <a:pt x="1505" y="348"/>
                    <a:pt x="1187" y="1"/>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3" name="Google Shape;1523;p61"/>
            <p:cNvGrpSpPr/>
            <p:nvPr/>
          </p:nvGrpSpPr>
          <p:grpSpPr>
            <a:xfrm rot="5400000">
              <a:off x="5898866" y="2507817"/>
              <a:ext cx="332844" cy="311165"/>
              <a:chOff x="4284075" y="3541300"/>
              <a:chExt cx="1574475" cy="1471925"/>
            </a:xfrm>
          </p:grpSpPr>
          <p:sp>
            <p:nvSpPr>
              <p:cNvPr id="1524" name="Google Shape;1524;p61"/>
              <p:cNvSpPr/>
              <p:nvPr/>
            </p:nvSpPr>
            <p:spPr>
              <a:xfrm>
                <a:off x="4686850" y="3841525"/>
                <a:ext cx="768900" cy="768900"/>
              </a:xfrm>
              <a:custGeom>
                <a:rect b="b" l="l" r="r" t="t"/>
                <a:pathLst>
                  <a:path extrusionOk="0" fill="none" h="30756" w="30756">
                    <a:moveTo>
                      <a:pt x="30756" y="15378"/>
                    </a:moveTo>
                    <a:cubicBezTo>
                      <a:pt x="30756" y="6872"/>
                      <a:pt x="23884" y="1"/>
                      <a:pt x="15378" y="1"/>
                    </a:cubicBezTo>
                    <a:cubicBezTo>
                      <a:pt x="6905" y="1"/>
                      <a:pt x="1" y="6872"/>
                      <a:pt x="1" y="15378"/>
                    </a:cubicBezTo>
                    <a:cubicBezTo>
                      <a:pt x="1" y="23851"/>
                      <a:pt x="6905" y="30756"/>
                      <a:pt x="15378" y="30756"/>
                    </a:cubicBezTo>
                    <a:cubicBezTo>
                      <a:pt x="23884" y="30756"/>
                      <a:pt x="30756" y="23851"/>
                      <a:pt x="30756" y="15378"/>
                    </a:cubicBezTo>
                    <a:close/>
                  </a:path>
                </a:pathLst>
              </a:custGeom>
              <a:solidFill>
                <a:srgbClr val="3F3F3F"/>
              </a:solidFill>
              <a:ln cap="rnd"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1"/>
              <p:cNvSpPr/>
              <p:nvPr/>
            </p:nvSpPr>
            <p:spPr>
              <a:xfrm>
                <a:off x="4729375" y="3541300"/>
                <a:ext cx="683850" cy="684700"/>
              </a:xfrm>
              <a:custGeom>
                <a:rect b="b" l="l" r="r" t="t"/>
                <a:pathLst>
                  <a:path extrusionOk="0" fill="none" h="27388" w="27354">
                    <a:moveTo>
                      <a:pt x="27354" y="13711"/>
                    </a:moveTo>
                    <a:cubicBezTo>
                      <a:pt x="27354" y="21249"/>
                      <a:pt x="21249" y="27387"/>
                      <a:pt x="13677" y="27387"/>
                    </a:cubicBezTo>
                    <a:cubicBezTo>
                      <a:pt x="6138" y="27387"/>
                      <a:pt x="1" y="21249"/>
                      <a:pt x="1" y="13711"/>
                    </a:cubicBezTo>
                    <a:cubicBezTo>
                      <a:pt x="1" y="6139"/>
                      <a:pt x="6138" y="1"/>
                      <a:pt x="13677" y="1"/>
                    </a:cubicBezTo>
                    <a:cubicBezTo>
                      <a:pt x="21249" y="1"/>
                      <a:pt x="27354" y="6139"/>
                      <a:pt x="27354" y="13711"/>
                    </a:cubicBezTo>
                    <a:close/>
                  </a:path>
                </a:pathLst>
              </a:custGeom>
              <a:solidFill>
                <a:srgbClr val="4B4F50"/>
              </a:solidFill>
              <a:ln cap="rnd"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1"/>
              <p:cNvSpPr/>
              <p:nvPr/>
            </p:nvSpPr>
            <p:spPr>
              <a:xfrm>
                <a:off x="4937875" y="3608850"/>
                <a:ext cx="750550" cy="750575"/>
              </a:xfrm>
              <a:custGeom>
                <a:rect b="b" l="l" r="r" t="t"/>
                <a:pathLst>
                  <a:path extrusionOk="0" fill="none" h="30023" w="30022">
                    <a:moveTo>
                      <a:pt x="24684" y="24685"/>
                    </a:moveTo>
                    <a:cubicBezTo>
                      <a:pt x="30021" y="19348"/>
                      <a:pt x="30021" y="10675"/>
                      <a:pt x="24684" y="5338"/>
                    </a:cubicBezTo>
                    <a:cubicBezTo>
                      <a:pt x="19347" y="1"/>
                      <a:pt x="10674" y="1"/>
                      <a:pt x="5337" y="5338"/>
                    </a:cubicBezTo>
                    <a:cubicBezTo>
                      <a:pt x="0" y="10675"/>
                      <a:pt x="0" y="19348"/>
                      <a:pt x="5337" y="24685"/>
                    </a:cubicBezTo>
                    <a:cubicBezTo>
                      <a:pt x="10674" y="30022"/>
                      <a:pt x="19347" y="30022"/>
                      <a:pt x="24684" y="24685"/>
                    </a:cubicBezTo>
                    <a:close/>
                  </a:path>
                </a:pathLst>
              </a:custGeom>
              <a:solidFill>
                <a:srgbClr val="4B4F50"/>
              </a:solidFill>
              <a:ln cap="rnd"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1"/>
              <p:cNvSpPr/>
              <p:nvPr/>
            </p:nvSpPr>
            <p:spPr>
              <a:xfrm>
                <a:off x="5071300" y="3884050"/>
                <a:ext cx="683850" cy="683850"/>
              </a:xfrm>
              <a:custGeom>
                <a:rect b="b" l="l" r="r" t="t"/>
                <a:pathLst>
                  <a:path extrusionOk="0" fill="none" h="27354" w="27354">
                    <a:moveTo>
                      <a:pt x="13677" y="27354"/>
                    </a:moveTo>
                    <a:cubicBezTo>
                      <a:pt x="21249" y="27354"/>
                      <a:pt x="27353" y="21216"/>
                      <a:pt x="27353" y="13677"/>
                    </a:cubicBezTo>
                    <a:cubicBezTo>
                      <a:pt x="27353" y="6105"/>
                      <a:pt x="21249" y="1"/>
                      <a:pt x="13677" y="1"/>
                    </a:cubicBezTo>
                    <a:cubicBezTo>
                      <a:pt x="6138" y="1"/>
                      <a:pt x="0" y="6105"/>
                      <a:pt x="0" y="13677"/>
                    </a:cubicBezTo>
                    <a:cubicBezTo>
                      <a:pt x="0" y="21216"/>
                      <a:pt x="6138" y="27354"/>
                      <a:pt x="13677" y="27354"/>
                    </a:cubicBezTo>
                    <a:close/>
                  </a:path>
                </a:pathLst>
              </a:custGeom>
              <a:solidFill>
                <a:srgbClr val="4B4F50"/>
              </a:solidFill>
              <a:ln cap="rnd"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1"/>
              <p:cNvSpPr/>
              <p:nvPr/>
            </p:nvSpPr>
            <p:spPr>
              <a:xfrm>
                <a:off x="4937875" y="4092550"/>
                <a:ext cx="750550" cy="750550"/>
              </a:xfrm>
              <a:custGeom>
                <a:rect b="b" l="l" r="r" t="t"/>
                <a:pathLst>
                  <a:path extrusionOk="0" fill="none" h="30022" w="30022">
                    <a:moveTo>
                      <a:pt x="5337" y="24684"/>
                    </a:moveTo>
                    <a:cubicBezTo>
                      <a:pt x="10674" y="30022"/>
                      <a:pt x="19347" y="30022"/>
                      <a:pt x="24684" y="24684"/>
                    </a:cubicBezTo>
                    <a:cubicBezTo>
                      <a:pt x="30021" y="19347"/>
                      <a:pt x="30021" y="10674"/>
                      <a:pt x="24684" y="5337"/>
                    </a:cubicBezTo>
                    <a:cubicBezTo>
                      <a:pt x="19347" y="0"/>
                      <a:pt x="10674" y="0"/>
                      <a:pt x="5337" y="5337"/>
                    </a:cubicBezTo>
                    <a:cubicBezTo>
                      <a:pt x="0" y="10674"/>
                      <a:pt x="0" y="19347"/>
                      <a:pt x="5337" y="24684"/>
                    </a:cubicBezTo>
                    <a:close/>
                  </a:path>
                </a:pathLst>
              </a:custGeom>
              <a:solidFill>
                <a:srgbClr val="4B4F50"/>
              </a:solidFill>
              <a:ln cap="rnd"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1"/>
              <p:cNvSpPr/>
              <p:nvPr/>
            </p:nvSpPr>
            <p:spPr>
              <a:xfrm>
                <a:off x="4729375" y="4225975"/>
                <a:ext cx="683850" cy="683850"/>
              </a:xfrm>
              <a:custGeom>
                <a:rect b="b" l="l" r="r" t="t"/>
                <a:pathLst>
                  <a:path extrusionOk="0" fill="none" h="27354" w="27354">
                    <a:moveTo>
                      <a:pt x="1" y="13677"/>
                    </a:moveTo>
                    <a:cubicBezTo>
                      <a:pt x="1" y="21215"/>
                      <a:pt x="6138" y="27353"/>
                      <a:pt x="13677" y="27353"/>
                    </a:cubicBezTo>
                    <a:cubicBezTo>
                      <a:pt x="21249" y="27353"/>
                      <a:pt x="27354" y="21215"/>
                      <a:pt x="27354" y="13677"/>
                    </a:cubicBezTo>
                    <a:cubicBezTo>
                      <a:pt x="27354" y="6105"/>
                      <a:pt x="21249" y="0"/>
                      <a:pt x="13677" y="0"/>
                    </a:cubicBezTo>
                    <a:cubicBezTo>
                      <a:pt x="6138" y="0"/>
                      <a:pt x="1" y="6105"/>
                      <a:pt x="1" y="13677"/>
                    </a:cubicBezTo>
                    <a:close/>
                  </a:path>
                </a:pathLst>
              </a:custGeom>
              <a:solidFill>
                <a:srgbClr val="4B4F50"/>
              </a:solidFill>
              <a:ln cap="rnd"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1"/>
              <p:cNvSpPr/>
              <p:nvPr/>
            </p:nvSpPr>
            <p:spPr>
              <a:xfrm>
                <a:off x="4454175" y="4092550"/>
                <a:ext cx="750575" cy="750550"/>
              </a:xfrm>
              <a:custGeom>
                <a:rect b="b" l="l" r="r" t="t"/>
                <a:pathLst>
                  <a:path extrusionOk="0" fill="none" h="30022" w="30023">
                    <a:moveTo>
                      <a:pt x="5338" y="5337"/>
                    </a:moveTo>
                    <a:cubicBezTo>
                      <a:pt x="1" y="10674"/>
                      <a:pt x="1" y="19347"/>
                      <a:pt x="5338" y="24684"/>
                    </a:cubicBezTo>
                    <a:cubicBezTo>
                      <a:pt x="10675" y="30022"/>
                      <a:pt x="19348" y="30022"/>
                      <a:pt x="24685" y="24684"/>
                    </a:cubicBezTo>
                    <a:cubicBezTo>
                      <a:pt x="30022" y="19347"/>
                      <a:pt x="30022" y="10674"/>
                      <a:pt x="24685" y="5337"/>
                    </a:cubicBezTo>
                    <a:cubicBezTo>
                      <a:pt x="19348" y="0"/>
                      <a:pt x="10675" y="0"/>
                      <a:pt x="5338" y="5337"/>
                    </a:cubicBezTo>
                    <a:close/>
                  </a:path>
                </a:pathLst>
              </a:custGeom>
              <a:solidFill>
                <a:srgbClr val="4B4F50"/>
              </a:solidFill>
              <a:ln cap="rnd"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1"/>
              <p:cNvSpPr/>
              <p:nvPr/>
            </p:nvSpPr>
            <p:spPr>
              <a:xfrm>
                <a:off x="4387475" y="3884050"/>
                <a:ext cx="683850" cy="683850"/>
              </a:xfrm>
              <a:custGeom>
                <a:rect b="b" l="l" r="r" t="t"/>
                <a:pathLst>
                  <a:path extrusionOk="0" fill="none" h="27354" w="27354">
                    <a:moveTo>
                      <a:pt x="13677" y="1"/>
                    </a:moveTo>
                    <a:cubicBezTo>
                      <a:pt x="6105" y="1"/>
                      <a:pt x="0" y="6105"/>
                      <a:pt x="0" y="13677"/>
                    </a:cubicBezTo>
                    <a:cubicBezTo>
                      <a:pt x="0" y="21216"/>
                      <a:pt x="6105" y="27354"/>
                      <a:pt x="13677" y="27354"/>
                    </a:cubicBezTo>
                    <a:cubicBezTo>
                      <a:pt x="21215" y="27354"/>
                      <a:pt x="27353" y="21216"/>
                      <a:pt x="27353" y="13677"/>
                    </a:cubicBezTo>
                    <a:cubicBezTo>
                      <a:pt x="27353" y="6105"/>
                      <a:pt x="21215" y="1"/>
                      <a:pt x="13677" y="1"/>
                    </a:cubicBezTo>
                    <a:close/>
                  </a:path>
                </a:pathLst>
              </a:custGeom>
              <a:solidFill>
                <a:srgbClr val="4B4F50"/>
              </a:solidFill>
              <a:ln cap="rnd"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1"/>
              <p:cNvSpPr/>
              <p:nvPr/>
            </p:nvSpPr>
            <p:spPr>
              <a:xfrm>
                <a:off x="4454175" y="3608850"/>
                <a:ext cx="750575" cy="750575"/>
              </a:xfrm>
              <a:custGeom>
                <a:rect b="b" l="l" r="r" t="t"/>
                <a:pathLst>
                  <a:path extrusionOk="0" fill="none" h="30023" w="30023">
                    <a:moveTo>
                      <a:pt x="24685" y="5338"/>
                    </a:moveTo>
                    <a:cubicBezTo>
                      <a:pt x="19348" y="1"/>
                      <a:pt x="10675" y="1"/>
                      <a:pt x="5338" y="5338"/>
                    </a:cubicBezTo>
                    <a:cubicBezTo>
                      <a:pt x="1" y="10675"/>
                      <a:pt x="1" y="19348"/>
                      <a:pt x="5338" y="24685"/>
                    </a:cubicBezTo>
                    <a:cubicBezTo>
                      <a:pt x="10675" y="30022"/>
                      <a:pt x="19348" y="30022"/>
                      <a:pt x="24685" y="24685"/>
                    </a:cubicBezTo>
                    <a:cubicBezTo>
                      <a:pt x="30022" y="19348"/>
                      <a:pt x="30022" y="10675"/>
                      <a:pt x="24685" y="5338"/>
                    </a:cubicBezTo>
                    <a:close/>
                  </a:path>
                </a:pathLst>
              </a:custGeom>
              <a:solidFill>
                <a:srgbClr val="4B4F50"/>
              </a:solidFill>
              <a:ln cap="rnd"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1"/>
              <p:cNvSpPr/>
              <p:nvPr/>
            </p:nvSpPr>
            <p:spPr>
              <a:xfrm>
                <a:off x="5054625" y="3917425"/>
                <a:ext cx="33375" cy="34200"/>
              </a:xfrm>
              <a:custGeom>
                <a:rect b="b" l="l" r="r" t="t"/>
                <a:pathLst>
                  <a:path extrusionOk="0" h="1368" w="1335">
                    <a:moveTo>
                      <a:pt x="667" y="0"/>
                    </a:moveTo>
                    <a:cubicBezTo>
                      <a:pt x="300" y="0"/>
                      <a:pt x="0" y="300"/>
                      <a:pt x="0" y="701"/>
                    </a:cubicBezTo>
                    <a:cubicBezTo>
                      <a:pt x="0" y="1067"/>
                      <a:pt x="300" y="1368"/>
                      <a:pt x="667" y="1368"/>
                    </a:cubicBezTo>
                    <a:cubicBezTo>
                      <a:pt x="1034" y="1368"/>
                      <a:pt x="1334" y="1067"/>
                      <a:pt x="1334" y="701"/>
                    </a:cubicBezTo>
                    <a:cubicBezTo>
                      <a:pt x="1334"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1"/>
              <p:cNvSpPr/>
              <p:nvPr/>
            </p:nvSpPr>
            <p:spPr>
              <a:xfrm>
                <a:off x="5054625" y="4500325"/>
                <a:ext cx="33375" cy="33375"/>
              </a:xfrm>
              <a:custGeom>
                <a:rect b="b" l="l" r="r" t="t"/>
                <a:pathLst>
                  <a:path extrusionOk="0" h="1335"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1"/>
              <p:cNvSpPr/>
              <p:nvPr/>
            </p:nvSpPr>
            <p:spPr>
              <a:xfrm>
                <a:off x="5345650" y="4209300"/>
                <a:ext cx="33375" cy="33375"/>
              </a:xfrm>
              <a:custGeom>
                <a:rect b="b" l="l" r="r" t="t"/>
                <a:pathLst>
                  <a:path extrusionOk="0" h="1335" w="1335">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1"/>
              <p:cNvSpPr/>
              <p:nvPr/>
            </p:nvSpPr>
            <p:spPr>
              <a:xfrm>
                <a:off x="4763575" y="4209300"/>
                <a:ext cx="33375" cy="33375"/>
              </a:xfrm>
              <a:custGeom>
                <a:rect b="b" l="l" r="r" t="t"/>
                <a:pathLst>
                  <a:path extrusionOk="0" h="1335" w="1335">
                    <a:moveTo>
                      <a:pt x="668" y="0"/>
                    </a:moveTo>
                    <a:cubicBezTo>
                      <a:pt x="301" y="0"/>
                      <a:pt x="0" y="300"/>
                      <a:pt x="0" y="667"/>
                    </a:cubicBezTo>
                    <a:cubicBezTo>
                      <a:pt x="0" y="1034"/>
                      <a:pt x="301" y="1334"/>
                      <a:pt x="668" y="1334"/>
                    </a:cubicBezTo>
                    <a:cubicBezTo>
                      <a:pt x="1034" y="1334"/>
                      <a:pt x="1335" y="1034"/>
                      <a:pt x="1335" y="667"/>
                    </a:cubicBezTo>
                    <a:cubicBezTo>
                      <a:pt x="1335" y="300"/>
                      <a:pt x="1034"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1"/>
              <p:cNvSpPr/>
              <p:nvPr/>
            </p:nvSpPr>
            <p:spPr>
              <a:xfrm>
                <a:off x="5258925" y="4003300"/>
                <a:ext cx="36725" cy="33400"/>
              </a:xfrm>
              <a:custGeom>
                <a:rect b="b" l="l" r="r" t="t"/>
                <a:pathLst>
                  <a:path extrusionOk="0" h="1336" w="1469">
                    <a:moveTo>
                      <a:pt x="734" y="1"/>
                    </a:moveTo>
                    <a:cubicBezTo>
                      <a:pt x="568" y="1"/>
                      <a:pt x="401" y="68"/>
                      <a:pt x="267" y="201"/>
                    </a:cubicBezTo>
                    <a:cubicBezTo>
                      <a:pt x="1" y="434"/>
                      <a:pt x="1" y="868"/>
                      <a:pt x="267" y="1135"/>
                    </a:cubicBezTo>
                    <a:cubicBezTo>
                      <a:pt x="401" y="1268"/>
                      <a:pt x="568" y="1335"/>
                      <a:pt x="734" y="1335"/>
                    </a:cubicBezTo>
                    <a:cubicBezTo>
                      <a:pt x="901" y="1335"/>
                      <a:pt x="1068" y="1268"/>
                      <a:pt x="1201" y="1135"/>
                    </a:cubicBezTo>
                    <a:cubicBezTo>
                      <a:pt x="1468" y="868"/>
                      <a:pt x="1468" y="434"/>
                      <a:pt x="1201" y="201"/>
                    </a:cubicBezTo>
                    <a:cubicBezTo>
                      <a:pt x="1068" y="68"/>
                      <a:pt x="901" y="1"/>
                      <a:pt x="7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1"/>
              <p:cNvSpPr/>
              <p:nvPr/>
            </p:nvSpPr>
            <p:spPr>
              <a:xfrm>
                <a:off x="4846975" y="4414425"/>
                <a:ext cx="36700" cy="34225"/>
              </a:xfrm>
              <a:custGeom>
                <a:rect b="b" l="l" r="r" t="t"/>
                <a:pathLst>
                  <a:path extrusionOk="0" h="1369" w="1468">
                    <a:moveTo>
                      <a:pt x="746" y="1"/>
                    </a:moveTo>
                    <a:cubicBezTo>
                      <a:pt x="576" y="1"/>
                      <a:pt x="400" y="68"/>
                      <a:pt x="267" y="201"/>
                    </a:cubicBezTo>
                    <a:cubicBezTo>
                      <a:pt x="0" y="468"/>
                      <a:pt x="0" y="902"/>
                      <a:pt x="267" y="1168"/>
                    </a:cubicBezTo>
                    <a:cubicBezTo>
                      <a:pt x="400" y="1302"/>
                      <a:pt x="576" y="1369"/>
                      <a:pt x="746" y="1369"/>
                    </a:cubicBezTo>
                    <a:cubicBezTo>
                      <a:pt x="917" y="1369"/>
                      <a:pt x="1084" y="1302"/>
                      <a:pt x="1201" y="1168"/>
                    </a:cubicBezTo>
                    <a:cubicBezTo>
                      <a:pt x="1468" y="902"/>
                      <a:pt x="1468" y="468"/>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1"/>
              <p:cNvSpPr/>
              <p:nvPr/>
            </p:nvSpPr>
            <p:spPr>
              <a:xfrm>
                <a:off x="5260600" y="4414425"/>
                <a:ext cx="33375" cy="34225"/>
              </a:xfrm>
              <a:custGeom>
                <a:rect b="b" l="l" r="r" t="t"/>
                <a:pathLst>
                  <a:path extrusionOk="0" h="1369" w="1335">
                    <a:moveTo>
                      <a:pt x="667" y="1"/>
                    </a:moveTo>
                    <a:cubicBezTo>
                      <a:pt x="300" y="1"/>
                      <a:pt x="0" y="301"/>
                      <a:pt x="0" y="701"/>
                    </a:cubicBezTo>
                    <a:cubicBezTo>
                      <a:pt x="0" y="1068"/>
                      <a:pt x="300" y="1369"/>
                      <a:pt x="667" y="1369"/>
                    </a:cubicBezTo>
                    <a:cubicBezTo>
                      <a:pt x="1034" y="1369"/>
                      <a:pt x="1335" y="1068"/>
                      <a:pt x="1335" y="701"/>
                    </a:cubicBezTo>
                    <a:cubicBezTo>
                      <a:pt x="1335"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1"/>
              <p:cNvSpPr/>
              <p:nvPr/>
            </p:nvSpPr>
            <p:spPr>
              <a:xfrm>
                <a:off x="4846975" y="4003300"/>
                <a:ext cx="36700" cy="33400"/>
              </a:xfrm>
              <a:custGeom>
                <a:rect b="b" l="l" r="r" t="t"/>
                <a:pathLst>
                  <a:path extrusionOk="0" h="1336" w="1468">
                    <a:moveTo>
                      <a:pt x="746" y="1"/>
                    </a:moveTo>
                    <a:cubicBezTo>
                      <a:pt x="576" y="1"/>
                      <a:pt x="400" y="68"/>
                      <a:pt x="267" y="201"/>
                    </a:cubicBezTo>
                    <a:cubicBezTo>
                      <a:pt x="0" y="434"/>
                      <a:pt x="0" y="868"/>
                      <a:pt x="267" y="1135"/>
                    </a:cubicBezTo>
                    <a:cubicBezTo>
                      <a:pt x="400" y="1268"/>
                      <a:pt x="576" y="1335"/>
                      <a:pt x="746" y="1335"/>
                    </a:cubicBezTo>
                    <a:cubicBezTo>
                      <a:pt x="917" y="1335"/>
                      <a:pt x="1084" y="1268"/>
                      <a:pt x="1201" y="1135"/>
                    </a:cubicBezTo>
                    <a:cubicBezTo>
                      <a:pt x="1468" y="868"/>
                      <a:pt x="1468" y="434"/>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1"/>
              <p:cNvSpPr/>
              <p:nvPr/>
            </p:nvSpPr>
            <p:spPr>
              <a:xfrm>
                <a:off x="5581650" y="3661400"/>
                <a:ext cx="56750" cy="51725"/>
              </a:xfrm>
              <a:custGeom>
                <a:rect b="b" l="l" r="r" t="t"/>
                <a:pathLst>
                  <a:path extrusionOk="0" h="2069" w="2270">
                    <a:moveTo>
                      <a:pt x="1135" y="0"/>
                    </a:moveTo>
                    <a:cubicBezTo>
                      <a:pt x="868" y="0"/>
                      <a:pt x="601" y="100"/>
                      <a:pt x="401" y="301"/>
                    </a:cubicBezTo>
                    <a:cubicBezTo>
                      <a:pt x="1" y="701"/>
                      <a:pt x="1" y="1368"/>
                      <a:pt x="401" y="1768"/>
                    </a:cubicBezTo>
                    <a:cubicBezTo>
                      <a:pt x="601" y="1968"/>
                      <a:pt x="868" y="2069"/>
                      <a:pt x="1135" y="2069"/>
                    </a:cubicBezTo>
                    <a:cubicBezTo>
                      <a:pt x="1402" y="2069"/>
                      <a:pt x="1669" y="1968"/>
                      <a:pt x="1869" y="1768"/>
                    </a:cubicBezTo>
                    <a:cubicBezTo>
                      <a:pt x="2269" y="1368"/>
                      <a:pt x="2269" y="701"/>
                      <a:pt x="1869" y="301"/>
                    </a:cubicBezTo>
                    <a:cubicBezTo>
                      <a:pt x="1669" y="100"/>
                      <a:pt x="1402" y="0"/>
                      <a:pt x="1135"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1"/>
              <p:cNvSpPr/>
              <p:nvPr/>
            </p:nvSpPr>
            <p:spPr>
              <a:xfrm>
                <a:off x="5806825" y="4200125"/>
                <a:ext cx="51725" cy="51725"/>
              </a:xfrm>
              <a:custGeom>
                <a:rect b="b" l="l" r="r" t="t"/>
                <a:pathLst>
                  <a:path extrusionOk="0" h="2069" w="2069">
                    <a:moveTo>
                      <a:pt x="1034" y="0"/>
                    </a:moveTo>
                    <a:cubicBezTo>
                      <a:pt x="467" y="0"/>
                      <a:pt x="0" y="467"/>
                      <a:pt x="0" y="1034"/>
                    </a:cubicBezTo>
                    <a:cubicBezTo>
                      <a:pt x="0" y="1601"/>
                      <a:pt x="467" y="2068"/>
                      <a:pt x="1034" y="2068"/>
                    </a:cubicBezTo>
                    <a:cubicBezTo>
                      <a:pt x="1635" y="2068"/>
                      <a:pt x="2068" y="1601"/>
                      <a:pt x="2068" y="1034"/>
                    </a:cubicBezTo>
                    <a:cubicBezTo>
                      <a:pt x="2068" y="467"/>
                      <a:pt x="1635"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1"/>
              <p:cNvSpPr/>
              <p:nvPr/>
            </p:nvSpPr>
            <p:spPr>
              <a:xfrm>
                <a:off x="5581650" y="4738825"/>
                <a:ext cx="56750" cy="51750"/>
              </a:xfrm>
              <a:custGeom>
                <a:rect b="b" l="l" r="r" t="t"/>
                <a:pathLst>
                  <a:path extrusionOk="0" h="2070" w="2270">
                    <a:moveTo>
                      <a:pt x="1135" y="1"/>
                    </a:moveTo>
                    <a:cubicBezTo>
                      <a:pt x="868" y="1"/>
                      <a:pt x="601" y="101"/>
                      <a:pt x="401" y="301"/>
                    </a:cubicBezTo>
                    <a:cubicBezTo>
                      <a:pt x="1" y="701"/>
                      <a:pt x="1" y="1335"/>
                      <a:pt x="401" y="1769"/>
                    </a:cubicBezTo>
                    <a:cubicBezTo>
                      <a:pt x="601" y="1969"/>
                      <a:pt x="868" y="2069"/>
                      <a:pt x="1135" y="2069"/>
                    </a:cubicBezTo>
                    <a:cubicBezTo>
                      <a:pt x="1402" y="2069"/>
                      <a:pt x="1669" y="1969"/>
                      <a:pt x="1869" y="1769"/>
                    </a:cubicBezTo>
                    <a:cubicBezTo>
                      <a:pt x="2269" y="1335"/>
                      <a:pt x="2269" y="701"/>
                      <a:pt x="1869" y="301"/>
                    </a:cubicBezTo>
                    <a:cubicBezTo>
                      <a:pt x="1669" y="101"/>
                      <a:pt x="1402" y="1"/>
                      <a:pt x="1135"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1"/>
              <p:cNvSpPr/>
              <p:nvPr/>
            </p:nvSpPr>
            <p:spPr>
              <a:xfrm>
                <a:off x="5045450" y="4961500"/>
                <a:ext cx="51725" cy="51725"/>
              </a:xfrm>
              <a:custGeom>
                <a:rect b="b" l="l" r="r" t="t"/>
                <a:pathLst>
                  <a:path extrusionOk="0" h="2069" w="2069">
                    <a:moveTo>
                      <a:pt x="1034" y="0"/>
                    </a:moveTo>
                    <a:cubicBezTo>
                      <a:pt x="467" y="0"/>
                      <a:pt x="0" y="467"/>
                      <a:pt x="0" y="1034"/>
                    </a:cubicBezTo>
                    <a:cubicBezTo>
                      <a:pt x="0" y="1601"/>
                      <a:pt x="467" y="2068"/>
                      <a:pt x="1034" y="2068"/>
                    </a:cubicBezTo>
                    <a:cubicBezTo>
                      <a:pt x="1601" y="2068"/>
                      <a:pt x="2068" y="1601"/>
                      <a:pt x="2068" y="1034"/>
                    </a:cubicBezTo>
                    <a:cubicBezTo>
                      <a:pt x="2068" y="467"/>
                      <a:pt x="1601"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1"/>
              <p:cNvSpPr/>
              <p:nvPr/>
            </p:nvSpPr>
            <p:spPr>
              <a:xfrm>
                <a:off x="4504225" y="4738825"/>
                <a:ext cx="56725" cy="51750"/>
              </a:xfrm>
              <a:custGeom>
                <a:rect b="b" l="l" r="r" t="t"/>
                <a:pathLst>
                  <a:path extrusionOk="0" h="2070" w="2269">
                    <a:moveTo>
                      <a:pt x="1134" y="1"/>
                    </a:moveTo>
                    <a:cubicBezTo>
                      <a:pt x="868" y="1"/>
                      <a:pt x="601" y="101"/>
                      <a:pt x="401" y="301"/>
                    </a:cubicBezTo>
                    <a:cubicBezTo>
                      <a:pt x="0" y="701"/>
                      <a:pt x="0" y="1335"/>
                      <a:pt x="401" y="1769"/>
                    </a:cubicBezTo>
                    <a:cubicBezTo>
                      <a:pt x="601" y="1969"/>
                      <a:pt x="868" y="2069"/>
                      <a:pt x="1134" y="2069"/>
                    </a:cubicBezTo>
                    <a:cubicBezTo>
                      <a:pt x="1401" y="2069"/>
                      <a:pt x="1668" y="1969"/>
                      <a:pt x="1868" y="1769"/>
                    </a:cubicBezTo>
                    <a:cubicBezTo>
                      <a:pt x="2269" y="1335"/>
                      <a:pt x="2269" y="701"/>
                      <a:pt x="1868" y="301"/>
                    </a:cubicBezTo>
                    <a:cubicBezTo>
                      <a:pt x="1668" y="101"/>
                      <a:pt x="1401" y="1"/>
                      <a:pt x="11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1"/>
              <p:cNvSpPr/>
              <p:nvPr/>
            </p:nvSpPr>
            <p:spPr>
              <a:xfrm>
                <a:off x="4284075" y="4200125"/>
                <a:ext cx="51725" cy="51725"/>
              </a:xfrm>
              <a:custGeom>
                <a:rect b="b" l="l" r="r" t="t"/>
                <a:pathLst>
                  <a:path extrusionOk="0" h="2069" w="2069">
                    <a:moveTo>
                      <a:pt x="1034" y="0"/>
                    </a:moveTo>
                    <a:cubicBezTo>
                      <a:pt x="434" y="0"/>
                      <a:pt x="0" y="467"/>
                      <a:pt x="0" y="1034"/>
                    </a:cubicBezTo>
                    <a:cubicBezTo>
                      <a:pt x="0" y="1601"/>
                      <a:pt x="434" y="2068"/>
                      <a:pt x="1034" y="2068"/>
                    </a:cubicBezTo>
                    <a:cubicBezTo>
                      <a:pt x="1601" y="2068"/>
                      <a:pt x="2068" y="1601"/>
                      <a:pt x="2068" y="1034"/>
                    </a:cubicBezTo>
                    <a:cubicBezTo>
                      <a:pt x="2068" y="467"/>
                      <a:pt x="1601" y="0"/>
                      <a:pt x="10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1"/>
              <p:cNvSpPr/>
              <p:nvPr/>
            </p:nvSpPr>
            <p:spPr>
              <a:xfrm>
                <a:off x="4504225" y="3661400"/>
                <a:ext cx="56725" cy="51725"/>
              </a:xfrm>
              <a:custGeom>
                <a:rect b="b" l="l" r="r" t="t"/>
                <a:pathLst>
                  <a:path extrusionOk="0" h="2069" w="2269">
                    <a:moveTo>
                      <a:pt x="1134" y="0"/>
                    </a:moveTo>
                    <a:cubicBezTo>
                      <a:pt x="868" y="0"/>
                      <a:pt x="601" y="100"/>
                      <a:pt x="401" y="301"/>
                    </a:cubicBezTo>
                    <a:cubicBezTo>
                      <a:pt x="0" y="701"/>
                      <a:pt x="0" y="1368"/>
                      <a:pt x="401" y="1768"/>
                    </a:cubicBezTo>
                    <a:cubicBezTo>
                      <a:pt x="601" y="1968"/>
                      <a:pt x="868" y="2069"/>
                      <a:pt x="1134" y="2069"/>
                    </a:cubicBezTo>
                    <a:cubicBezTo>
                      <a:pt x="1401" y="2069"/>
                      <a:pt x="1668" y="1968"/>
                      <a:pt x="1868" y="1768"/>
                    </a:cubicBezTo>
                    <a:cubicBezTo>
                      <a:pt x="2269" y="1368"/>
                      <a:pt x="2269" y="701"/>
                      <a:pt x="1868" y="301"/>
                    </a:cubicBezTo>
                    <a:cubicBezTo>
                      <a:pt x="1668" y="100"/>
                      <a:pt x="1401" y="0"/>
                      <a:pt x="1134"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1"/>
              <p:cNvSpPr/>
              <p:nvPr/>
            </p:nvSpPr>
            <p:spPr>
              <a:xfrm>
                <a:off x="5054625" y="3716425"/>
                <a:ext cx="33375" cy="33400"/>
              </a:xfrm>
              <a:custGeom>
                <a:rect b="b" l="l" r="r" t="t"/>
                <a:pathLst>
                  <a:path extrusionOk="0" h="1336" w="1335">
                    <a:moveTo>
                      <a:pt x="667" y="1"/>
                    </a:moveTo>
                    <a:cubicBezTo>
                      <a:pt x="300" y="1"/>
                      <a:pt x="0" y="301"/>
                      <a:pt x="0" y="668"/>
                    </a:cubicBezTo>
                    <a:cubicBezTo>
                      <a:pt x="0" y="1068"/>
                      <a:pt x="300" y="1335"/>
                      <a:pt x="667" y="1335"/>
                    </a:cubicBezTo>
                    <a:cubicBezTo>
                      <a:pt x="1034" y="1335"/>
                      <a:pt x="1334" y="1068"/>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1"/>
              <p:cNvSpPr/>
              <p:nvPr/>
            </p:nvSpPr>
            <p:spPr>
              <a:xfrm>
                <a:off x="5400700" y="3860700"/>
                <a:ext cx="36700" cy="33400"/>
              </a:xfrm>
              <a:custGeom>
                <a:rect b="b" l="l" r="r" t="t"/>
                <a:pathLst>
                  <a:path extrusionOk="0" h="1336" w="1468">
                    <a:moveTo>
                      <a:pt x="751" y="1"/>
                    </a:moveTo>
                    <a:cubicBezTo>
                      <a:pt x="576" y="1"/>
                      <a:pt x="401" y="67"/>
                      <a:pt x="267" y="201"/>
                    </a:cubicBezTo>
                    <a:cubicBezTo>
                      <a:pt x="0" y="468"/>
                      <a:pt x="0" y="901"/>
                      <a:pt x="267" y="1135"/>
                    </a:cubicBezTo>
                    <a:cubicBezTo>
                      <a:pt x="401" y="1268"/>
                      <a:pt x="576" y="1335"/>
                      <a:pt x="751" y="1335"/>
                    </a:cubicBezTo>
                    <a:cubicBezTo>
                      <a:pt x="926" y="1335"/>
                      <a:pt x="1101" y="1268"/>
                      <a:pt x="1234" y="1135"/>
                    </a:cubicBezTo>
                    <a:cubicBezTo>
                      <a:pt x="1468" y="901"/>
                      <a:pt x="1468" y="468"/>
                      <a:pt x="1234" y="201"/>
                    </a:cubicBezTo>
                    <a:cubicBezTo>
                      <a:pt x="1101" y="67"/>
                      <a:pt x="926" y="1"/>
                      <a:pt x="751"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1"/>
              <p:cNvSpPr/>
              <p:nvPr/>
            </p:nvSpPr>
            <p:spPr>
              <a:xfrm>
                <a:off x="5546625" y="4209300"/>
                <a:ext cx="33400" cy="33375"/>
              </a:xfrm>
              <a:custGeom>
                <a:rect b="b" l="l" r="r" t="t"/>
                <a:pathLst>
                  <a:path extrusionOk="0" h="1335" w="1336">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1"/>
              <p:cNvSpPr/>
              <p:nvPr/>
            </p:nvSpPr>
            <p:spPr>
              <a:xfrm>
                <a:off x="5400700" y="4557050"/>
                <a:ext cx="36700" cy="33375"/>
              </a:xfrm>
              <a:custGeom>
                <a:rect b="b" l="l" r="r" t="t"/>
                <a:pathLst>
                  <a:path extrusionOk="0" h="1335" w="1468">
                    <a:moveTo>
                      <a:pt x="751" y="0"/>
                    </a:moveTo>
                    <a:cubicBezTo>
                      <a:pt x="576" y="0"/>
                      <a:pt x="401" y="67"/>
                      <a:pt x="267" y="200"/>
                    </a:cubicBezTo>
                    <a:cubicBezTo>
                      <a:pt x="0" y="467"/>
                      <a:pt x="0" y="867"/>
                      <a:pt x="267" y="1134"/>
                    </a:cubicBezTo>
                    <a:cubicBezTo>
                      <a:pt x="401" y="1268"/>
                      <a:pt x="576" y="1334"/>
                      <a:pt x="751" y="1334"/>
                    </a:cubicBezTo>
                    <a:cubicBezTo>
                      <a:pt x="926" y="1334"/>
                      <a:pt x="1101" y="1268"/>
                      <a:pt x="1234" y="1134"/>
                    </a:cubicBezTo>
                    <a:cubicBezTo>
                      <a:pt x="1468" y="867"/>
                      <a:pt x="1468" y="467"/>
                      <a:pt x="1234" y="200"/>
                    </a:cubicBezTo>
                    <a:cubicBezTo>
                      <a:pt x="1101" y="67"/>
                      <a:pt x="926" y="0"/>
                      <a:pt x="751"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1"/>
              <p:cNvSpPr/>
              <p:nvPr/>
            </p:nvSpPr>
            <p:spPr>
              <a:xfrm>
                <a:off x="5054625" y="4701300"/>
                <a:ext cx="33375" cy="33400"/>
              </a:xfrm>
              <a:custGeom>
                <a:rect b="b" l="l" r="r" t="t"/>
                <a:pathLst>
                  <a:path extrusionOk="0" h="1336"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1"/>
              <p:cNvSpPr/>
              <p:nvPr/>
            </p:nvSpPr>
            <p:spPr>
              <a:xfrm>
                <a:off x="4705200" y="4557050"/>
                <a:ext cx="36725" cy="33375"/>
              </a:xfrm>
              <a:custGeom>
                <a:rect b="b" l="l" r="r" t="t"/>
                <a:pathLst>
                  <a:path extrusionOk="0" h="1335" w="1469">
                    <a:moveTo>
                      <a:pt x="718" y="0"/>
                    </a:moveTo>
                    <a:cubicBezTo>
                      <a:pt x="542" y="0"/>
                      <a:pt x="367" y="67"/>
                      <a:pt x="234" y="200"/>
                    </a:cubicBezTo>
                    <a:cubicBezTo>
                      <a:pt x="0" y="467"/>
                      <a:pt x="0" y="867"/>
                      <a:pt x="234" y="1134"/>
                    </a:cubicBezTo>
                    <a:cubicBezTo>
                      <a:pt x="367" y="1268"/>
                      <a:pt x="542" y="1334"/>
                      <a:pt x="718" y="1334"/>
                    </a:cubicBezTo>
                    <a:cubicBezTo>
                      <a:pt x="893" y="1334"/>
                      <a:pt x="1068" y="1268"/>
                      <a:pt x="1201" y="1134"/>
                    </a:cubicBezTo>
                    <a:cubicBezTo>
                      <a:pt x="1468" y="867"/>
                      <a:pt x="1468" y="467"/>
                      <a:pt x="1201" y="200"/>
                    </a:cubicBezTo>
                    <a:cubicBezTo>
                      <a:pt x="1068" y="67"/>
                      <a:pt x="893" y="0"/>
                      <a:pt x="71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1"/>
              <p:cNvSpPr/>
              <p:nvPr/>
            </p:nvSpPr>
            <p:spPr>
              <a:xfrm>
                <a:off x="4562600" y="4209300"/>
                <a:ext cx="33375" cy="33375"/>
              </a:xfrm>
              <a:custGeom>
                <a:rect b="b" l="l" r="r" t="t"/>
                <a:pathLst>
                  <a:path extrusionOk="0" h="1335" w="1335">
                    <a:moveTo>
                      <a:pt x="667" y="0"/>
                    </a:moveTo>
                    <a:cubicBezTo>
                      <a:pt x="301" y="0"/>
                      <a:pt x="0" y="300"/>
                      <a:pt x="0" y="667"/>
                    </a:cubicBezTo>
                    <a:cubicBezTo>
                      <a:pt x="0" y="1034"/>
                      <a:pt x="301" y="1334"/>
                      <a:pt x="667" y="1334"/>
                    </a:cubicBezTo>
                    <a:cubicBezTo>
                      <a:pt x="1034" y="1334"/>
                      <a:pt x="1335" y="1034"/>
                      <a:pt x="1335" y="667"/>
                    </a:cubicBezTo>
                    <a:cubicBezTo>
                      <a:pt x="1335"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1"/>
              <p:cNvSpPr/>
              <p:nvPr/>
            </p:nvSpPr>
            <p:spPr>
              <a:xfrm>
                <a:off x="4705200" y="3860700"/>
                <a:ext cx="36725" cy="33600"/>
              </a:xfrm>
              <a:custGeom>
                <a:rect b="b" l="l" r="r" t="t"/>
                <a:pathLst>
                  <a:path extrusionOk="0" h="1344" w="1469">
                    <a:moveTo>
                      <a:pt x="718" y="1"/>
                    </a:moveTo>
                    <a:cubicBezTo>
                      <a:pt x="542" y="1"/>
                      <a:pt x="367" y="67"/>
                      <a:pt x="234" y="201"/>
                    </a:cubicBezTo>
                    <a:cubicBezTo>
                      <a:pt x="0" y="468"/>
                      <a:pt x="0" y="901"/>
                      <a:pt x="234" y="1168"/>
                    </a:cubicBezTo>
                    <a:cubicBezTo>
                      <a:pt x="367" y="1285"/>
                      <a:pt x="542" y="1343"/>
                      <a:pt x="718" y="1343"/>
                    </a:cubicBezTo>
                    <a:cubicBezTo>
                      <a:pt x="893" y="1343"/>
                      <a:pt x="1068" y="1285"/>
                      <a:pt x="1201" y="1168"/>
                    </a:cubicBezTo>
                    <a:cubicBezTo>
                      <a:pt x="1468" y="901"/>
                      <a:pt x="1468" y="468"/>
                      <a:pt x="1201" y="201"/>
                    </a:cubicBezTo>
                    <a:cubicBezTo>
                      <a:pt x="1068" y="67"/>
                      <a:pt x="893" y="1"/>
                      <a:pt x="718"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6" name="Google Shape;1556;p61"/>
            <p:cNvSpPr/>
            <p:nvPr/>
          </p:nvSpPr>
          <p:spPr>
            <a:xfrm>
              <a:off x="6436403" y="2604465"/>
              <a:ext cx="121500" cy="121500"/>
            </a:xfrm>
            <a:prstGeom prst="ellipse">
              <a:avLst/>
            </a:prstGeom>
            <a:solidFill>
              <a:schemeClr val="accent2"/>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1"/>
            <p:cNvSpPr/>
            <p:nvPr/>
          </p:nvSpPr>
          <p:spPr>
            <a:xfrm rot="5400000">
              <a:off x="7271325" y="2644575"/>
              <a:ext cx="37650" cy="37650"/>
            </a:xfrm>
            <a:custGeom>
              <a:rect b="b" l="l" r="r" t="t"/>
              <a:pathLst>
                <a:path extrusionOk="0" h="1506" w="1506">
                  <a:moveTo>
                    <a:pt x="753" y="1"/>
                  </a:moveTo>
                  <a:cubicBezTo>
                    <a:pt x="347" y="1"/>
                    <a:pt x="0" y="348"/>
                    <a:pt x="0" y="753"/>
                  </a:cubicBezTo>
                  <a:cubicBezTo>
                    <a:pt x="0" y="1187"/>
                    <a:pt x="347" y="1506"/>
                    <a:pt x="753" y="1506"/>
                  </a:cubicBezTo>
                  <a:cubicBezTo>
                    <a:pt x="1187" y="1506"/>
                    <a:pt x="1505" y="1187"/>
                    <a:pt x="1505" y="753"/>
                  </a:cubicBezTo>
                  <a:cubicBezTo>
                    <a:pt x="1505" y="348"/>
                    <a:pt x="1187" y="1"/>
                    <a:pt x="753"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58" name="Google Shape;1558;p61"/>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559" name="Google Shape;1559;p61"/>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1"/>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1">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562" name="Google Shape;1562;p61">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cxnSp>
        <p:nvCxnSpPr>
          <p:cNvPr id="1563" name="Google Shape;1563;p61"/>
          <p:cNvCxnSpPr/>
          <p:nvPr/>
        </p:nvCxnSpPr>
        <p:spPr>
          <a:xfrm>
            <a:off x="8551050" y="2264575"/>
            <a:ext cx="0" cy="2628900"/>
          </a:xfrm>
          <a:prstGeom prst="straightConnector1">
            <a:avLst/>
          </a:prstGeom>
          <a:noFill/>
          <a:ln cap="flat" cmpd="sng" w="19050">
            <a:solidFill>
              <a:schemeClr val="dk2"/>
            </a:solidFill>
            <a:prstDash val="solid"/>
            <a:round/>
            <a:headEnd len="med" w="med" type="none"/>
            <a:tailEnd len="med" w="med" type="none"/>
          </a:ln>
        </p:spPr>
      </p:cxnSp>
      <p:sp>
        <p:nvSpPr>
          <p:cNvPr id="1564" name="Google Shape;1564;p61"/>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565" name="Google Shape;1565;p61"/>
          <p:cNvSpPr txBox="1"/>
          <p:nvPr>
            <p:ph type="title"/>
          </p:nvPr>
        </p:nvSpPr>
        <p:spPr>
          <a:xfrm>
            <a:off x="4794500" y="1870575"/>
            <a:ext cx="3629700" cy="48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MOCKUP / 2</a:t>
            </a:r>
            <a:endParaRPr/>
          </a:p>
        </p:txBody>
      </p:sp>
      <p:sp>
        <p:nvSpPr>
          <p:cNvPr id="1566" name="Google Shape;1566;p61"/>
          <p:cNvSpPr txBox="1"/>
          <p:nvPr>
            <p:ph idx="1" type="subTitle"/>
          </p:nvPr>
        </p:nvSpPr>
        <p:spPr>
          <a:xfrm>
            <a:off x="4794500" y="2799075"/>
            <a:ext cx="3629700" cy="10806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Clr>
                <a:schemeClr val="dk1"/>
              </a:buClr>
              <a:buSzPts val="1100"/>
              <a:buFont typeface="Arial"/>
              <a:buNone/>
            </a:pPr>
            <a:r>
              <a:rPr lang="en"/>
              <a:t>You can replace the image on the screen with your own work. Just delete this one, add yours and center it properly</a:t>
            </a:r>
            <a:endParaRPr/>
          </a:p>
        </p:txBody>
      </p:sp>
      <p:sp>
        <p:nvSpPr>
          <p:cNvPr id="1567" name="Google Shape;1567;p61"/>
          <p:cNvSpPr/>
          <p:nvPr/>
        </p:nvSpPr>
        <p:spPr>
          <a:xfrm rot="10800000">
            <a:off x="720000" y="1443806"/>
            <a:ext cx="3309753" cy="2556688"/>
          </a:xfrm>
          <a:custGeom>
            <a:rect b="b" l="l" r="r" t="t"/>
            <a:pathLst>
              <a:path extrusionOk="0" h="173188" w="224200">
                <a:moveTo>
                  <a:pt x="214890" y="80337"/>
                </a:moveTo>
                <a:cubicBezTo>
                  <a:pt x="217737" y="80337"/>
                  <a:pt x="219983" y="82610"/>
                  <a:pt x="219983" y="85430"/>
                </a:cubicBezTo>
                <a:cubicBezTo>
                  <a:pt x="219983" y="88223"/>
                  <a:pt x="217683" y="90523"/>
                  <a:pt x="214890" y="90523"/>
                </a:cubicBezTo>
                <a:cubicBezTo>
                  <a:pt x="212070" y="90523"/>
                  <a:pt x="209797" y="88223"/>
                  <a:pt x="209797" y="85430"/>
                </a:cubicBezTo>
                <a:cubicBezTo>
                  <a:pt x="209797" y="82610"/>
                  <a:pt x="212070" y="80337"/>
                  <a:pt x="214890" y="80337"/>
                </a:cubicBezTo>
                <a:close/>
                <a:moveTo>
                  <a:pt x="205224" y="17771"/>
                </a:moveTo>
                <a:lnTo>
                  <a:pt x="205224" y="156540"/>
                </a:lnTo>
                <a:lnTo>
                  <a:pt x="18976" y="156540"/>
                </a:lnTo>
                <a:lnTo>
                  <a:pt x="18976" y="17771"/>
                </a:lnTo>
                <a:close/>
                <a:moveTo>
                  <a:pt x="9392" y="0"/>
                </a:moveTo>
                <a:cubicBezTo>
                  <a:pt x="4382" y="0"/>
                  <a:pt x="0" y="3587"/>
                  <a:pt x="0" y="8598"/>
                </a:cubicBezTo>
                <a:lnTo>
                  <a:pt x="0" y="163632"/>
                </a:lnTo>
                <a:cubicBezTo>
                  <a:pt x="0" y="168642"/>
                  <a:pt x="4354" y="173188"/>
                  <a:pt x="9392" y="173188"/>
                </a:cubicBezTo>
                <a:lnTo>
                  <a:pt x="215437" y="173188"/>
                </a:lnTo>
                <a:cubicBezTo>
                  <a:pt x="220421" y="173188"/>
                  <a:pt x="224200" y="168670"/>
                  <a:pt x="224200" y="163632"/>
                </a:cubicBezTo>
                <a:lnTo>
                  <a:pt x="224200" y="8598"/>
                </a:lnTo>
                <a:cubicBezTo>
                  <a:pt x="224200" y="3587"/>
                  <a:pt x="220421" y="0"/>
                  <a:pt x="215437" y="0"/>
                </a:cubicBezTo>
                <a:close/>
              </a:path>
            </a:pathLst>
          </a:custGeom>
          <a:solidFill>
            <a:schemeClr val="l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1"/>
          <p:cNvSpPr/>
          <p:nvPr/>
        </p:nvSpPr>
        <p:spPr>
          <a:xfrm rot="5400000">
            <a:off x="3270621" y="2712024"/>
            <a:ext cx="938384" cy="1855666"/>
          </a:xfrm>
          <a:custGeom>
            <a:rect b="b" l="l" r="r" t="t"/>
            <a:pathLst>
              <a:path extrusionOk="0" h="122466" w="6196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chemeClr val="l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1"/>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u="sng">
                <a:solidFill>
                  <a:schemeClr val="accent2"/>
                </a:solidFill>
                <a:latin typeface="Quicksand"/>
                <a:ea typeface="Quicksand"/>
                <a:cs typeface="Quicksand"/>
                <a:sym typeface="Quicksand"/>
                <a:hlinkClick action="ppaction://hlinksldjump" r:id="rId8">
                  <a:extLst>
                    <a:ext uri="{A12FA001-AC4F-418D-AE19-62706E023703}">
                      <ahyp:hlinkClr val="tx"/>
                    </a:ext>
                  </a:extLst>
                </a:hlinkClick>
              </a:rPr>
              <a:t>EXPERIENCE</a:t>
            </a:r>
            <a:endParaRPr u="sng">
              <a:solidFill>
                <a:schemeClr val="accent2"/>
              </a:solidFill>
              <a:latin typeface="Quicksand"/>
              <a:ea typeface="Quicksand"/>
              <a:cs typeface="Quicksand"/>
              <a:sym typeface="Quicksand"/>
            </a:endParaRPr>
          </a:p>
        </p:txBody>
      </p:sp>
      <p:pic>
        <p:nvPicPr>
          <p:cNvPr id="1570" name="Google Shape;1570;p61"/>
          <p:cNvPicPr preferRelativeResize="0"/>
          <p:nvPr/>
        </p:nvPicPr>
        <p:blipFill rotWithShape="1">
          <a:blip r:embed="rId9">
            <a:alphaModFix/>
          </a:blip>
          <a:srcRect b="708" l="2403" r="4797" t="827"/>
          <a:stretch/>
        </p:blipFill>
        <p:spPr>
          <a:xfrm>
            <a:off x="3020075" y="3213425"/>
            <a:ext cx="1427725" cy="852874"/>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4" name="Shape 1574"/>
        <p:cNvGrpSpPr/>
        <p:nvPr/>
      </p:nvGrpSpPr>
      <p:grpSpPr>
        <a:xfrm>
          <a:off x="0" y="0"/>
          <a:ext cx="0" cy="0"/>
          <a:chOff x="0" y="0"/>
          <a:chExt cx="0" cy="0"/>
        </a:xfrm>
      </p:grpSpPr>
      <p:cxnSp>
        <p:nvCxnSpPr>
          <p:cNvPr id="1575" name="Google Shape;1575;p62"/>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576" name="Google Shape;1576;p62"/>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577" name="Google Shape;1577;p62"/>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2"/>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2">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580" name="Google Shape;1580;p62">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581" name="Google Shape;1581;p62"/>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582" name="Google Shape;1582;p62"/>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solidFill>
                  <a:schemeClr val="dk1"/>
                </a:solidFill>
                <a:latin typeface="Quicksand"/>
                <a:ea typeface="Quicksand"/>
                <a:cs typeface="Quicksand"/>
                <a:sym typeface="Quicksand"/>
              </a:rPr>
              <a:t> </a:t>
            </a:r>
            <a:r>
              <a:rPr lang="en">
                <a:latin typeface="Quicksand"/>
                <a:ea typeface="Quicksand"/>
                <a:cs typeface="Quicksand"/>
                <a:sym typeface="Quicksand"/>
              </a:rPr>
              <a:t>/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
        <p:nvSpPr>
          <p:cNvPr id="1583" name="Google Shape;1583;p62"/>
          <p:cNvSpPr txBox="1"/>
          <p:nvPr>
            <p:ph type="title"/>
          </p:nvPr>
        </p:nvSpPr>
        <p:spPr>
          <a:xfrm>
            <a:off x="720000" y="1794200"/>
            <a:ext cx="3627600" cy="93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584" name="Google Shape;1584;p62"/>
          <p:cNvSpPr txBox="1"/>
          <p:nvPr>
            <p:ph idx="1" type="subTitle"/>
          </p:nvPr>
        </p:nvSpPr>
        <p:spPr>
          <a:xfrm>
            <a:off x="720000" y="2799075"/>
            <a:ext cx="3627600" cy="123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Doe you have any questions?</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
              <a:t>addyoremail@freepik.com</a:t>
            </a:r>
            <a:endParaRPr/>
          </a:p>
          <a:p>
            <a:pPr indent="0" lvl="0" marL="0" rtl="0" algn="l">
              <a:spcBef>
                <a:spcPts val="0"/>
              </a:spcBef>
              <a:spcAft>
                <a:spcPts val="0"/>
              </a:spcAft>
              <a:buClr>
                <a:schemeClr val="dk1"/>
              </a:buClr>
              <a:buSzPts val="1100"/>
              <a:buFont typeface="Arial"/>
              <a:buNone/>
            </a:pPr>
            <a:r>
              <a:rPr lang="en"/>
              <a:t>+91 620 421 838</a:t>
            </a:r>
            <a:endParaRPr/>
          </a:p>
          <a:p>
            <a:pPr indent="0" lvl="0" marL="0" rtl="0" algn="l">
              <a:spcBef>
                <a:spcPts val="0"/>
              </a:spcBef>
              <a:spcAft>
                <a:spcPts val="0"/>
              </a:spcAft>
              <a:buClr>
                <a:schemeClr val="dk1"/>
              </a:buClr>
              <a:buSzPts val="1100"/>
              <a:buFont typeface="Arial"/>
              <a:buNone/>
            </a:pPr>
            <a:r>
              <a:rPr lang="en"/>
              <a:t>yourcompany.com</a:t>
            </a:r>
            <a:endParaRPr/>
          </a:p>
        </p:txBody>
      </p:sp>
      <p:sp>
        <p:nvSpPr>
          <p:cNvPr id="1585" name="Google Shape;1585;p62"/>
          <p:cNvSpPr txBox="1"/>
          <p:nvPr/>
        </p:nvSpPr>
        <p:spPr>
          <a:xfrm>
            <a:off x="4973800" y="4270625"/>
            <a:ext cx="3534300" cy="437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2"/>
                </a:solidFill>
                <a:latin typeface="Tenor Sans"/>
                <a:ea typeface="Tenor Sans"/>
                <a:cs typeface="Tenor Sans"/>
                <a:sym typeface="Tenor Sans"/>
              </a:rPr>
              <a:t>“Please keep this slide for attribution”</a:t>
            </a:r>
            <a:r>
              <a:rPr lang="en">
                <a:solidFill>
                  <a:schemeClr val="lt1"/>
                </a:solidFill>
                <a:latin typeface="Tenor Sans"/>
                <a:ea typeface="Tenor Sans"/>
                <a:cs typeface="Tenor Sans"/>
                <a:sym typeface="Tenor Sans"/>
              </a:rPr>
              <a:t> </a:t>
            </a:r>
            <a:endParaRPr>
              <a:solidFill>
                <a:schemeClr val="lt1"/>
              </a:solidFill>
              <a:latin typeface="Tenor Sans"/>
              <a:ea typeface="Tenor Sans"/>
              <a:cs typeface="Tenor Sans"/>
              <a:sym typeface="Tenor Sans"/>
            </a:endParaRPr>
          </a:p>
        </p:txBody>
      </p:sp>
      <p:sp>
        <p:nvSpPr>
          <p:cNvPr id="1586" name="Google Shape;1586;p62"/>
          <p:cNvSpPr/>
          <p:nvPr/>
        </p:nvSpPr>
        <p:spPr>
          <a:xfrm>
            <a:off x="720000" y="4293544"/>
            <a:ext cx="267237" cy="26750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7" name="Google Shape;1587;p62"/>
          <p:cNvGrpSpPr/>
          <p:nvPr/>
        </p:nvGrpSpPr>
        <p:grpSpPr>
          <a:xfrm>
            <a:off x="1067101" y="4293542"/>
            <a:ext cx="267536" cy="267206"/>
            <a:chOff x="3303268" y="3817349"/>
            <a:chExt cx="346056" cy="345674"/>
          </a:xfrm>
        </p:grpSpPr>
        <p:sp>
          <p:nvSpPr>
            <p:cNvPr id="1588" name="Google Shape;1588;p6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 name="Google Shape;1592;p62"/>
          <p:cNvGrpSpPr/>
          <p:nvPr/>
        </p:nvGrpSpPr>
        <p:grpSpPr>
          <a:xfrm>
            <a:off x="1414438" y="4293542"/>
            <a:ext cx="267536" cy="267206"/>
            <a:chOff x="3752358" y="3817349"/>
            <a:chExt cx="346056" cy="345674"/>
          </a:xfrm>
        </p:grpSpPr>
        <p:sp>
          <p:nvSpPr>
            <p:cNvPr id="1593" name="Google Shape;1593;p6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 name="Google Shape;1597;p62"/>
          <p:cNvGrpSpPr/>
          <p:nvPr/>
        </p:nvGrpSpPr>
        <p:grpSpPr>
          <a:xfrm>
            <a:off x="1761775" y="4293542"/>
            <a:ext cx="267511" cy="267206"/>
            <a:chOff x="4201447" y="3817349"/>
            <a:chExt cx="346024" cy="345674"/>
          </a:xfrm>
        </p:grpSpPr>
        <p:sp>
          <p:nvSpPr>
            <p:cNvPr id="1598" name="Google Shape;1598;p6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 name="Google Shape;1600;p62"/>
          <p:cNvGrpSpPr/>
          <p:nvPr/>
        </p:nvGrpSpPr>
        <p:grpSpPr>
          <a:xfrm>
            <a:off x="2109107" y="4289181"/>
            <a:ext cx="276321" cy="275965"/>
            <a:chOff x="5583569" y="3351230"/>
            <a:chExt cx="357419" cy="357005"/>
          </a:xfrm>
        </p:grpSpPr>
        <p:sp>
          <p:nvSpPr>
            <p:cNvPr id="1601" name="Google Shape;1601;p6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6" name="Shape 1606"/>
        <p:cNvGrpSpPr/>
        <p:nvPr/>
      </p:nvGrpSpPr>
      <p:grpSpPr>
        <a:xfrm>
          <a:off x="0" y="0"/>
          <a:ext cx="0" cy="0"/>
          <a:chOff x="0" y="0"/>
          <a:chExt cx="0" cy="0"/>
        </a:xfrm>
      </p:grpSpPr>
      <p:cxnSp>
        <p:nvCxnSpPr>
          <p:cNvPr id="1607" name="Google Shape;1607;p63"/>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608" name="Google Shape;1608;p63"/>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609" name="Google Shape;1609;p63"/>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3"/>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3">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612" name="Google Shape;1612;p63">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613" name="Google Shape;1613;p63"/>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614" name="Google Shape;1614;p63"/>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
        <p:nvSpPr>
          <p:cNvPr id="1615" name="Google Shape;1615;p63"/>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1616" name="Google Shape;1616;p63"/>
          <p:cNvGrpSpPr/>
          <p:nvPr/>
        </p:nvGrpSpPr>
        <p:grpSpPr>
          <a:xfrm>
            <a:off x="790577" y="1920100"/>
            <a:ext cx="1908182" cy="724200"/>
            <a:chOff x="1613000" y="3728100"/>
            <a:chExt cx="2239125" cy="849800"/>
          </a:xfrm>
        </p:grpSpPr>
        <p:sp>
          <p:nvSpPr>
            <p:cNvPr id="1617" name="Google Shape;1617;p63"/>
            <p:cNvSpPr/>
            <p:nvPr/>
          </p:nvSpPr>
          <p:spPr>
            <a:xfrm>
              <a:off x="2872225" y="3728100"/>
              <a:ext cx="570425" cy="849800"/>
            </a:xfrm>
            <a:custGeom>
              <a:rect b="b" l="l" r="r" t="t"/>
              <a:pathLst>
                <a:path extrusionOk="0" fill="none" h="33992" w="22817">
                  <a:moveTo>
                    <a:pt x="22817" y="17013"/>
                  </a:moveTo>
                  <a:lnTo>
                    <a:pt x="0" y="1"/>
                  </a:lnTo>
                  <a:lnTo>
                    <a:pt x="0" y="33992"/>
                  </a:ln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3"/>
            <p:cNvSpPr/>
            <p:nvPr/>
          </p:nvSpPr>
          <p:spPr>
            <a:xfrm>
              <a:off x="3012325" y="3728100"/>
              <a:ext cx="569600" cy="849800"/>
            </a:xfrm>
            <a:custGeom>
              <a:rect b="b" l="l" r="r" t="t"/>
              <a:pathLst>
                <a:path extrusionOk="0" fill="none" h="33992" w="22784">
                  <a:moveTo>
                    <a:pt x="22783" y="17013"/>
                  </a:moveTo>
                  <a:lnTo>
                    <a:pt x="0" y="1"/>
                  </a:lnTo>
                  <a:lnTo>
                    <a:pt x="0" y="33992"/>
                  </a:lnTo>
                  <a:close/>
                </a:path>
              </a:pathLst>
            </a:custGeom>
            <a:solidFill>
              <a:srgbClr val="4B4F50"/>
            </a:solid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3"/>
            <p:cNvSpPr/>
            <p:nvPr/>
          </p:nvSpPr>
          <p:spPr>
            <a:xfrm>
              <a:off x="3297525" y="3836525"/>
              <a:ext cx="424500" cy="633800"/>
            </a:xfrm>
            <a:custGeom>
              <a:rect b="b" l="l" r="r" t="t"/>
              <a:pathLst>
                <a:path extrusionOk="0" fill="none" h="25352" w="16980">
                  <a:moveTo>
                    <a:pt x="16979" y="12676"/>
                  </a:moveTo>
                  <a:lnTo>
                    <a:pt x="1" y="0"/>
                  </a:lnTo>
                  <a:lnTo>
                    <a:pt x="1" y="25352"/>
                  </a:ln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3"/>
            <p:cNvSpPr/>
            <p:nvPr/>
          </p:nvSpPr>
          <p:spPr>
            <a:xfrm>
              <a:off x="2162550" y="3728100"/>
              <a:ext cx="1140000" cy="849800"/>
            </a:xfrm>
            <a:custGeom>
              <a:rect b="b" l="l" r="r" t="t"/>
              <a:pathLst>
                <a:path extrusionOk="0" fill="none" h="33992" w="45600">
                  <a:moveTo>
                    <a:pt x="22783" y="1"/>
                  </a:moveTo>
                  <a:lnTo>
                    <a:pt x="0" y="17013"/>
                  </a:lnTo>
                  <a:lnTo>
                    <a:pt x="22783" y="33992"/>
                  </a:lnTo>
                  <a:lnTo>
                    <a:pt x="45600" y="17013"/>
                  </a:ln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3"/>
            <p:cNvSpPr/>
            <p:nvPr/>
          </p:nvSpPr>
          <p:spPr>
            <a:xfrm>
              <a:off x="2022450" y="3728100"/>
              <a:ext cx="569600" cy="849800"/>
            </a:xfrm>
            <a:custGeom>
              <a:rect b="b" l="l" r="r" t="t"/>
              <a:pathLst>
                <a:path extrusionOk="0" fill="none" h="33992" w="22784">
                  <a:moveTo>
                    <a:pt x="0" y="17013"/>
                  </a:moveTo>
                  <a:lnTo>
                    <a:pt x="22783" y="1"/>
                  </a:lnTo>
                  <a:lnTo>
                    <a:pt x="22783" y="33992"/>
                  </a:ln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3"/>
            <p:cNvSpPr/>
            <p:nvPr/>
          </p:nvSpPr>
          <p:spPr>
            <a:xfrm>
              <a:off x="1882350" y="3728100"/>
              <a:ext cx="570425" cy="849800"/>
            </a:xfrm>
            <a:custGeom>
              <a:rect b="b" l="l" r="r" t="t"/>
              <a:pathLst>
                <a:path extrusionOk="0" fill="none" h="33992" w="22817">
                  <a:moveTo>
                    <a:pt x="0" y="17013"/>
                  </a:moveTo>
                  <a:lnTo>
                    <a:pt x="22817" y="1"/>
                  </a:lnTo>
                  <a:lnTo>
                    <a:pt x="22817" y="33992"/>
                  </a:lnTo>
                  <a:close/>
                </a:path>
              </a:pathLst>
            </a:custGeom>
            <a:solidFill>
              <a:srgbClr val="4B4F50"/>
            </a:solid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3"/>
            <p:cNvSpPr/>
            <p:nvPr/>
          </p:nvSpPr>
          <p:spPr>
            <a:xfrm>
              <a:off x="1742250" y="3836525"/>
              <a:ext cx="425325" cy="633800"/>
            </a:xfrm>
            <a:custGeom>
              <a:rect b="b" l="l" r="r" t="t"/>
              <a:pathLst>
                <a:path extrusionOk="0" fill="none" h="25352" w="17013">
                  <a:moveTo>
                    <a:pt x="0" y="12676"/>
                  </a:moveTo>
                  <a:lnTo>
                    <a:pt x="17013" y="0"/>
                  </a:lnTo>
                  <a:lnTo>
                    <a:pt x="17013" y="25352"/>
                  </a:lnTo>
                  <a:close/>
                </a:path>
              </a:pathLst>
            </a:custGeom>
            <a:solidFill>
              <a:srgbClr val="4B4F50"/>
            </a:solid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3"/>
            <p:cNvSpPr/>
            <p:nvPr/>
          </p:nvSpPr>
          <p:spPr>
            <a:xfrm>
              <a:off x="1613000" y="4056675"/>
              <a:ext cx="129275" cy="192675"/>
            </a:xfrm>
            <a:custGeom>
              <a:rect b="b" l="l" r="r" t="t"/>
              <a:pathLst>
                <a:path extrusionOk="0" h="7707" w="5171">
                  <a:moveTo>
                    <a:pt x="5170" y="1"/>
                  </a:moveTo>
                  <a:lnTo>
                    <a:pt x="0" y="3870"/>
                  </a:lnTo>
                  <a:lnTo>
                    <a:pt x="5170" y="7706"/>
                  </a:lnTo>
                  <a:lnTo>
                    <a:pt x="5170"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3"/>
            <p:cNvSpPr/>
            <p:nvPr/>
          </p:nvSpPr>
          <p:spPr>
            <a:xfrm>
              <a:off x="1934875" y="4105875"/>
              <a:ext cx="63425" cy="94275"/>
            </a:xfrm>
            <a:custGeom>
              <a:rect b="b" l="l" r="r" t="t"/>
              <a:pathLst>
                <a:path extrusionOk="0" h="3771" w="2537">
                  <a:moveTo>
                    <a:pt x="2536" y="1"/>
                  </a:moveTo>
                  <a:lnTo>
                    <a:pt x="1" y="1902"/>
                  </a:lnTo>
                  <a:lnTo>
                    <a:pt x="2536" y="3770"/>
                  </a:lnTo>
                  <a:lnTo>
                    <a:pt x="2536"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3"/>
            <p:cNvSpPr/>
            <p:nvPr/>
          </p:nvSpPr>
          <p:spPr>
            <a:xfrm>
              <a:off x="2452750" y="4105875"/>
              <a:ext cx="62575" cy="94275"/>
            </a:xfrm>
            <a:custGeom>
              <a:rect b="b" l="l" r="r" t="t"/>
              <a:pathLst>
                <a:path extrusionOk="0" h="3771" w="2503">
                  <a:moveTo>
                    <a:pt x="2503" y="1"/>
                  </a:moveTo>
                  <a:lnTo>
                    <a:pt x="1" y="1902"/>
                  </a:lnTo>
                  <a:lnTo>
                    <a:pt x="2503" y="3770"/>
                  </a:lnTo>
                  <a:lnTo>
                    <a:pt x="2503"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3"/>
            <p:cNvSpPr/>
            <p:nvPr/>
          </p:nvSpPr>
          <p:spPr>
            <a:xfrm>
              <a:off x="3465975" y="4105875"/>
              <a:ext cx="63400" cy="94275"/>
            </a:xfrm>
            <a:custGeom>
              <a:rect b="b" l="l" r="r" t="t"/>
              <a:pathLst>
                <a:path extrusionOk="0" h="3771" w="2536">
                  <a:moveTo>
                    <a:pt x="1" y="1"/>
                  </a:moveTo>
                  <a:lnTo>
                    <a:pt x="1" y="3770"/>
                  </a:lnTo>
                  <a:lnTo>
                    <a:pt x="2536" y="1902"/>
                  </a:lnTo>
                  <a:lnTo>
                    <a:pt x="1"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3"/>
            <p:cNvSpPr/>
            <p:nvPr/>
          </p:nvSpPr>
          <p:spPr>
            <a:xfrm>
              <a:off x="2943950" y="4105875"/>
              <a:ext cx="63400" cy="94275"/>
            </a:xfrm>
            <a:custGeom>
              <a:rect b="b" l="l" r="r" t="t"/>
              <a:pathLst>
                <a:path extrusionOk="0" h="3771" w="2536">
                  <a:moveTo>
                    <a:pt x="0" y="1"/>
                  </a:moveTo>
                  <a:lnTo>
                    <a:pt x="0" y="3770"/>
                  </a:lnTo>
                  <a:lnTo>
                    <a:pt x="2535" y="1902"/>
                  </a:lnTo>
                  <a:lnTo>
                    <a:pt x="0"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3"/>
            <p:cNvSpPr/>
            <p:nvPr/>
          </p:nvSpPr>
          <p:spPr>
            <a:xfrm>
              <a:off x="3722000" y="4056675"/>
              <a:ext cx="130125" cy="192675"/>
            </a:xfrm>
            <a:custGeom>
              <a:rect b="b" l="l" r="r" t="t"/>
              <a:pathLst>
                <a:path extrusionOk="0" h="7707" w="5205">
                  <a:moveTo>
                    <a:pt x="0" y="1"/>
                  </a:moveTo>
                  <a:lnTo>
                    <a:pt x="0" y="7706"/>
                  </a:lnTo>
                  <a:lnTo>
                    <a:pt x="5204" y="3870"/>
                  </a:lnTo>
                  <a:lnTo>
                    <a:pt x="0"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3"/>
            <p:cNvSpPr/>
            <p:nvPr/>
          </p:nvSpPr>
          <p:spPr>
            <a:xfrm>
              <a:off x="2521150" y="3994975"/>
              <a:ext cx="422825" cy="316075"/>
            </a:xfrm>
            <a:custGeom>
              <a:rect b="b" l="l" r="r" t="t"/>
              <a:pathLst>
                <a:path extrusionOk="0" h="12643" w="16913">
                  <a:moveTo>
                    <a:pt x="8439" y="0"/>
                  </a:moveTo>
                  <a:lnTo>
                    <a:pt x="0" y="6338"/>
                  </a:lnTo>
                  <a:lnTo>
                    <a:pt x="8439" y="12643"/>
                  </a:lnTo>
                  <a:lnTo>
                    <a:pt x="16912" y="6338"/>
                  </a:lnTo>
                  <a:lnTo>
                    <a:pt x="8439"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3"/>
            <p:cNvSpPr/>
            <p:nvPr/>
          </p:nvSpPr>
          <p:spPr>
            <a:xfrm>
              <a:off x="2602875" y="4056675"/>
              <a:ext cx="258525" cy="192675"/>
            </a:xfrm>
            <a:custGeom>
              <a:rect b="b" l="l" r="r" t="t"/>
              <a:pathLst>
                <a:path extrusionOk="0" h="7707" w="10341">
                  <a:moveTo>
                    <a:pt x="5170" y="1"/>
                  </a:moveTo>
                  <a:lnTo>
                    <a:pt x="0" y="3870"/>
                  </a:lnTo>
                  <a:lnTo>
                    <a:pt x="5170" y="7706"/>
                  </a:lnTo>
                  <a:lnTo>
                    <a:pt x="10341" y="3870"/>
                  </a:lnTo>
                  <a:lnTo>
                    <a:pt x="5170" y="1"/>
                  </a:lnTo>
                  <a:close/>
                </a:path>
              </a:pathLst>
            </a:custGeom>
            <a:solidFill>
              <a:schemeClr val="l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 name="Google Shape;1632;p63"/>
          <p:cNvGrpSpPr/>
          <p:nvPr/>
        </p:nvGrpSpPr>
        <p:grpSpPr>
          <a:xfrm>
            <a:off x="3245333" y="1486449"/>
            <a:ext cx="1014493" cy="1591503"/>
            <a:chOff x="4304900" y="948625"/>
            <a:chExt cx="1533625" cy="2405900"/>
          </a:xfrm>
        </p:grpSpPr>
        <p:sp>
          <p:nvSpPr>
            <p:cNvPr id="1633" name="Google Shape;1633;p63"/>
            <p:cNvSpPr/>
            <p:nvPr/>
          </p:nvSpPr>
          <p:spPr>
            <a:xfrm>
              <a:off x="4499225" y="1173775"/>
              <a:ext cx="1144175" cy="1320150"/>
            </a:xfrm>
            <a:custGeom>
              <a:rect b="b" l="l" r="r" t="t"/>
              <a:pathLst>
                <a:path extrusionOk="0" fill="none" h="52806" w="45767">
                  <a:moveTo>
                    <a:pt x="0" y="13210"/>
                  </a:moveTo>
                  <a:lnTo>
                    <a:pt x="22883" y="1"/>
                  </a:lnTo>
                  <a:lnTo>
                    <a:pt x="45766" y="13210"/>
                  </a:lnTo>
                  <a:lnTo>
                    <a:pt x="45766" y="39596"/>
                  </a:lnTo>
                  <a:lnTo>
                    <a:pt x="22883" y="52805"/>
                  </a:lnTo>
                  <a:lnTo>
                    <a:pt x="0" y="39596"/>
                  </a:ln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3"/>
            <p:cNvSpPr/>
            <p:nvPr/>
          </p:nvSpPr>
          <p:spPr>
            <a:xfrm>
              <a:off x="4346600" y="997000"/>
              <a:ext cx="1449400" cy="1673700"/>
            </a:xfrm>
            <a:custGeom>
              <a:rect b="b" l="l" r="r" t="t"/>
              <a:pathLst>
                <a:path extrusionOk="0" fill="none" h="66948" w="57976">
                  <a:moveTo>
                    <a:pt x="1" y="16745"/>
                  </a:moveTo>
                  <a:lnTo>
                    <a:pt x="28988" y="0"/>
                  </a:lnTo>
                  <a:lnTo>
                    <a:pt x="57976" y="16745"/>
                  </a:lnTo>
                  <a:lnTo>
                    <a:pt x="57976" y="50203"/>
                  </a:lnTo>
                  <a:lnTo>
                    <a:pt x="28988" y="66948"/>
                  </a:lnTo>
                  <a:lnTo>
                    <a:pt x="1" y="50203"/>
                  </a:lnTo>
                  <a:close/>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3"/>
            <p:cNvSpPr/>
            <p:nvPr/>
          </p:nvSpPr>
          <p:spPr>
            <a:xfrm>
              <a:off x="4304900" y="948625"/>
              <a:ext cx="1533625" cy="1770450"/>
            </a:xfrm>
            <a:custGeom>
              <a:rect b="b" l="l" r="r" t="t"/>
              <a:pathLst>
                <a:path extrusionOk="0" fill="none" h="70818" w="61345">
                  <a:moveTo>
                    <a:pt x="1" y="17713"/>
                  </a:moveTo>
                  <a:lnTo>
                    <a:pt x="30656" y="0"/>
                  </a:lnTo>
                  <a:lnTo>
                    <a:pt x="61345" y="17713"/>
                  </a:lnTo>
                  <a:lnTo>
                    <a:pt x="61345" y="53138"/>
                  </a:lnTo>
                  <a:lnTo>
                    <a:pt x="30656" y="70818"/>
                  </a:lnTo>
                  <a:lnTo>
                    <a:pt x="1" y="53138"/>
                  </a:lnTo>
                  <a:close/>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3"/>
            <p:cNvSpPr/>
            <p:nvPr/>
          </p:nvSpPr>
          <p:spPr>
            <a:xfrm>
              <a:off x="4410825" y="1262175"/>
              <a:ext cx="1320975" cy="1143350"/>
            </a:xfrm>
            <a:custGeom>
              <a:rect b="b" l="l" r="r" t="t"/>
              <a:pathLst>
                <a:path extrusionOk="0" fill="none" h="45734" w="52839">
                  <a:moveTo>
                    <a:pt x="13210" y="45733"/>
                  </a:moveTo>
                  <a:lnTo>
                    <a:pt x="0" y="22884"/>
                  </a:lnTo>
                  <a:lnTo>
                    <a:pt x="13210" y="1"/>
                  </a:lnTo>
                  <a:lnTo>
                    <a:pt x="39629" y="1"/>
                  </a:lnTo>
                  <a:lnTo>
                    <a:pt x="52838" y="22884"/>
                  </a:lnTo>
                  <a:lnTo>
                    <a:pt x="39629" y="45733"/>
                  </a:ln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3"/>
            <p:cNvSpPr/>
            <p:nvPr/>
          </p:nvSpPr>
          <p:spPr>
            <a:xfrm>
              <a:off x="4567600" y="1330550"/>
              <a:ext cx="1007400" cy="1006600"/>
            </a:xfrm>
            <a:custGeom>
              <a:rect b="b" l="l" r="r" t="t"/>
              <a:pathLst>
                <a:path extrusionOk="0" fill="none" h="40264" w="40296">
                  <a:moveTo>
                    <a:pt x="40296" y="20149"/>
                  </a:moveTo>
                  <a:cubicBezTo>
                    <a:pt x="40296" y="9007"/>
                    <a:pt x="31256" y="1"/>
                    <a:pt x="20148" y="1"/>
                  </a:cubicBezTo>
                  <a:cubicBezTo>
                    <a:pt x="9040" y="1"/>
                    <a:pt x="0" y="9007"/>
                    <a:pt x="0" y="20149"/>
                  </a:cubicBezTo>
                  <a:cubicBezTo>
                    <a:pt x="0" y="31257"/>
                    <a:pt x="9040" y="40263"/>
                    <a:pt x="20148" y="40263"/>
                  </a:cubicBezTo>
                  <a:cubicBezTo>
                    <a:pt x="31256" y="40263"/>
                    <a:pt x="40296" y="31257"/>
                    <a:pt x="40296" y="20149"/>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3"/>
            <p:cNvSpPr/>
            <p:nvPr/>
          </p:nvSpPr>
          <p:spPr>
            <a:xfrm>
              <a:off x="4608450" y="1371425"/>
              <a:ext cx="925700" cy="924850"/>
            </a:xfrm>
            <a:custGeom>
              <a:rect b="b" l="l" r="r" t="t"/>
              <a:pathLst>
                <a:path extrusionOk="0" fill="none" h="36994" w="37028">
                  <a:moveTo>
                    <a:pt x="37027" y="18514"/>
                  </a:moveTo>
                  <a:cubicBezTo>
                    <a:pt x="37027" y="8273"/>
                    <a:pt x="28721" y="0"/>
                    <a:pt x="18514" y="0"/>
                  </a:cubicBezTo>
                  <a:cubicBezTo>
                    <a:pt x="8307" y="0"/>
                    <a:pt x="1" y="8273"/>
                    <a:pt x="1" y="18514"/>
                  </a:cubicBezTo>
                  <a:cubicBezTo>
                    <a:pt x="1" y="28721"/>
                    <a:pt x="8307" y="36994"/>
                    <a:pt x="18514" y="36994"/>
                  </a:cubicBezTo>
                  <a:cubicBezTo>
                    <a:pt x="28721" y="36994"/>
                    <a:pt x="37027" y="28721"/>
                    <a:pt x="37027" y="18514"/>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3"/>
            <p:cNvSpPr/>
            <p:nvPr/>
          </p:nvSpPr>
          <p:spPr>
            <a:xfrm>
              <a:off x="4346600" y="1415625"/>
              <a:ext cx="724725" cy="418650"/>
            </a:xfrm>
            <a:custGeom>
              <a:rect b="b" l="l" r="r" t="t"/>
              <a:pathLst>
                <a:path extrusionOk="0" fill="none" h="16746" w="28989">
                  <a:moveTo>
                    <a:pt x="1" y="0"/>
                  </a:moveTo>
                  <a:lnTo>
                    <a:pt x="28988" y="16746"/>
                  </a:lnTo>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3"/>
            <p:cNvSpPr/>
            <p:nvPr/>
          </p:nvSpPr>
          <p:spPr>
            <a:xfrm>
              <a:off x="5071300" y="997000"/>
              <a:ext cx="25" cy="837275"/>
            </a:xfrm>
            <a:custGeom>
              <a:rect b="b" l="l" r="r" t="t"/>
              <a:pathLst>
                <a:path extrusionOk="0" fill="none" h="33491" w="1">
                  <a:moveTo>
                    <a:pt x="0" y="0"/>
                  </a:moveTo>
                  <a:lnTo>
                    <a:pt x="0" y="33491"/>
                  </a:lnTo>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3"/>
            <p:cNvSpPr/>
            <p:nvPr/>
          </p:nvSpPr>
          <p:spPr>
            <a:xfrm>
              <a:off x="5071300" y="1415625"/>
              <a:ext cx="724700" cy="418650"/>
            </a:xfrm>
            <a:custGeom>
              <a:rect b="b" l="l" r="r" t="t"/>
              <a:pathLst>
                <a:path extrusionOk="0" fill="none" h="16746" w="28988">
                  <a:moveTo>
                    <a:pt x="0" y="16746"/>
                  </a:moveTo>
                  <a:lnTo>
                    <a:pt x="28988" y="0"/>
                  </a:lnTo>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3"/>
            <p:cNvSpPr/>
            <p:nvPr/>
          </p:nvSpPr>
          <p:spPr>
            <a:xfrm>
              <a:off x="4500875" y="1834250"/>
              <a:ext cx="1140850" cy="1316800"/>
            </a:xfrm>
            <a:custGeom>
              <a:rect b="b" l="l" r="r" t="t"/>
              <a:pathLst>
                <a:path extrusionOk="0" fill="none" h="52672" w="45634">
                  <a:moveTo>
                    <a:pt x="1" y="13143"/>
                  </a:moveTo>
                  <a:lnTo>
                    <a:pt x="22817" y="1"/>
                  </a:lnTo>
                  <a:lnTo>
                    <a:pt x="45633" y="13143"/>
                  </a:lnTo>
                  <a:lnTo>
                    <a:pt x="45633" y="39496"/>
                  </a:lnTo>
                  <a:lnTo>
                    <a:pt x="22817" y="52672"/>
                  </a:lnTo>
                  <a:lnTo>
                    <a:pt x="1" y="39496"/>
                  </a:lnTo>
                  <a:close/>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3"/>
            <p:cNvSpPr/>
            <p:nvPr/>
          </p:nvSpPr>
          <p:spPr>
            <a:xfrm>
              <a:off x="5071300" y="1834250"/>
              <a:ext cx="25" cy="1316800"/>
            </a:xfrm>
            <a:custGeom>
              <a:rect b="b" l="l" r="r" t="t"/>
              <a:pathLst>
                <a:path extrusionOk="0" fill="none" h="52672" w="1">
                  <a:moveTo>
                    <a:pt x="0" y="1"/>
                  </a:moveTo>
                  <a:lnTo>
                    <a:pt x="0" y="52672"/>
                  </a:lnTo>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3"/>
            <p:cNvSpPr/>
            <p:nvPr/>
          </p:nvSpPr>
          <p:spPr>
            <a:xfrm>
              <a:off x="4741050" y="2405500"/>
              <a:ext cx="660500" cy="788925"/>
            </a:xfrm>
            <a:custGeom>
              <a:rect b="b" l="l" r="r" t="t"/>
              <a:pathLst>
                <a:path extrusionOk="0" fill="none" h="31557" w="26420">
                  <a:moveTo>
                    <a:pt x="1" y="31556"/>
                  </a:moveTo>
                  <a:lnTo>
                    <a:pt x="1" y="0"/>
                  </a:lnTo>
                  <a:lnTo>
                    <a:pt x="13210" y="21116"/>
                  </a:lnTo>
                  <a:lnTo>
                    <a:pt x="26420" y="0"/>
                  </a:lnTo>
                  <a:lnTo>
                    <a:pt x="26420" y="31556"/>
                  </a:lnTo>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3"/>
            <p:cNvSpPr/>
            <p:nvPr/>
          </p:nvSpPr>
          <p:spPr>
            <a:xfrm>
              <a:off x="4720200" y="3242775"/>
              <a:ext cx="42575" cy="42550"/>
            </a:xfrm>
            <a:custGeom>
              <a:rect b="b" l="l" r="r" t="t"/>
              <a:pathLst>
                <a:path extrusionOk="0" h="1702" w="1703">
                  <a:moveTo>
                    <a:pt x="835" y="0"/>
                  </a:moveTo>
                  <a:cubicBezTo>
                    <a:pt x="368" y="0"/>
                    <a:pt x="1" y="367"/>
                    <a:pt x="1" y="834"/>
                  </a:cubicBezTo>
                  <a:cubicBezTo>
                    <a:pt x="1" y="1301"/>
                    <a:pt x="368" y="1701"/>
                    <a:pt x="835" y="1701"/>
                  </a:cubicBezTo>
                  <a:cubicBezTo>
                    <a:pt x="1302" y="1701"/>
                    <a:pt x="1702" y="1301"/>
                    <a:pt x="1702" y="834"/>
                  </a:cubicBezTo>
                  <a:cubicBezTo>
                    <a:pt x="1702" y="367"/>
                    <a:pt x="1302" y="0"/>
                    <a:pt x="83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3"/>
            <p:cNvSpPr/>
            <p:nvPr/>
          </p:nvSpPr>
          <p:spPr>
            <a:xfrm>
              <a:off x="4720200" y="3311975"/>
              <a:ext cx="42575" cy="42550"/>
            </a:xfrm>
            <a:custGeom>
              <a:rect b="b" l="l" r="r" t="t"/>
              <a:pathLst>
                <a:path extrusionOk="0" h="1702" w="1703">
                  <a:moveTo>
                    <a:pt x="835" y="1"/>
                  </a:moveTo>
                  <a:cubicBezTo>
                    <a:pt x="368" y="1"/>
                    <a:pt x="1" y="401"/>
                    <a:pt x="1" y="868"/>
                  </a:cubicBezTo>
                  <a:cubicBezTo>
                    <a:pt x="1" y="1335"/>
                    <a:pt x="368" y="1702"/>
                    <a:pt x="835" y="1702"/>
                  </a:cubicBezTo>
                  <a:cubicBezTo>
                    <a:pt x="1302" y="1702"/>
                    <a:pt x="1702" y="1335"/>
                    <a:pt x="1702" y="868"/>
                  </a:cubicBezTo>
                  <a:cubicBezTo>
                    <a:pt x="1702" y="401"/>
                    <a:pt x="1302" y="1"/>
                    <a:pt x="83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3"/>
            <p:cNvSpPr/>
            <p:nvPr/>
          </p:nvSpPr>
          <p:spPr>
            <a:xfrm>
              <a:off x="5379850" y="3242775"/>
              <a:ext cx="42550" cy="42550"/>
            </a:xfrm>
            <a:custGeom>
              <a:rect b="b" l="l" r="r" t="t"/>
              <a:pathLst>
                <a:path extrusionOk="0" h="1702" w="1702">
                  <a:moveTo>
                    <a:pt x="868" y="0"/>
                  </a:moveTo>
                  <a:cubicBezTo>
                    <a:pt x="401" y="0"/>
                    <a:pt x="0" y="367"/>
                    <a:pt x="0" y="834"/>
                  </a:cubicBezTo>
                  <a:cubicBezTo>
                    <a:pt x="0" y="1301"/>
                    <a:pt x="401" y="1701"/>
                    <a:pt x="868" y="1701"/>
                  </a:cubicBezTo>
                  <a:cubicBezTo>
                    <a:pt x="1335" y="1701"/>
                    <a:pt x="1702" y="1301"/>
                    <a:pt x="1702" y="834"/>
                  </a:cubicBezTo>
                  <a:cubicBezTo>
                    <a:pt x="1702" y="367"/>
                    <a:pt x="1335" y="0"/>
                    <a:pt x="86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3"/>
            <p:cNvSpPr/>
            <p:nvPr/>
          </p:nvSpPr>
          <p:spPr>
            <a:xfrm>
              <a:off x="5379850" y="3311975"/>
              <a:ext cx="42550" cy="42550"/>
            </a:xfrm>
            <a:custGeom>
              <a:rect b="b" l="l" r="r" t="t"/>
              <a:pathLst>
                <a:path extrusionOk="0" h="1702" w="1702">
                  <a:moveTo>
                    <a:pt x="868" y="1"/>
                  </a:moveTo>
                  <a:cubicBezTo>
                    <a:pt x="401" y="1"/>
                    <a:pt x="0" y="401"/>
                    <a:pt x="0" y="868"/>
                  </a:cubicBezTo>
                  <a:cubicBezTo>
                    <a:pt x="0" y="1335"/>
                    <a:pt x="401" y="1702"/>
                    <a:pt x="868" y="1702"/>
                  </a:cubicBezTo>
                  <a:cubicBezTo>
                    <a:pt x="1335" y="1702"/>
                    <a:pt x="1702" y="1335"/>
                    <a:pt x="1702" y="868"/>
                  </a:cubicBezTo>
                  <a:cubicBezTo>
                    <a:pt x="1702" y="401"/>
                    <a:pt x="1335" y="1"/>
                    <a:pt x="86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3"/>
            <p:cNvSpPr/>
            <p:nvPr/>
          </p:nvSpPr>
          <p:spPr>
            <a:xfrm>
              <a:off x="4958700" y="1731300"/>
              <a:ext cx="225200" cy="205100"/>
            </a:xfrm>
            <a:custGeom>
              <a:rect b="b" l="l" r="r" t="t"/>
              <a:pathLst>
                <a:path extrusionOk="0" h="8204" w="9008">
                  <a:moveTo>
                    <a:pt x="4532" y="0"/>
                  </a:moveTo>
                  <a:cubicBezTo>
                    <a:pt x="4215" y="0"/>
                    <a:pt x="3892" y="38"/>
                    <a:pt x="3570" y="116"/>
                  </a:cubicBezTo>
                  <a:cubicBezTo>
                    <a:pt x="1369" y="616"/>
                    <a:pt x="1" y="2851"/>
                    <a:pt x="501" y="5053"/>
                  </a:cubicBezTo>
                  <a:cubicBezTo>
                    <a:pt x="957" y="6932"/>
                    <a:pt x="2628" y="8204"/>
                    <a:pt x="4477" y="8204"/>
                  </a:cubicBezTo>
                  <a:cubicBezTo>
                    <a:pt x="4794" y="8204"/>
                    <a:pt x="5116" y="8166"/>
                    <a:pt x="5438" y="8088"/>
                  </a:cubicBezTo>
                  <a:cubicBezTo>
                    <a:pt x="7640" y="7588"/>
                    <a:pt x="9007" y="5386"/>
                    <a:pt x="8507" y="3151"/>
                  </a:cubicBezTo>
                  <a:cubicBezTo>
                    <a:pt x="8051" y="1272"/>
                    <a:pt x="6381" y="0"/>
                    <a:pt x="45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 name="Google Shape;1650;p63"/>
          <p:cNvGrpSpPr/>
          <p:nvPr/>
        </p:nvGrpSpPr>
        <p:grpSpPr>
          <a:xfrm>
            <a:off x="4806399" y="1548182"/>
            <a:ext cx="1418615" cy="1468035"/>
            <a:chOff x="4832039" y="1463236"/>
            <a:chExt cx="1418615" cy="1468035"/>
          </a:xfrm>
        </p:grpSpPr>
        <p:sp>
          <p:nvSpPr>
            <p:cNvPr id="1651" name="Google Shape;1651;p63"/>
            <p:cNvSpPr/>
            <p:nvPr/>
          </p:nvSpPr>
          <p:spPr>
            <a:xfrm>
              <a:off x="5002149" y="1657799"/>
              <a:ext cx="1078394" cy="1078394"/>
            </a:xfrm>
            <a:custGeom>
              <a:rect b="b" l="l" r="r" t="t"/>
              <a:pathLst>
                <a:path extrusionOk="0" fill="none" h="69150" w="69150">
                  <a:moveTo>
                    <a:pt x="69150" y="34592"/>
                  </a:moveTo>
                  <a:cubicBezTo>
                    <a:pt x="69150" y="53672"/>
                    <a:pt x="53672" y="69150"/>
                    <a:pt x="34558" y="69150"/>
                  </a:cubicBezTo>
                  <a:cubicBezTo>
                    <a:pt x="15478" y="69150"/>
                    <a:pt x="0" y="53672"/>
                    <a:pt x="0" y="34592"/>
                  </a:cubicBezTo>
                  <a:cubicBezTo>
                    <a:pt x="0" y="15478"/>
                    <a:pt x="15478" y="0"/>
                    <a:pt x="34558" y="0"/>
                  </a:cubicBezTo>
                  <a:cubicBezTo>
                    <a:pt x="53672" y="0"/>
                    <a:pt x="69150" y="15478"/>
                    <a:pt x="69150" y="34592"/>
                  </a:cubicBezTo>
                  <a:close/>
                </a:path>
              </a:pathLst>
            </a:custGeom>
            <a:noFill/>
            <a:ln cap="rnd" cmpd="sng" w="10850">
              <a:solidFill>
                <a:schemeClr val="accent2"/>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3"/>
            <p:cNvSpPr/>
            <p:nvPr/>
          </p:nvSpPr>
          <p:spPr>
            <a:xfrm>
              <a:off x="4832039" y="1657799"/>
              <a:ext cx="1418615" cy="1078394"/>
            </a:xfrm>
            <a:custGeom>
              <a:rect b="b" l="l" r="r" t="t"/>
              <a:pathLst>
                <a:path extrusionOk="0" fill="none" h="69150" w="90966">
                  <a:moveTo>
                    <a:pt x="90966" y="34592"/>
                  </a:moveTo>
                  <a:cubicBezTo>
                    <a:pt x="90966" y="53672"/>
                    <a:pt x="70584" y="69150"/>
                    <a:pt x="45466" y="69150"/>
                  </a:cubicBezTo>
                  <a:cubicBezTo>
                    <a:pt x="20348" y="69150"/>
                    <a:pt x="1" y="53672"/>
                    <a:pt x="1" y="34592"/>
                  </a:cubicBezTo>
                  <a:cubicBezTo>
                    <a:pt x="1" y="15478"/>
                    <a:pt x="20348" y="0"/>
                    <a:pt x="45466" y="0"/>
                  </a:cubicBezTo>
                  <a:cubicBezTo>
                    <a:pt x="70584" y="0"/>
                    <a:pt x="90966" y="15478"/>
                    <a:pt x="90966" y="34592"/>
                  </a:cubicBezTo>
                  <a:close/>
                </a:path>
              </a:pathLst>
            </a:custGeom>
            <a:noFill/>
            <a:ln cap="rnd" cmpd="sng" w="10850">
              <a:solidFill>
                <a:schemeClr val="accent2"/>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3"/>
            <p:cNvSpPr/>
            <p:nvPr/>
          </p:nvSpPr>
          <p:spPr>
            <a:xfrm>
              <a:off x="5192019" y="1847668"/>
              <a:ext cx="698656" cy="698656"/>
            </a:xfrm>
            <a:custGeom>
              <a:rect b="b" l="l" r="r" t="t"/>
              <a:pathLst>
                <a:path extrusionOk="0" fill="none" h="44800" w="44800">
                  <a:moveTo>
                    <a:pt x="43665" y="20315"/>
                  </a:moveTo>
                  <a:cubicBezTo>
                    <a:pt x="44799" y="32057"/>
                    <a:pt x="36227" y="42498"/>
                    <a:pt x="24485" y="43665"/>
                  </a:cubicBezTo>
                  <a:cubicBezTo>
                    <a:pt x="12743" y="44799"/>
                    <a:pt x="2302" y="36227"/>
                    <a:pt x="1135" y="24485"/>
                  </a:cubicBezTo>
                  <a:cubicBezTo>
                    <a:pt x="1" y="12743"/>
                    <a:pt x="8574" y="2302"/>
                    <a:pt x="20315" y="1135"/>
                  </a:cubicBezTo>
                  <a:cubicBezTo>
                    <a:pt x="32057" y="1"/>
                    <a:pt x="42498" y="8574"/>
                    <a:pt x="43665" y="20315"/>
                  </a:cubicBezTo>
                  <a:close/>
                </a:path>
              </a:pathLst>
            </a:custGeom>
            <a:noFill/>
            <a:ln cap="rnd" cmpd="sng" w="100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3"/>
            <p:cNvSpPr/>
            <p:nvPr/>
          </p:nvSpPr>
          <p:spPr>
            <a:xfrm>
              <a:off x="5077052" y="1733232"/>
              <a:ext cx="928058" cy="928058"/>
            </a:xfrm>
            <a:custGeom>
              <a:rect b="b" l="l" r="r" t="t"/>
              <a:pathLst>
                <a:path extrusionOk="0" fill="none" h="59510" w="59510">
                  <a:moveTo>
                    <a:pt x="59510" y="29755"/>
                  </a:moveTo>
                  <a:cubicBezTo>
                    <a:pt x="59510" y="46167"/>
                    <a:pt x="46200" y="59509"/>
                    <a:pt x="29755" y="59509"/>
                  </a:cubicBezTo>
                  <a:cubicBezTo>
                    <a:pt x="13344" y="59509"/>
                    <a:pt x="1" y="46167"/>
                    <a:pt x="1" y="29755"/>
                  </a:cubicBezTo>
                  <a:cubicBezTo>
                    <a:pt x="1" y="13310"/>
                    <a:pt x="13344" y="0"/>
                    <a:pt x="29755" y="0"/>
                  </a:cubicBezTo>
                  <a:cubicBezTo>
                    <a:pt x="46200" y="0"/>
                    <a:pt x="59510" y="13310"/>
                    <a:pt x="59510" y="29755"/>
                  </a:cubicBezTo>
                  <a:close/>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3"/>
            <p:cNvSpPr/>
            <p:nvPr/>
          </p:nvSpPr>
          <p:spPr>
            <a:xfrm>
              <a:off x="5504667" y="1621385"/>
              <a:ext cx="73359" cy="73359"/>
            </a:xfrm>
            <a:custGeom>
              <a:rect b="b" l="l" r="r" t="t"/>
              <a:pathLst>
                <a:path extrusionOk="0" h="4704" w="4704">
                  <a:moveTo>
                    <a:pt x="2335" y="0"/>
                  </a:moveTo>
                  <a:cubicBezTo>
                    <a:pt x="1034" y="0"/>
                    <a:pt x="0" y="1068"/>
                    <a:pt x="0" y="2335"/>
                  </a:cubicBezTo>
                  <a:cubicBezTo>
                    <a:pt x="0" y="3636"/>
                    <a:pt x="1034" y="4704"/>
                    <a:pt x="2335" y="4704"/>
                  </a:cubicBezTo>
                  <a:cubicBezTo>
                    <a:pt x="3636" y="4704"/>
                    <a:pt x="4704" y="3636"/>
                    <a:pt x="4704" y="2335"/>
                  </a:cubicBezTo>
                  <a:cubicBezTo>
                    <a:pt x="4704" y="1068"/>
                    <a:pt x="3636" y="0"/>
                    <a:pt x="2335"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3"/>
            <p:cNvSpPr/>
            <p:nvPr/>
          </p:nvSpPr>
          <p:spPr>
            <a:xfrm>
              <a:off x="5504667" y="2699763"/>
              <a:ext cx="73359" cy="73374"/>
            </a:xfrm>
            <a:custGeom>
              <a:rect b="b" l="l" r="r" t="t"/>
              <a:pathLst>
                <a:path extrusionOk="0" h="4705" w="4704">
                  <a:moveTo>
                    <a:pt x="2335" y="1"/>
                  </a:moveTo>
                  <a:cubicBezTo>
                    <a:pt x="1034" y="1"/>
                    <a:pt x="0" y="1035"/>
                    <a:pt x="0" y="2336"/>
                  </a:cubicBezTo>
                  <a:cubicBezTo>
                    <a:pt x="0" y="3637"/>
                    <a:pt x="1034" y="4704"/>
                    <a:pt x="2335" y="4704"/>
                  </a:cubicBezTo>
                  <a:cubicBezTo>
                    <a:pt x="3636" y="4704"/>
                    <a:pt x="4704" y="3637"/>
                    <a:pt x="4704" y="2336"/>
                  </a:cubicBezTo>
                  <a:cubicBezTo>
                    <a:pt x="4704" y="1035"/>
                    <a:pt x="3636" y="1"/>
                    <a:pt x="2335"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3"/>
            <p:cNvSpPr/>
            <p:nvPr/>
          </p:nvSpPr>
          <p:spPr>
            <a:xfrm>
              <a:off x="6043599" y="2160831"/>
              <a:ext cx="73359" cy="72844"/>
            </a:xfrm>
            <a:custGeom>
              <a:rect b="b" l="l" r="r" t="t"/>
              <a:pathLst>
                <a:path extrusionOk="0" h="4671" w="4704">
                  <a:moveTo>
                    <a:pt x="2369" y="1"/>
                  </a:moveTo>
                  <a:cubicBezTo>
                    <a:pt x="1068" y="1"/>
                    <a:pt x="0" y="1035"/>
                    <a:pt x="0" y="2336"/>
                  </a:cubicBezTo>
                  <a:cubicBezTo>
                    <a:pt x="0" y="3637"/>
                    <a:pt x="1068" y="4671"/>
                    <a:pt x="2369" y="4671"/>
                  </a:cubicBezTo>
                  <a:cubicBezTo>
                    <a:pt x="3670" y="4671"/>
                    <a:pt x="4704" y="3637"/>
                    <a:pt x="4704" y="2336"/>
                  </a:cubicBezTo>
                  <a:cubicBezTo>
                    <a:pt x="4704" y="1035"/>
                    <a:pt x="3670" y="1"/>
                    <a:pt x="2369"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3"/>
            <p:cNvSpPr/>
            <p:nvPr/>
          </p:nvSpPr>
          <p:spPr>
            <a:xfrm>
              <a:off x="4965735" y="2160831"/>
              <a:ext cx="72844" cy="72844"/>
            </a:xfrm>
            <a:custGeom>
              <a:rect b="b" l="l" r="r" t="t"/>
              <a:pathLst>
                <a:path extrusionOk="0" h="4671" w="4671">
                  <a:moveTo>
                    <a:pt x="2335" y="1"/>
                  </a:moveTo>
                  <a:cubicBezTo>
                    <a:pt x="1034" y="1"/>
                    <a:pt x="0" y="1035"/>
                    <a:pt x="0" y="2336"/>
                  </a:cubicBezTo>
                  <a:cubicBezTo>
                    <a:pt x="0" y="3637"/>
                    <a:pt x="1034" y="4671"/>
                    <a:pt x="2335" y="4671"/>
                  </a:cubicBezTo>
                  <a:cubicBezTo>
                    <a:pt x="3636" y="4671"/>
                    <a:pt x="4670" y="3637"/>
                    <a:pt x="4670" y="2336"/>
                  </a:cubicBezTo>
                  <a:cubicBezTo>
                    <a:pt x="4670" y="1035"/>
                    <a:pt x="3636" y="1"/>
                    <a:pt x="2335"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3"/>
            <p:cNvSpPr/>
            <p:nvPr/>
          </p:nvSpPr>
          <p:spPr>
            <a:xfrm>
              <a:off x="5354331" y="1724389"/>
              <a:ext cx="373516" cy="373516"/>
            </a:xfrm>
            <a:custGeom>
              <a:rect b="b" l="l" r="r" t="t"/>
              <a:pathLst>
                <a:path extrusionOk="0" fill="none" h="23951" w="23951">
                  <a:moveTo>
                    <a:pt x="23350" y="10841"/>
                  </a:moveTo>
                  <a:cubicBezTo>
                    <a:pt x="23951" y="17112"/>
                    <a:pt x="19381" y="22716"/>
                    <a:pt x="13110" y="23317"/>
                  </a:cubicBezTo>
                  <a:cubicBezTo>
                    <a:pt x="6838" y="23951"/>
                    <a:pt x="1234" y="19347"/>
                    <a:pt x="634" y="13076"/>
                  </a:cubicBezTo>
                  <a:cubicBezTo>
                    <a:pt x="0" y="6805"/>
                    <a:pt x="4603" y="1234"/>
                    <a:pt x="10875" y="634"/>
                  </a:cubicBezTo>
                  <a:cubicBezTo>
                    <a:pt x="17146" y="0"/>
                    <a:pt x="22716" y="4570"/>
                    <a:pt x="23350" y="10841"/>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3"/>
            <p:cNvSpPr/>
            <p:nvPr/>
          </p:nvSpPr>
          <p:spPr>
            <a:xfrm>
              <a:off x="5363174" y="2305459"/>
              <a:ext cx="355831" cy="355831"/>
            </a:xfrm>
            <a:custGeom>
              <a:rect b="b" l="l" r="r" t="t"/>
              <a:pathLst>
                <a:path extrusionOk="0" fill="none" h="22817" w="22817">
                  <a:moveTo>
                    <a:pt x="0" y="11408"/>
                  </a:moveTo>
                  <a:cubicBezTo>
                    <a:pt x="0" y="5104"/>
                    <a:pt x="5104" y="0"/>
                    <a:pt x="11408" y="0"/>
                  </a:cubicBezTo>
                  <a:cubicBezTo>
                    <a:pt x="17713" y="0"/>
                    <a:pt x="22817" y="5104"/>
                    <a:pt x="22817" y="11408"/>
                  </a:cubicBezTo>
                  <a:cubicBezTo>
                    <a:pt x="22817" y="17713"/>
                    <a:pt x="17713" y="22816"/>
                    <a:pt x="11408" y="22816"/>
                  </a:cubicBezTo>
                  <a:cubicBezTo>
                    <a:pt x="5104" y="22816"/>
                    <a:pt x="0" y="17713"/>
                    <a:pt x="0" y="11408"/>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3"/>
            <p:cNvSpPr/>
            <p:nvPr/>
          </p:nvSpPr>
          <p:spPr>
            <a:xfrm>
              <a:off x="5649280" y="2019338"/>
              <a:ext cx="355831" cy="355831"/>
            </a:xfrm>
            <a:custGeom>
              <a:rect b="b" l="l" r="r" t="t"/>
              <a:pathLst>
                <a:path extrusionOk="0" fill="none" h="22817" w="22817">
                  <a:moveTo>
                    <a:pt x="11409" y="22817"/>
                  </a:moveTo>
                  <a:cubicBezTo>
                    <a:pt x="5104" y="22817"/>
                    <a:pt x="1" y="17713"/>
                    <a:pt x="1" y="11409"/>
                  </a:cubicBezTo>
                  <a:cubicBezTo>
                    <a:pt x="1" y="5104"/>
                    <a:pt x="5104" y="1"/>
                    <a:pt x="11409" y="1"/>
                  </a:cubicBezTo>
                  <a:cubicBezTo>
                    <a:pt x="17713" y="1"/>
                    <a:pt x="22817" y="5104"/>
                    <a:pt x="22817" y="11409"/>
                  </a:cubicBezTo>
                  <a:cubicBezTo>
                    <a:pt x="22817" y="17713"/>
                    <a:pt x="17713" y="22817"/>
                    <a:pt x="11409" y="22817"/>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3"/>
            <p:cNvSpPr/>
            <p:nvPr/>
          </p:nvSpPr>
          <p:spPr>
            <a:xfrm>
              <a:off x="5077052" y="2019338"/>
              <a:ext cx="355847" cy="355831"/>
            </a:xfrm>
            <a:custGeom>
              <a:rect b="b" l="l" r="r" t="t"/>
              <a:pathLst>
                <a:path extrusionOk="0" fill="none" h="22817" w="22818">
                  <a:moveTo>
                    <a:pt x="11409" y="1"/>
                  </a:moveTo>
                  <a:cubicBezTo>
                    <a:pt x="17713" y="1"/>
                    <a:pt x="22817" y="5104"/>
                    <a:pt x="22817" y="11409"/>
                  </a:cubicBezTo>
                  <a:cubicBezTo>
                    <a:pt x="22817" y="17713"/>
                    <a:pt x="17713" y="22817"/>
                    <a:pt x="11409" y="22817"/>
                  </a:cubicBezTo>
                  <a:cubicBezTo>
                    <a:pt x="5138" y="22817"/>
                    <a:pt x="1" y="17713"/>
                    <a:pt x="1" y="11409"/>
                  </a:cubicBezTo>
                  <a:cubicBezTo>
                    <a:pt x="1" y="5104"/>
                    <a:pt x="5138" y="1"/>
                    <a:pt x="11409" y="1"/>
                  </a:cubicBezTo>
                  <a:close/>
                </a:path>
              </a:pathLst>
            </a:custGeom>
            <a:noFill/>
            <a:ln cap="rnd" cmpd="sng" w="10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3"/>
            <p:cNvSpPr/>
            <p:nvPr/>
          </p:nvSpPr>
          <p:spPr>
            <a:xfrm>
              <a:off x="5606627" y="1858070"/>
              <a:ext cx="273645" cy="273645"/>
            </a:xfrm>
            <a:custGeom>
              <a:rect b="b" l="l" r="r" t="t"/>
              <a:pathLst>
                <a:path extrusionOk="0" fill="none" h="17547" w="17547">
                  <a:moveTo>
                    <a:pt x="14411" y="14411"/>
                  </a:moveTo>
                  <a:cubicBezTo>
                    <a:pt x="11308" y="17547"/>
                    <a:pt x="6238" y="17547"/>
                    <a:pt x="3136" y="14411"/>
                  </a:cubicBezTo>
                  <a:cubicBezTo>
                    <a:pt x="0" y="11309"/>
                    <a:pt x="0" y="6239"/>
                    <a:pt x="3136" y="3136"/>
                  </a:cubicBezTo>
                  <a:cubicBezTo>
                    <a:pt x="6238" y="1"/>
                    <a:pt x="11308" y="1"/>
                    <a:pt x="14411" y="3136"/>
                  </a:cubicBezTo>
                  <a:cubicBezTo>
                    <a:pt x="17546" y="6239"/>
                    <a:pt x="17546" y="11309"/>
                    <a:pt x="14411" y="14411"/>
                  </a:cubicBezTo>
                  <a:close/>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3"/>
            <p:cNvSpPr/>
            <p:nvPr/>
          </p:nvSpPr>
          <p:spPr>
            <a:xfrm>
              <a:off x="5202420" y="2262791"/>
              <a:ext cx="273131" cy="273131"/>
            </a:xfrm>
            <a:custGeom>
              <a:rect b="b" l="l" r="r" t="t"/>
              <a:pathLst>
                <a:path extrusionOk="0" fill="none" h="17514" w="17514">
                  <a:moveTo>
                    <a:pt x="3103" y="3103"/>
                  </a:moveTo>
                  <a:cubicBezTo>
                    <a:pt x="6239" y="1"/>
                    <a:pt x="11276" y="1"/>
                    <a:pt x="14411" y="3103"/>
                  </a:cubicBezTo>
                  <a:cubicBezTo>
                    <a:pt x="17513" y="6239"/>
                    <a:pt x="17513" y="11276"/>
                    <a:pt x="14411" y="14411"/>
                  </a:cubicBezTo>
                  <a:cubicBezTo>
                    <a:pt x="11276" y="17513"/>
                    <a:pt x="6239" y="17513"/>
                    <a:pt x="3103" y="14411"/>
                  </a:cubicBezTo>
                  <a:cubicBezTo>
                    <a:pt x="1" y="11276"/>
                    <a:pt x="1" y="6239"/>
                    <a:pt x="3103" y="3103"/>
                  </a:cubicBezTo>
                  <a:close/>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3"/>
            <p:cNvSpPr/>
            <p:nvPr/>
          </p:nvSpPr>
          <p:spPr>
            <a:xfrm>
              <a:off x="5606627" y="2262791"/>
              <a:ext cx="273645" cy="273131"/>
            </a:xfrm>
            <a:custGeom>
              <a:rect b="b" l="l" r="r" t="t"/>
              <a:pathLst>
                <a:path extrusionOk="0" fill="none" h="17514" w="17547">
                  <a:moveTo>
                    <a:pt x="3136" y="14411"/>
                  </a:moveTo>
                  <a:cubicBezTo>
                    <a:pt x="0" y="11276"/>
                    <a:pt x="0" y="6239"/>
                    <a:pt x="3136" y="3103"/>
                  </a:cubicBezTo>
                  <a:cubicBezTo>
                    <a:pt x="6238" y="1"/>
                    <a:pt x="11308" y="1"/>
                    <a:pt x="14411" y="3103"/>
                  </a:cubicBezTo>
                  <a:cubicBezTo>
                    <a:pt x="17546" y="6239"/>
                    <a:pt x="17546" y="11276"/>
                    <a:pt x="14411" y="14411"/>
                  </a:cubicBezTo>
                  <a:cubicBezTo>
                    <a:pt x="11308" y="17513"/>
                    <a:pt x="6238" y="17513"/>
                    <a:pt x="3136" y="14411"/>
                  </a:cubicBezTo>
                  <a:close/>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3"/>
            <p:cNvSpPr/>
            <p:nvPr/>
          </p:nvSpPr>
          <p:spPr>
            <a:xfrm>
              <a:off x="5202420" y="1858070"/>
              <a:ext cx="273131" cy="273645"/>
            </a:xfrm>
            <a:custGeom>
              <a:rect b="b" l="l" r="r" t="t"/>
              <a:pathLst>
                <a:path extrusionOk="0" fill="none" h="17547" w="17514">
                  <a:moveTo>
                    <a:pt x="14411" y="3136"/>
                  </a:moveTo>
                  <a:cubicBezTo>
                    <a:pt x="17513" y="6239"/>
                    <a:pt x="17513" y="11309"/>
                    <a:pt x="14411" y="14411"/>
                  </a:cubicBezTo>
                  <a:cubicBezTo>
                    <a:pt x="11276" y="17547"/>
                    <a:pt x="6239" y="17547"/>
                    <a:pt x="3103" y="14411"/>
                  </a:cubicBezTo>
                  <a:cubicBezTo>
                    <a:pt x="1" y="11309"/>
                    <a:pt x="1" y="6239"/>
                    <a:pt x="3103" y="3136"/>
                  </a:cubicBezTo>
                  <a:cubicBezTo>
                    <a:pt x="6239" y="1"/>
                    <a:pt x="11276" y="1"/>
                    <a:pt x="14411" y="3136"/>
                  </a:cubicBezTo>
                  <a:close/>
                </a:path>
              </a:pathLst>
            </a:custGeom>
            <a:noFill/>
            <a:ln cap="rnd" cmpd="sng" w="10850">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3"/>
            <p:cNvSpPr/>
            <p:nvPr/>
          </p:nvSpPr>
          <p:spPr>
            <a:xfrm>
              <a:off x="5541081" y="1487689"/>
              <a:ext cx="16" cy="1418615"/>
            </a:xfrm>
            <a:custGeom>
              <a:rect b="b" l="l" r="r" t="t"/>
              <a:pathLst>
                <a:path extrusionOk="0" fill="none" h="90966" w="1">
                  <a:moveTo>
                    <a:pt x="0" y="90966"/>
                  </a:moveTo>
                  <a:lnTo>
                    <a:pt x="0" y="1"/>
                  </a:lnTo>
                </a:path>
              </a:pathLst>
            </a:custGeom>
            <a:noFill/>
            <a:ln cap="rnd" cmpd="sng" w="1085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3"/>
            <p:cNvSpPr/>
            <p:nvPr/>
          </p:nvSpPr>
          <p:spPr>
            <a:xfrm>
              <a:off x="5516629" y="1463236"/>
              <a:ext cx="49436" cy="49436"/>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3"/>
            <p:cNvSpPr/>
            <p:nvPr/>
          </p:nvSpPr>
          <p:spPr>
            <a:xfrm>
              <a:off x="5516629" y="2881835"/>
              <a:ext cx="49436" cy="49436"/>
            </a:xfrm>
            <a:custGeom>
              <a:rect b="b" l="l" r="r" t="t"/>
              <a:pathLst>
                <a:path extrusionOk="0" h="3170" w="3170">
                  <a:moveTo>
                    <a:pt x="1568" y="1"/>
                  </a:moveTo>
                  <a:cubicBezTo>
                    <a:pt x="701" y="1"/>
                    <a:pt x="1" y="701"/>
                    <a:pt x="1" y="1569"/>
                  </a:cubicBezTo>
                  <a:cubicBezTo>
                    <a:pt x="1" y="2469"/>
                    <a:pt x="701" y="3170"/>
                    <a:pt x="1568" y="3170"/>
                  </a:cubicBezTo>
                  <a:cubicBezTo>
                    <a:pt x="2469" y="3170"/>
                    <a:pt x="3170" y="2469"/>
                    <a:pt x="3170" y="1569"/>
                  </a:cubicBezTo>
                  <a:cubicBezTo>
                    <a:pt x="3170" y="701"/>
                    <a:pt x="2469" y="1"/>
                    <a:pt x="1568"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 name="Google Shape;1670;p63"/>
          <p:cNvGrpSpPr/>
          <p:nvPr/>
        </p:nvGrpSpPr>
        <p:grpSpPr>
          <a:xfrm rot="5400000">
            <a:off x="1104486" y="3385050"/>
            <a:ext cx="1280363" cy="1196969"/>
            <a:chOff x="4284075" y="3541300"/>
            <a:chExt cx="1574475" cy="1471925"/>
          </a:xfrm>
        </p:grpSpPr>
        <p:sp>
          <p:nvSpPr>
            <p:cNvPr id="1671" name="Google Shape;1671;p63"/>
            <p:cNvSpPr/>
            <p:nvPr/>
          </p:nvSpPr>
          <p:spPr>
            <a:xfrm>
              <a:off x="4686850" y="3841525"/>
              <a:ext cx="768900" cy="768900"/>
            </a:xfrm>
            <a:custGeom>
              <a:rect b="b" l="l" r="r" t="t"/>
              <a:pathLst>
                <a:path extrusionOk="0" fill="none" h="30756" w="30756">
                  <a:moveTo>
                    <a:pt x="30756" y="15378"/>
                  </a:moveTo>
                  <a:cubicBezTo>
                    <a:pt x="30756" y="6872"/>
                    <a:pt x="23884" y="1"/>
                    <a:pt x="15378" y="1"/>
                  </a:cubicBezTo>
                  <a:cubicBezTo>
                    <a:pt x="6905" y="1"/>
                    <a:pt x="1" y="6872"/>
                    <a:pt x="1" y="15378"/>
                  </a:cubicBezTo>
                  <a:cubicBezTo>
                    <a:pt x="1" y="23851"/>
                    <a:pt x="6905" y="30756"/>
                    <a:pt x="15378" y="30756"/>
                  </a:cubicBezTo>
                  <a:cubicBezTo>
                    <a:pt x="23884" y="30756"/>
                    <a:pt x="30756" y="23851"/>
                    <a:pt x="30756" y="15378"/>
                  </a:cubicBezTo>
                  <a:close/>
                </a:path>
              </a:pathLst>
            </a:custGeom>
            <a:solidFill>
              <a:srgbClr val="4B4F50"/>
            </a:solidFill>
            <a:ln cap="rnd" cmpd="sng" w="10850">
              <a:solidFill>
                <a:srgbClr val="CC000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3"/>
            <p:cNvSpPr/>
            <p:nvPr/>
          </p:nvSpPr>
          <p:spPr>
            <a:xfrm>
              <a:off x="4729375" y="3541300"/>
              <a:ext cx="683850" cy="684700"/>
            </a:xfrm>
            <a:custGeom>
              <a:rect b="b" l="l" r="r" t="t"/>
              <a:pathLst>
                <a:path extrusionOk="0" fill="none" h="27388" w="27354">
                  <a:moveTo>
                    <a:pt x="27354" y="13711"/>
                  </a:moveTo>
                  <a:cubicBezTo>
                    <a:pt x="27354" y="21249"/>
                    <a:pt x="21249" y="27387"/>
                    <a:pt x="13677" y="27387"/>
                  </a:cubicBezTo>
                  <a:cubicBezTo>
                    <a:pt x="6138" y="27387"/>
                    <a:pt x="1" y="21249"/>
                    <a:pt x="1" y="13711"/>
                  </a:cubicBezTo>
                  <a:cubicBezTo>
                    <a:pt x="1" y="6139"/>
                    <a:pt x="6138" y="1"/>
                    <a:pt x="13677" y="1"/>
                  </a:cubicBezTo>
                  <a:cubicBezTo>
                    <a:pt x="21249" y="1"/>
                    <a:pt x="27354" y="6139"/>
                    <a:pt x="27354" y="13711"/>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3"/>
            <p:cNvSpPr/>
            <p:nvPr/>
          </p:nvSpPr>
          <p:spPr>
            <a:xfrm>
              <a:off x="4937875" y="3608850"/>
              <a:ext cx="750550" cy="750575"/>
            </a:xfrm>
            <a:custGeom>
              <a:rect b="b" l="l" r="r" t="t"/>
              <a:pathLst>
                <a:path extrusionOk="0" fill="none" h="30023" w="30022">
                  <a:moveTo>
                    <a:pt x="24684" y="24685"/>
                  </a:moveTo>
                  <a:cubicBezTo>
                    <a:pt x="30021" y="19348"/>
                    <a:pt x="30021" y="10675"/>
                    <a:pt x="24684" y="5338"/>
                  </a:cubicBezTo>
                  <a:cubicBezTo>
                    <a:pt x="19347" y="1"/>
                    <a:pt x="10674" y="1"/>
                    <a:pt x="5337" y="5338"/>
                  </a:cubicBezTo>
                  <a:cubicBezTo>
                    <a:pt x="0" y="10675"/>
                    <a:pt x="0" y="19348"/>
                    <a:pt x="5337" y="24685"/>
                  </a:cubicBezTo>
                  <a:cubicBezTo>
                    <a:pt x="10674" y="30022"/>
                    <a:pt x="19347" y="30022"/>
                    <a:pt x="24684" y="24685"/>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3"/>
            <p:cNvSpPr/>
            <p:nvPr/>
          </p:nvSpPr>
          <p:spPr>
            <a:xfrm>
              <a:off x="5071300" y="3884050"/>
              <a:ext cx="683850" cy="683850"/>
            </a:xfrm>
            <a:custGeom>
              <a:rect b="b" l="l" r="r" t="t"/>
              <a:pathLst>
                <a:path extrusionOk="0" fill="none" h="27354" w="27354">
                  <a:moveTo>
                    <a:pt x="13677" y="27354"/>
                  </a:moveTo>
                  <a:cubicBezTo>
                    <a:pt x="21249" y="27354"/>
                    <a:pt x="27353" y="21216"/>
                    <a:pt x="27353" y="13677"/>
                  </a:cubicBezTo>
                  <a:cubicBezTo>
                    <a:pt x="27353" y="6105"/>
                    <a:pt x="21249" y="1"/>
                    <a:pt x="13677" y="1"/>
                  </a:cubicBezTo>
                  <a:cubicBezTo>
                    <a:pt x="6138" y="1"/>
                    <a:pt x="0" y="6105"/>
                    <a:pt x="0" y="13677"/>
                  </a:cubicBezTo>
                  <a:cubicBezTo>
                    <a:pt x="0" y="21216"/>
                    <a:pt x="6138" y="27354"/>
                    <a:pt x="13677" y="27354"/>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3"/>
            <p:cNvSpPr/>
            <p:nvPr/>
          </p:nvSpPr>
          <p:spPr>
            <a:xfrm>
              <a:off x="4937875" y="4092550"/>
              <a:ext cx="750550" cy="750550"/>
            </a:xfrm>
            <a:custGeom>
              <a:rect b="b" l="l" r="r" t="t"/>
              <a:pathLst>
                <a:path extrusionOk="0" fill="none" h="30022" w="30022">
                  <a:moveTo>
                    <a:pt x="5337" y="24684"/>
                  </a:moveTo>
                  <a:cubicBezTo>
                    <a:pt x="10674" y="30022"/>
                    <a:pt x="19347" y="30022"/>
                    <a:pt x="24684" y="24684"/>
                  </a:cubicBezTo>
                  <a:cubicBezTo>
                    <a:pt x="30021" y="19347"/>
                    <a:pt x="30021" y="10674"/>
                    <a:pt x="24684" y="5337"/>
                  </a:cubicBezTo>
                  <a:cubicBezTo>
                    <a:pt x="19347" y="0"/>
                    <a:pt x="10674" y="0"/>
                    <a:pt x="5337" y="5337"/>
                  </a:cubicBezTo>
                  <a:cubicBezTo>
                    <a:pt x="0" y="10674"/>
                    <a:pt x="0" y="19347"/>
                    <a:pt x="5337" y="24684"/>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3"/>
            <p:cNvSpPr/>
            <p:nvPr/>
          </p:nvSpPr>
          <p:spPr>
            <a:xfrm>
              <a:off x="4729375" y="4225975"/>
              <a:ext cx="683850" cy="683850"/>
            </a:xfrm>
            <a:custGeom>
              <a:rect b="b" l="l" r="r" t="t"/>
              <a:pathLst>
                <a:path extrusionOk="0" fill="none" h="27354" w="27354">
                  <a:moveTo>
                    <a:pt x="1" y="13677"/>
                  </a:moveTo>
                  <a:cubicBezTo>
                    <a:pt x="1" y="21215"/>
                    <a:pt x="6138" y="27353"/>
                    <a:pt x="13677" y="27353"/>
                  </a:cubicBezTo>
                  <a:cubicBezTo>
                    <a:pt x="21249" y="27353"/>
                    <a:pt x="27354" y="21215"/>
                    <a:pt x="27354" y="13677"/>
                  </a:cubicBezTo>
                  <a:cubicBezTo>
                    <a:pt x="27354" y="6105"/>
                    <a:pt x="21249" y="0"/>
                    <a:pt x="13677" y="0"/>
                  </a:cubicBezTo>
                  <a:cubicBezTo>
                    <a:pt x="6138" y="0"/>
                    <a:pt x="1" y="6105"/>
                    <a:pt x="1" y="13677"/>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3"/>
            <p:cNvSpPr/>
            <p:nvPr/>
          </p:nvSpPr>
          <p:spPr>
            <a:xfrm>
              <a:off x="4454175" y="4092550"/>
              <a:ext cx="750575" cy="750550"/>
            </a:xfrm>
            <a:custGeom>
              <a:rect b="b" l="l" r="r" t="t"/>
              <a:pathLst>
                <a:path extrusionOk="0" fill="none" h="30022" w="30023">
                  <a:moveTo>
                    <a:pt x="5338" y="5337"/>
                  </a:moveTo>
                  <a:cubicBezTo>
                    <a:pt x="1" y="10674"/>
                    <a:pt x="1" y="19347"/>
                    <a:pt x="5338" y="24684"/>
                  </a:cubicBezTo>
                  <a:cubicBezTo>
                    <a:pt x="10675" y="30022"/>
                    <a:pt x="19348" y="30022"/>
                    <a:pt x="24685" y="24684"/>
                  </a:cubicBezTo>
                  <a:cubicBezTo>
                    <a:pt x="30022" y="19347"/>
                    <a:pt x="30022" y="10674"/>
                    <a:pt x="24685" y="5337"/>
                  </a:cubicBezTo>
                  <a:cubicBezTo>
                    <a:pt x="19348" y="0"/>
                    <a:pt x="10675" y="0"/>
                    <a:pt x="5338" y="5337"/>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3"/>
            <p:cNvSpPr/>
            <p:nvPr/>
          </p:nvSpPr>
          <p:spPr>
            <a:xfrm>
              <a:off x="4387475" y="3884050"/>
              <a:ext cx="683850" cy="683850"/>
            </a:xfrm>
            <a:custGeom>
              <a:rect b="b" l="l" r="r" t="t"/>
              <a:pathLst>
                <a:path extrusionOk="0" fill="none" h="27354" w="27354">
                  <a:moveTo>
                    <a:pt x="13677" y="1"/>
                  </a:moveTo>
                  <a:cubicBezTo>
                    <a:pt x="6105" y="1"/>
                    <a:pt x="0" y="6105"/>
                    <a:pt x="0" y="13677"/>
                  </a:cubicBezTo>
                  <a:cubicBezTo>
                    <a:pt x="0" y="21216"/>
                    <a:pt x="6105" y="27354"/>
                    <a:pt x="13677" y="27354"/>
                  </a:cubicBezTo>
                  <a:cubicBezTo>
                    <a:pt x="21215" y="27354"/>
                    <a:pt x="27353" y="21216"/>
                    <a:pt x="27353" y="13677"/>
                  </a:cubicBezTo>
                  <a:cubicBezTo>
                    <a:pt x="27353" y="6105"/>
                    <a:pt x="21215" y="1"/>
                    <a:pt x="13677" y="1"/>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3"/>
            <p:cNvSpPr/>
            <p:nvPr/>
          </p:nvSpPr>
          <p:spPr>
            <a:xfrm>
              <a:off x="4454175" y="3608850"/>
              <a:ext cx="750575" cy="750575"/>
            </a:xfrm>
            <a:custGeom>
              <a:rect b="b" l="l" r="r" t="t"/>
              <a:pathLst>
                <a:path extrusionOk="0" fill="none" h="30023" w="30023">
                  <a:moveTo>
                    <a:pt x="24685" y="5338"/>
                  </a:moveTo>
                  <a:cubicBezTo>
                    <a:pt x="19348" y="1"/>
                    <a:pt x="10675" y="1"/>
                    <a:pt x="5338" y="5338"/>
                  </a:cubicBezTo>
                  <a:cubicBezTo>
                    <a:pt x="1" y="10675"/>
                    <a:pt x="1" y="19348"/>
                    <a:pt x="5338" y="24685"/>
                  </a:cubicBezTo>
                  <a:cubicBezTo>
                    <a:pt x="10675" y="30022"/>
                    <a:pt x="19348" y="30022"/>
                    <a:pt x="24685" y="24685"/>
                  </a:cubicBezTo>
                  <a:cubicBezTo>
                    <a:pt x="30022" y="19348"/>
                    <a:pt x="30022" y="10675"/>
                    <a:pt x="24685" y="5338"/>
                  </a:cubicBezTo>
                  <a:close/>
                </a:path>
              </a:pathLst>
            </a:custGeom>
            <a:solidFill>
              <a:srgbClr val="4B4F50"/>
            </a:solidFill>
            <a:ln cap="rnd" cmpd="sng" w="10850">
              <a:solidFill>
                <a:srgbClr val="CC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3"/>
            <p:cNvSpPr/>
            <p:nvPr/>
          </p:nvSpPr>
          <p:spPr>
            <a:xfrm>
              <a:off x="5054625" y="3917425"/>
              <a:ext cx="33375" cy="34200"/>
            </a:xfrm>
            <a:custGeom>
              <a:rect b="b" l="l" r="r" t="t"/>
              <a:pathLst>
                <a:path extrusionOk="0" h="1368" w="1335">
                  <a:moveTo>
                    <a:pt x="667" y="0"/>
                  </a:moveTo>
                  <a:cubicBezTo>
                    <a:pt x="300" y="0"/>
                    <a:pt x="0" y="300"/>
                    <a:pt x="0" y="701"/>
                  </a:cubicBezTo>
                  <a:cubicBezTo>
                    <a:pt x="0" y="1067"/>
                    <a:pt x="300" y="1368"/>
                    <a:pt x="667" y="1368"/>
                  </a:cubicBezTo>
                  <a:cubicBezTo>
                    <a:pt x="1034" y="1368"/>
                    <a:pt x="1334" y="1067"/>
                    <a:pt x="1334" y="701"/>
                  </a:cubicBezTo>
                  <a:cubicBezTo>
                    <a:pt x="1334" y="300"/>
                    <a:pt x="1034" y="0"/>
                    <a:pt x="667"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3"/>
            <p:cNvSpPr/>
            <p:nvPr/>
          </p:nvSpPr>
          <p:spPr>
            <a:xfrm>
              <a:off x="5054625" y="4500325"/>
              <a:ext cx="33375" cy="33375"/>
            </a:xfrm>
            <a:custGeom>
              <a:rect b="b" l="l" r="r" t="t"/>
              <a:pathLst>
                <a:path extrusionOk="0" h="1335"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3"/>
            <p:cNvSpPr/>
            <p:nvPr/>
          </p:nvSpPr>
          <p:spPr>
            <a:xfrm>
              <a:off x="5345650" y="4209300"/>
              <a:ext cx="33375" cy="33375"/>
            </a:xfrm>
            <a:custGeom>
              <a:rect b="b" l="l" r="r" t="t"/>
              <a:pathLst>
                <a:path extrusionOk="0" h="1335" w="1335">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3"/>
            <p:cNvSpPr/>
            <p:nvPr/>
          </p:nvSpPr>
          <p:spPr>
            <a:xfrm>
              <a:off x="4763575" y="4209300"/>
              <a:ext cx="33375" cy="33375"/>
            </a:xfrm>
            <a:custGeom>
              <a:rect b="b" l="l" r="r" t="t"/>
              <a:pathLst>
                <a:path extrusionOk="0" h="1335" w="1335">
                  <a:moveTo>
                    <a:pt x="668" y="0"/>
                  </a:moveTo>
                  <a:cubicBezTo>
                    <a:pt x="301" y="0"/>
                    <a:pt x="0" y="300"/>
                    <a:pt x="0" y="667"/>
                  </a:cubicBezTo>
                  <a:cubicBezTo>
                    <a:pt x="0" y="1034"/>
                    <a:pt x="301" y="1334"/>
                    <a:pt x="668" y="1334"/>
                  </a:cubicBezTo>
                  <a:cubicBezTo>
                    <a:pt x="1034" y="1334"/>
                    <a:pt x="1335" y="1034"/>
                    <a:pt x="1335" y="667"/>
                  </a:cubicBezTo>
                  <a:cubicBezTo>
                    <a:pt x="1335" y="300"/>
                    <a:pt x="1034" y="0"/>
                    <a:pt x="668" y="0"/>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3"/>
            <p:cNvSpPr/>
            <p:nvPr/>
          </p:nvSpPr>
          <p:spPr>
            <a:xfrm>
              <a:off x="5258925" y="4003300"/>
              <a:ext cx="36725" cy="33400"/>
            </a:xfrm>
            <a:custGeom>
              <a:rect b="b" l="l" r="r" t="t"/>
              <a:pathLst>
                <a:path extrusionOk="0" h="1336" w="1469">
                  <a:moveTo>
                    <a:pt x="734" y="1"/>
                  </a:moveTo>
                  <a:cubicBezTo>
                    <a:pt x="568" y="1"/>
                    <a:pt x="401" y="68"/>
                    <a:pt x="267" y="201"/>
                  </a:cubicBezTo>
                  <a:cubicBezTo>
                    <a:pt x="1" y="434"/>
                    <a:pt x="1" y="868"/>
                    <a:pt x="267" y="1135"/>
                  </a:cubicBezTo>
                  <a:cubicBezTo>
                    <a:pt x="401" y="1268"/>
                    <a:pt x="568" y="1335"/>
                    <a:pt x="734" y="1335"/>
                  </a:cubicBezTo>
                  <a:cubicBezTo>
                    <a:pt x="901" y="1335"/>
                    <a:pt x="1068" y="1268"/>
                    <a:pt x="1201" y="1135"/>
                  </a:cubicBezTo>
                  <a:cubicBezTo>
                    <a:pt x="1468" y="868"/>
                    <a:pt x="1468" y="434"/>
                    <a:pt x="1201" y="201"/>
                  </a:cubicBezTo>
                  <a:cubicBezTo>
                    <a:pt x="1068" y="68"/>
                    <a:pt x="901" y="1"/>
                    <a:pt x="734"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3"/>
            <p:cNvSpPr/>
            <p:nvPr/>
          </p:nvSpPr>
          <p:spPr>
            <a:xfrm>
              <a:off x="4846975" y="4414425"/>
              <a:ext cx="36700" cy="34225"/>
            </a:xfrm>
            <a:custGeom>
              <a:rect b="b" l="l" r="r" t="t"/>
              <a:pathLst>
                <a:path extrusionOk="0" h="1369" w="1468">
                  <a:moveTo>
                    <a:pt x="746" y="1"/>
                  </a:moveTo>
                  <a:cubicBezTo>
                    <a:pt x="576" y="1"/>
                    <a:pt x="400" y="68"/>
                    <a:pt x="267" y="201"/>
                  </a:cubicBezTo>
                  <a:cubicBezTo>
                    <a:pt x="0" y="468"/>
                    <a:pt x="0" y="902"/>
                    <a:pt x="267" y="1168"/>
                  </a:cubicBezTo>
                  <a:cubicBezTo>
                    <a:pt x="400" y="1302"/>
                    <a:pt x="576" y="1369"/>
                    <a:pt x="746" y="1369"/>
                  </a:cubicBezTo>
                  <a:cubicBezTo>
                    <a:pt x="917" y="1369"/>
                    <a:pt x="1084" y="1302"/>
                    <a:pt x="1201" y="1168"/>
                  </a:cubicBezTo>
                  <a:cubicBezTo>
                    <a:pt x="1468" y="902"/>
                    <a:pt x="1468" y="468"/>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3"/>
            <p:cNvSpPr/>
            <p:nvPr/>
          </p:nvSpPr>
          <p:spPr>
            <a:xfrm>
              <a:off x="5260600" y="4414425"/>
              <a:ext cx="33375" cy="34225"/>
            </a:xfrm>
            <a:custGeom>
              <a:rect b="b" l="l" r="r" t="t"/>
              <a:pathLst>
                <a:path extrusionOk="0" h="1369" w="1335">
                  <a:moveTo>
                    <a:pt x="667" y="1"/>
                  </a:moveTo>
                  <a:cubicBezTo>
                    <a:pt x="300" y="1"/>
                    <a:pt x="0" y="301"/>
                    <a:pt x="0" y="701"/>
                  </a:cubicBezTo>
                  <a:cubicBezTo>
                    <a:pt x="0" y="1068"/>
                    <a:pt x="300" y="1369"/>
                    <a:pt x="667" y="1369"/>
                  </a:cubicBezTo>
                  <a:cubicBezTo>
                    <a:pt x="1034" y="1369"/>
                    <a:pt x="1335" y="1068"/>
                    <a:pt x="1335" y="701"/>
                  </a:cubicBezTo>
                  <a:cubicBezTo>
                    <a:pt x="1335" y="301"/>
                    <a:pt x="1034" y="1"/>
                    <a:pt x="667"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3"/>
            <p:cNvSpPr/>
            <p:nvPr/>
          </p:nvSpPr>
          <p:spPr>
            <a:xfrm>
              <a:off x="4846975" y="4003300"/>
              <a:ext cx="36700" cy="33400"/>
            </a:xfrm>
            <a:custGeom>
              <a:rect b="b" l="l" r="r" t="t"/>
              <a:pathLst>
                <a:path extrusionOk="0" h="1336" w="1468">
                  <a:moveTo>
                    <a:pt x="746" y="1"/>
                  </a:moveTo>
                  <a:cubicBezTo>
                    <a:pt x="576" y="1"/>
                    <a:pt x="400" y="68"/>
                    <a:pt x="267" y="201"/>
                  </a:cubicBezTo>
                  <a:cubicBezTo>
                    <a:pt x="0" y="434"/>
                    <a:pt x="0" y="868"/>
                    <a:pt x="267" y="1135"/>
                  </a:cubicBezTo>
                  <a:cubicBezTo>
                    <a:pt x="400" y="1268"/>
                    <a:pt x="576" y="1335"/>
                    <a:pt x="746" y="1335"/>
                  </a:cubicBezTo>
                  <a:cubicBezTo>
                    <a:pt x="917" y="1335"/>
                    <a:pt x="1084" y="1268"/>
                    <a:pt x="1201" y="1135"/>
                  </a:cubicBezTo>
                  <a:cubicBezTo>
                    <a:pt x="1468" y="868"/>
                    <a:pt x="1468" y="434"/>
                    <a:pt x="1201" y="201"/>
                  </a:cubicBezTo>
                  <a:cubicBezTo>
                    <a:pt x="1084" y="68"/>
                    <a:pt x="917" y="1"/>
                    <a:pt x="746" y="1"/>
                  </a:cubicBezTo>
                  <a:close/>
                </a:path>
              </a:pathLst>
            </a:custGeom>
            <a:solidFill>
              <a:srgbClr val="4B4F50"/>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3"/>
            <p:cNvSpPr/>
            <p:nvPr/>
          </p:nvSpPr>
          <p:spPr>
            <a:xfrm>
              <a:off x="5581650" y="3661400"/>
              <a:ext cx="56750" cy="51725"/>
            </a:xfrm>
            <a:custGeom>
              <a:rect b="b" l="l" r="r" t="t"/>
              <a:pathLst>
                <a:path extrusionOk="0" h="2069" w="2270">
                  <a:moveTo>
                    <a:pt x="1135" y="0"/>
                  </a:moveTo>
                  <a:cubicBezTo>
                    <a:pt x="868" y="0"/>
                    <a:pt x="601" y="100"/>
                    <a:pt x="401" y="301"/>
                  </a:cubicBezTo>
                  <a:cubicBezTo>
                    <a:pt x="1" y="701"/>
                    <a:pt x="1" y="1368"/>
                    <a:pt x="401" y="1768"/>
                  </a:cubicBezTo>
                  <a:cubicBezTo>
                    <a:pt x="601" y="1968"/>
                    <a:pt x="868" y="2069"/>
                    <a:pt x="1135" y="2069"/>
                  </a:cubicBezTo>
                  <a:cubicBezTo>
                    <a:pt x="1402" y="2069"/>
                    <a:pt x="1669" y="1968"/>
                    <a:pt x="1869" y="1768"/>
                  </a:cubicBezTo>
                  <a:cubicBezTo>
                    <a:pt x="2269" y="1368"/>
                    <a:pt x="2269" y="701"/>
                    <a:pt x="1869" y="301"/>
                  </a:cubicBezTo>
                  <a:cubicBezTo>
                    <a:pt x="1669" y="100"/>
                    <a:pt x="1402" y="0"/>
                    <a:pt x="113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3"/>
            <p:cNvSpPr/>
            <p:nvPr/>
          </p:nvSpPr>
          <p:spPr>
            <a:xfrm>
              <a:off x="5806825" y="4200125"/>
              <a:ext cx="51725" cy="51725"/>
            </a:xfrm>
            <a:custGeom>
              <a:rect b="b" l="l" r="r" t="t"/>
              <a:pathLst>
                <a:path extrusionOk="0" h="2069" w="2069">
                  <a:moveTo>
                    <a:pt x="1034" y="0"/>
                  </a:moveTo>
                  <a:cubicBezTo>
                    <a:pt x="467" y="0"/>
                    <a:pt x="0" y="467"/>
                    <a:pt x="0" y="1034"/>
                  </a:cubicBezTo>
                  <a:cubicBezTo>
                    <a:pt x="0" y="1601"/>
                    <a:pt x="467" y="2068"/>
                    <a:pt x="1034" y="2068"/>
                  </a:cubicBezTo>
                  <a:cubicBezTo>
                    <a:pt x="1635" y="2068"/>
                    <a:pt x="2068" y="1601"/>
                    <a:pt x="2068" y="1034"/>
                  </a:cubicBezTo>
                  <a:cubicBezTo>
                    <a:pt x="2068" y="467"/>
                    <a:pt x="1635" y="0"/>
                    <a:pt x="103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3"/>
            <p:cNvSpPr/>
            <p:nvPr/>
          </p:nvSpPr>
          <p:spPr>
            <a:xfrm>
              <a:off x="5581650" y="4738825"/>
              <a:ext cx="56750" cy="51750"/>
            </a:xfrm>
            <a:custGeom>
              <a:rect b="b" l="l" r="r" t="t"/>
              <a:pathLst>
                <a:path extrusionOk="0" h="2070" w="2270">
                  <a:moveTo>
                    <a:pt x="1135" y="1"/>
                  </a:moveTo>
                  <a:cubicBezTo>
                    <a:pt x="868" y="1"/>
                    <a:pt x="601" y="101"/>
                    <a:pt x="401" y="301"/>
                  </a:cubicBezTo>
                  <a:cubicBezTo>
                    <a:pt x="1" y="701"/>
                    <a:pt x="1" y="1335"/>
                    <a:pt x="401" y="1769"/>
                  </a:cubicBezTo>
                  <a:cubicBezTo>
                    <a:pt x="601" y="1969"/>
                    <a:pt x="868" y="2069"/>
                    <a:pt x="1135" y="2069"/>
                  </a:cubicBezTo>
                  <a:cubicBezTo>
                    <a:pt x="1402" y="2069"/>
                    <a:pt x="1669" y="1969"/>
                    <a:pt x="1869" y="1769"/>
                  </a:cubicBezTo>
                  <a:cubicBezTo>
                    <a:pt x="2269" y="1335"/>
                    <a:pt x="2269" y="701"/>
                    <a:pt x="1869" y="301"/>
                  </a:cubicBezTo>
                  <a:cubicBezTo>
                    <a:pt x="1669" y="101"/>
                    <a:pt x="1402" y="1"/>
                    <a:pt x="113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3"/>
            <p:cNvSpPr/>
            <p:nvPr/>
          </p:nvSpPr>
          <p:spPr>
            <a:xfrm>
              <a:off x="5045450" y="4961500"/>
              <a:ext cx="51725" cy="51725"/>
            </a:xfrm>
            <a:custGeom>
              <a:rect b="b" l="l" r="r" t="t"/>
              <a:pathLst>
                <a:path extrusionOk="0" h="2069" w="2069">
                  <a:moveTo>
                    <a:pt x="1034" y="0"/>
                  </a:moveTo>
                  <a:cubicBezTo>
                    <a:pt x="467" y="0"/>
                    <a:pt x="0" y="467"/>
                    <a:pt x="0" y="1034"/>
                  </a:cubicBezTo>
                  <a:cubicBezTo>
                    <a:pt x="0" y="1601"/>
                    <a:pt x="467" y="2068"/>
                    <a:pt x="1034" y="2068"/>
                  </a:cubicBezTo>
                  <a:cubicBezTo>
                    <a:pt x="1601" y="2068"/>
                    <a:pt x="2068" y="1601"/>
                    <a:pt x="2068" y="1034"/>
                  </a:cubicBezTo>
                  <a:cubicBezTo>
                    <a:pt x="2068" y="467"/>
                    <a:pt x="1601" y="0"/>
                    <a:pt x="103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3"/>
            <p:cNvSpPr/>
            <p:nvPr/>
          </p:nvSpPr>
          <p:spPr>
            <a:xfrm>
              <a:off x="4504225" y="4738825"/>
              <a:ext cx="56725" cy="51750"/>
            </a:xfrm>
            <a:custGeom>
              <a:rect b="b" l="l" r="r" t="t"/>
              <a:pathLst>
                <a:path extrusionOk="0" h="2070" w="2269">
                  <a:moveTo>
                    <a:pt x="1134" y="1"/>
                  </a:moveTo>
                  <a:cubicBezTo>
                    <a:pt x="868" y="1"/>
                    <a:pt x="601" y="101"/>
                    <a:pt x="401" y="301"/>
                  </a:cubicBezTo>
                  <a:cubicBezTo>
                    <a:pt x="0" y="701"/>
                    <a:pt x="0" y="1335"/>
                    <a:pt x="401" y="1769"/>
                  </a:cubicBezTo>
                  <a:cubicBezTo>
                    <a:pt x="601" y="1969"/>
                    <a:pt x="868" y="2069"/>
                    <a:pt x="1134" y="2069"/>
                  </a:cubicBezTo>
                  <a:cubicBezTo>
                    <a:pt x="1401" y="2069"/>
                    <a:pt x="1668" y="1969"/>
                    <a:pt x="1868" y="1769"/>
                  </a:cubicBezTo>
                  <a:cubicBezTo>
                    <a:pt x="2269" y="1335"/>
                    <a:pt x="2269" y="701"/>
                    <a:pt x="1868" y="301"/>
                  </a:cubicBezTo>
                  <a:cubicBezTo>
                    <a:pt x="1668" y="101"/>
                    <a:pt x="1401" y="1"/>
                    <a:pt x="113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3"/>
            <p:cNvSpPr/>
            <p:nvPr/>
          </p:nvSpPr>
          <p:spPr>
            <a:xfrm>
              <a:off x="4284075" y="4200125"/>
              <a:ext cx="51725" cy="51725"/>
            </a:xfrm>
            <a:custGeom>
              <a:rect b="b" l="l" r="r" t="t"/>
              <a:pathLst>
                <a:path extrusionOk="0" h="2069" w="2069">
                  <a:moveTo>
                    <a:pt x="1034" y="0"/>
                  </a:moveTo>
                  <a:cubicBezTo>
                    <a:pt x="434" y="0"/>
                    <a:pt x="0" y="467"/>
                    <a:pt x="0" y="1034"/>
                  </a:cubicBezTo>
                  <a:cubicBezTo>
                    <a:pt x="0" y="1601"/>
                    <a:pt x="434" y="2068"/>
                    <a:pt x="1034" y="2068"/>
                  </a:cubicBezTo>
                  <a:cubicBezTo>
                    <a:pt x="1601" y="2068"/>
                    <a:pt x="2068" y="1601"/>
                    <a:pt x="2068" y="1034"/>
                  </a:cubicBezTo>
                  <a:cubicBezTo>
                    <a:pt x="2068" y="467"/>
                    <a:pt x="1601" y="0"/>
                    <a:pt x="103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3"/>
            <p:cNvSpPr/>
            <p:nvPr/>
          </p:nvSpPr>
          <p:spPr>
            <a:xfrm>
              <a:off x="4504225" y="3661400"/>
              <a:ext cx="56725" cy="51725"/>
            </a:xfrm>
            <a:custGeom>
              <a:rect b="b" l="l" r="r" t="t"/>
              <a:pathLst>
                <a:path extrusionOk="0" h="2069" w="2269">
                  <a:moveTo>
                    <a:pt x="1134" y="0"/>
                  </a:moveTo>
                  <a:cubicBezTo>
                    <a:pt x="868" y="0"/>
                    <a:pt x="601" y="100"/>
                    <a:pt x="401" y="301"/>
                  </a:cubicBezTo>
                  <a:cubicBezTo>
                    <a:pt x="0" y="701"/>
                    <a:pt x="0" y="1368"/>
                    <a:pt x="401" y="1768"/>
                  </a:cubicBezTo>
                  <a:cubicBezTo>
                    <a:pt x="601" y="1968"/>
                    <a:pt x="868" y="2069"/>
                    <a:pt x="1134" y="2069"/>
                  </a:cubicBezTo>
                  <a:cubicBezTo>
                    <a:pt x="1401" y="2069"/>
                    <a:pt x="1668" y="1968"/>
                    <a:pt x="1868" y="1768"/>
                  </a:cubicBezTo>
                  <a:cubicBezTo>
                    <a:pt x="2269" y="1368"/>
                    <a:pt x="2269" y="701"/>
                    <a:pt x="1868" y="301"/>
                  </a:cubicBezTo>
                  <a:cubicBezTo>
                    <a:pt x="1668" y="100"/>
                    <a:pt x="1401" y="0"/>
                    <a:pt x="113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3"/>
            <p:cNvSpPr/>
            <p:nvPr/>
          </p:nvSpPr>
          <p:spPr>
            <a:xfrm>
              <a:off x="5054625" y="3716425"/>
              <a:ext cx="33375" cy="33400"/>
            </a:xfrm>
            <a:custGeom>
              <a:rect b="b" l="l" r="r" t="t"/>
              <a:pathLst>
                <a:path extrusionOk="0" h="1336" w="1335">
                  <a:moveTo>
                    <a:pt x="667" y="1"/>
                  </a:moveTo>
                  <a:cubicBezTo>
                    <a:pt x="300" y="1"/>
                    <a:pt x="0" y="301"/>
                    <a:pt x="0" y="668"/>
                  </a:cubicBezTo>
                  <a:cubicBezTo>
                    <a:pt x="0" y="1068"/>
                    <a:pt x="300" y="1335"/>
                    <a:pt x="667" y="1335"/>
                  </a:cubicBezTo>
                  <a:cubicBezTo>
                    <a:pt x="1034" y="1335"/>
                    <a:pt x="1334" y="1068"/>
                    <a:pt x="1334" y="668"/>
                  </a:cubicBezTo>
                  <a:cubicBezTo>
                    <a:pt x="1334" y="301"/>
                    <a:pt x="1034" y="1"/>
                    <a:pt x="667" y="1"/>
                  </a:cubicBez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3"/>
            <p:cNvSpPr/>
            <p:nvPr/>
          </p:nvSpPr>
          <p:spPr>
            <a:xfrm>
              <a:off x="5400700" y="3860700"/>
              <a:ext cx="36700" cy="33400"/>
            </a:xfrm>
            <a:custGeom>
              <a:rect b="b" l="l" r="r" t="t"/>
              <a:pathLst>
                <a:path extrusionOk="0" h="1336" w="1468">
                  <a:moveTo>
                    <a:pt x="751" y="1"/>
                  </a:moveTo>
                  <a:cubicBezTo>
                    <a:pt x="576" y="1"/>
                    <a:pt x="401" y="67"/>
                    <a:pt x="267" y="201"/>
                  </a:cubicBezTo>
                  <a:cubicBezTo>
                    <a:pt x="0" y="468"/>
                    <a:pt x="0" y="901"/>
                    <a:pt x="267" y="1135"/>
                  </a:cubicBezTo>
                  <a:cubicBezTo>
                    <a:pt x="401" y="1268"/>
                    <a:pt x="576" y="1335"/>
                    <a:pt x="751" y="1335"/>
                  </a:cubicBezTo>
                  <a:cubicBezTo>
                    <a:pt x="926" y="1335"/>
                    <a:pt x="1101" y="1268"/>
                    <a:pt x="1234" y="1135"/>
                  </a:cubicBezTo>
                  <a:cubicBezTo>
                    <a:pt x="1468" y="901"/>
                    <a:pt x="1468" y="468"/>
                    <a:pt x="1234" y="201"/>
                  </a:cubicBezTo>
                  <a:cubicBezTo>
                    <a:pt x="1101" y="67"/>
                    <a:pt x="926" y="1"/>
                    <a:pt x="751" y="1"/>
                  </a:cubicBez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3"/>
            <p:cNvSpPr/>
            <p:nvPr/>
          </p:nvSpPr>
          <p:spPr>
            <a:xfrm>
              <a:off x="5546625" y="4209300"/>
              <a:ext cx="33400" cy="33375"/>
            </a:xfrm>
            <a:custGeom>
              <a:rect b="b" l="l" r="r" t="t"/>
              <a:pathLst>
                <a:path extrusionOk="0" h="1335" w="1336">
                  <a:moveTo>
                    <a:pt x="668" y="0"/>
                  </a:moveTo>
                  <a:cubicBezTo>
                    <a:pt x="301" y="0"/>
                    <a:pt x="1" y="300"/>
                    <a:pt x="1" y="667"/>
                  </a:cubicBezTo>
                  <a:cubicBezTo>
                    <a:pt x="1" y="1034"/>
                    <a:pt x="301" y="1334"/>
                    <a:pt x="668" y="1334"/>
                  </a:cubicBezTo>
                  <a:cubicBezTo>
                    <a:pt x="1035" y="1334"/>
                    <a:pt x="1335" y="1034"/>
                    <a:pt x="1335" y="667"/>
                  </a:cubicBezTo>
                  <a:cubicBezTo>
                    <a:pt x="1335" y="300"/>
                    <a:pt x="1035" y="0"/>
                    <a:pt x="668" y="0"/>
                  </a:cubicBez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3"/>
            <p:cNvSpPr/>
            <p:nvPr/>
          </p:nvSpPr>
          <p:spPr>
            <a:xfrm>
              <a:off x="5400700" y="4557050"/>
              <a:ext cx="36700" cy="33375"/>
            </a:xfrm>
            <a:custGeom>
              <a:rect b="b" l="l" r="r" t="t"/>
              <a:pathLst>
                <a:path extrusionOk="0" h="1335" w="1468">
                  <a:moveTo>
                    <a:pt x="751" y="0"/>
                  </a:moveTo>
                  <a:cubicBezTo>
                    <a:pt x="576" y="0"/>
                    <a:pt x="401" y="67"/>
                    <a:pt x="267" y="200"/>
                  </a:cubicBezTo>
                  <a:cubicBezTo>
                    <a:pt x="0" y="467"/>
                    <a:pt x="0" y="867"/>
                    <a:pt x="267" y="1134"/>
                  </a:cubicBezTo>
                  <a:cubicBezTo>
                    <a:pt x="401" y="1268"/>
                    <a:pt x="576" y="1334"/>
                    <a:pt x="751" y="1334"/>
                  </a:cubicBezTo>
                  <a:cubicBezTo>
                    <a:pt x="926" y="1334"/>
                    <a:pt x="1101" y="1268"/>
                    <a:pt x="1234" y="1134"/>
                  </a:cubicBezTo>
                  <a:cubicBezTo>
                    <a:pt x="1468" y="867"/>
                    <a:pt x="1468" y="467"/>
                    <a:pt x="1234" y="200"/>
                  </a:cubicBezTo>
                  <a:cubicBezTo>
                    <a:pt x="1101" y="67"/>
                    <a:pt x="926" y="0"/>
                    <a:pt x="751" y="0"/>
                  </a:cubicBez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3"/>
            <p:cNvSpPr/>
            <p:nvPr/>
          </p:nvSpPr>
          <p:spPr>
            <a:xfrm>
              <a:off x="5054625" y="4701300"/>
              <a:ext cx="33375" cy="33400"/>
            </a:xfrm>
            <a:custGeom>
              <a:rect b="b" l="l" r="r" t="t"/>
              <a:pathLst>
                <a:path extrusionOk="0" h="1336" w="1335">
                  <a:moveTo>
                    <a:pt x="667" y="1"/>
                  </a:moveTo>
                  <a:cubicBezTo>
                    <a:pt x="300" y="1"/>
                    <a:pt x="0" y="301"/>
                    <a:pt x="0" y="668"/>
                  </a:cubicBezTo>
                  <a:cubicBezTo>
                    <a:pt x="0" y="1035"/>
                    <a:pt x="300" y="1335"/>
                    <a:pt x="667" y="1335"/>
                  </a:cubicBezTo>
                  <a:cubicBezTo>
                    <a:pt x="1034" y="1335"/>
                    <a:pt x="1334" y="1035"/>
                    <a:pt x="1334" y="668"/>
                  </a:cubicBezTo>
                  <a:cubicBezTo>
                    <a:pt x="1334" y="301"/>
                    <a:pt x="1034" y="1"/>
                    <a:pt x="667" y="1"/>
                  </a:cubicBez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3"/>
            <p:cNvSpPr/>
            <p:nvPr/>
          </p:nvSpPr>
          <p:spPr>
            <a:xfrm>
              <a:off x="4705200" y="4557050"/>
              <a:ext cx="36725" cy="33375"/>
            </a:xfrm>
            <a:custGeom>
              <a:rect b="b" l="l" r="r" t="t"/>
              <a:pathLst>
                <a:path extrusionOk="0" h="1335" w="1469">
                  <a:moveTo>
                    <a:pt x="718" y="0"/>
                  </a:moveTo>
                  <a:cubicBezTo>
                    <a:pt x="542" y="0"/>
                    <a:pt x="367" y="67"/>
                    <a:pt x="234" y="200"/>
                  </a:cubicBezTo>
                  <a:cubicBezTo>
                    <a:pt x="0" y="467"/>
                    <a:pt x="0" y="867"/>
                    <a:pt x="234" y="1134"/>
                  </a:cubicBezTo>
                  <a:cubicBezTo>
                    <a:pt x="367" y="1268"/>
                    <a:pt x="542" y="1334"/>
                    <a:pt x="718" y="1334"/>
                  </a:cubicBezTo>
                  <a:cubicBezTo>
                    <a:pt x="893" y="1334"/>
                    <a:pt x="1068" y="1268"/>
                    <a:pt x="1201" y="1134"/>
                  </a:cubicBezTo>
                  <a:cubicBezTo>
                    <a:pt x="1468" y="867"/>
                    <a:pt x="1468" y="467"/>
                    <a:pt x="1201" y="200"/>
                  </a:cubicBezTo>
                  <a:cubicBezTo>
                    <a:pt x="1068" y="67"/>
                    <a:pt x="893" y="0"/>
                    <a:pt x="718" y="0"/>
                  </a:cubicBez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3"/>
            <p:cNvSpPr/>
            <p:nvPr/>
          </p:nvSpPr>
          <p:spPr>
            <a:xfrm>
              <a:off x="4562600" y="4209300"/>
              <a:ext cx="33375" cy="33375"/>
            </a:xfrm>
            <a:custGeom>
              <a:rect b="b" l="l" r="r" t="t"/>
              <a:pathLst>
                <a:path extrusionOk="0" h="1335" w="1335">
                  <a:moveTo>
                    <a:pt x="667" y="0"/>
                  </a:moveTo>
                  <a:cubicBezTo>
                    <a:pt x="301" y="0"/>
                    <a:pt x="0" y="300"/>
                    <a:pt x="0" y="667"/>
                  </a:cubicBezTo>
                  <a:cubicBezTo>
                    <a:pt x="0" y="1034"/>
                    <a:pt x="301" y="1334"/>
                    <a:pt x="667" y="1334"/>
                  </a:cubicBezTo>
                  <a:cubicBezTo>
                    <a:pt x="1034" y="1334"/>
                    <a:pt x="1335" y="1034"/>
                    <a:pt x="1335" y="667"/>
                  </a:cubicBezTo>
                  <a:cubicBezTo>
                    <a:pt x="1335" y="300"/>
                    <a:pt x="1034" y="0"/>
                    <a:pt x="667" y="0"/>
                  </a:cubicBez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3"/>
            <p:cNvSpPr/>
            <p:nvPr/>
          </p:nvSpPr>
          <p:spPr>
            <a:xfrm>
              <a:off x="4705200" y="3860700"/>
              <a:ext cx="36725" cy="33600"/>
            </a:xfrm>
            <a:custGeom>
              <a:rect b="b" l="l" r="r" t="t"/>
              <a:pathLst>
                <a:path extrusionOk="0" h="1344" w="1469">
                  <a:moveTo>
                    <a:pt x="718" y="1"/>
                  </a:moveTo>
                  <a:cubicBezTo>
                    <a:pt x="542" y="1"/>
                    <a:pt x="367" y="67"/>
                    <a:pt x="234" y="201"/>
                  </a:cubicBezTo>
                  <a:cubicBezTo>
                    <a:pt x="0" y="468"/>
                    <a:pt x="0" y="901"/>
                    <a:pt x="234" y="1168"/>
                  </a:cubicBezTo>
                  <a:cubicBezTo>
                    <a:pt x="367" y="1285"/>
                    <a:pt x="542" y="1343"/>
                    <a:pt x="718" y="1343"/>
                  </a:cubicBezTo>
                  <a:cubicBezTo>
                    <a:pt x="893" y="1343"/>
                    <a:pt x="1068" y="1285"/>
                    <a:pt x="1201" y="1168"/>
                  </a:cubicBezTo>
                  <a:cubicBezTo>
                    <a:pt x="1468" y="901"/>
                    <a:pt x="1468" y="468"/>
                    <a:pt x="1201" y="201"/>
                  </a:cubicBezTo>
                  <a:cubicBezTo>
                    <a:pt x="1068" y="67"/>
                    <a:pt x="893" y="1"/>
                    <a:pt x="718" y="1"/>
                  </a:cubicBez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63"/>
          <p:cNvGrpSpPr/>
          <p:nvPr/>
        </p:nvGrpSpPr>
        <p:grpSpPr>
          <a:xfrm>
            <a:off x="2941714" y="3234247"/>
            <a:ext cx="1621699" cy="1498576"/>
            <a:chOff x="4145200" y="3041788"/>
            <a:chExt cx="2098200" cy="1938900"/>
          </a:xfrm>
        </p:grpSpPr>
        <p:sp>
          <p:nvSpPr>
            <p:cNvPr id="1704" name="Google Shape;1704;p63"/>
            <p:cNvSpPr/>
            <p:nvPr/>
          </p:nvSpPr>
          <p:spPr>
            <a:xfrm>
              <a:off x="5009975" y="3168538"/>
              <a:ext cx="184325" cy="842300"/>
            </a:xfrm>
            <a:custGeom>
              <a:rect b="b" l="l" r="r" t="t"/>
              <a:pathLst>
                <a:path extrusionOk="0" fill="none" h="33692" w="7373">
                  <a:moveTo>
                    <a:pt x="7373" y="33691"/>
                  </a:moveTo>
                  <a:lnTo>
                    <a:pt x="7373" y="1"/>
                  </a:lnTo>
                  <a:lnTo>
                    <a:pt x="1" y="10408"/>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3"/>
            <p:cNvSpPr/>
            <p:nvPr/>
          </p:nvSpPr>
          <p:spPr>
            <a:xfrm>
              <a:off x="4880725" y="3512963"/>
              <a:ext cx="313575" cy="497875"/>
            </a:xfrm>
            <a:custGeom>
              <a:rect b="b" l="l" r="r" t="t"/>
              <a:pathLst>
                <a:path extrusionOk="0" h="19915" w="12543">
                  <a:moveTo>
                    <a:pt x="1" y="0"/>
                  </a:moveTo>
                  <a:lnTo>
                    <a:pt x="12543" y="19914"/>
                  </a:lnTo>
                  <a:lnTo>
                    <a:pt x="7206" y="306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3"/>
            <p:cNvSpPr/>
            <p:nvPr/>
          </p:nvSpPr>
          <p:spPr>
            <a:xfrm>
              <a:off x="4766475" y="3665563"/>
              <a:ext cx="427825" cy="345275"/>
            </a:xfrm>
            <a:custGeom>
              <a:rect b="b" l="l" r="r" t="t"/>
              <a:pathLst>
                <a:path extrusionOk="0" fill="none" h="13811" w="17113">
                  <a:moveTo>
                    <a:pt x="17113" y="13810"/>
                  </a:moveTo>
                  <a:lnTo>
                    <a:pt x="8440" y="0"/>
                  </a:lnTo>
                  <a:lnTo>
                    <a:pt x="1" y="6272"/>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3"/>
            <p:cNvSpPr/>
            <p:nvPr/>
          </p:nvSpPr>
          <p:spPr>
            <a:xfrm>
              <a:off x="4766475" y="3665563"/>
              <a:ext cx="214350" cy="156800"/>
            </a:xfrm>
            <a:custGeom>
              <a:rect b="b" l="l" r="r" t="t"/>
              <a:pathLst>
                <a:path extrusionOk="0" fill="none" h="6272" w="8574">
                  <a:moveTo>
                    <a:pt x="1" y="6272"/>
                  </a:moveTo>
                  <a:lnTo>
                    <a:pt x="8573" y="5805"/>
                  </a:lnTo>
                  <a:lnTo>
                    <a:pt x="8440" y="0"/>
                  </a:lnTo>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3"/>
            <p:cNvSpPr/>
            <p:nvPr/>
          </p:nvSpPr>
          <p:spPr>
            <a:xfrm>
              <a:off x="4980800" y="3810663"/>
              <a:ext cx="213500" cy="200175"/>
            </a:xfrm>
            <a:custGeom>
              <a:rect b="b" l="l" r="r" t="t"/>
              <a:pathLst>
                <a:path extrusionOk="0" fill="none" h="8007" w="8540">
                  <a:moveTo>
                    <a:pt x="0" y="1"/>
                  </a:moveTo>
                  <a:lnTo>
                    <a:pt x="8540" y="8006"/>
                  </a:lnTo>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3"/>
            <p:cNvSpPr/>
            <p:nvPr/>
          </p:nvSpPr>
          <p:spPr>
            <a:xfrm>
              <a:off x="5194275" y="3168538"/>
              <a:ext cx="187675" cy="842300"/>
            </a:xfrm>
            <a:custGeom>
              <a:rect b="b" l="l" r="r" t="t"/>
              <a:pathLst>
                <a:path extrusionOk="0" fill="none" h="33692" w="7507">
                  <a:moveTo>
                    <a:pt x="1" y="33691"/>
                  </a:moveTo>
                  <a:lnTo>
                    <a:pt x="1" y="1"/>
                  </a:lnTo>
                  <a:lnTo>
                    <a:pt x="7506" y="10441"/>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3"/>
            <p:cNvSpPr/>
            <p:nvPr/>
          </p:nvSpPr>
          <p:spPr>
            <a:xfrm>
              <a:off x="5194275" y="3514613"/>
              <a:ext cx="315250" cy="496225"/>
            </a:xfrm>
            <a:custGeom>
              <a:rect b="b" l="l" r="r" t="t"/>
              <a:pathLst>
                <a:path extrusionOk="0" h="19849" w="12610">
                  <a:moveTo>
                    <a:pt x="12610" y="1"/>
                  </a:moveTo>
                  <a:lnTo>
                    <a:pt x="5438" y="3036"/>
                  </a:lnTo>
                  <a:lnTo>
                    <a:pt x="1" y="19848"/>
                  </a:lnTo>
                  <a:lnTo>
                    <a:pt x="126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3"/>
            <p:cNvSpPr/>
            <p:nvPr/>
          </p:nvSpPr>
          <p:spPr>
            <a:xfrm>
              <a:off x="5194275" y="3667238"/>
              <a:ext cx="428675" cy="343600"/>
            </a:xfrm>
            <a:custGeom>
              <a:rect b="b" l="l" r="r" t="t"/>
              <a:pathLst>
                <a:path extrusionOk="0" fill="none" h="13744" w="17147">
                  <a:moveTo>
                    <a:pt x="1" y="13743"/>
                  </a:moveTo>
                  <a:lnTo>
                    <a:pt x="8740" y="0"/>
                  </a:lnTo>
                  <a:lnTo>
                    <a:pt x="17146" y="6271"/>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3"/>
            <p:cNvSpPr/>
            <p:nvPr/>
          </p:nvSpPr>
          <p:spPr>
            <a:xfrm>
              <a:off x="5408600" y="3667238"/>
              <a:ext cx="214350" cy="156800"/>
            </a:xfrm>
            <a:custGeom>
              <a:rect b="b" l="l" r="r" t="t"/>
              <a:pathLst>
                <a:path extrusionOk="0" fill="none" h="6272" w="8574">
                  <a:moveTo>
                    <a:pt x="8573" y="6271"/>
                  </a:moveTo>
                  <a:lnTo>
                    <a:pt x="1" y="5804"/>
                  </a:lnTo>
                  <a:lnTo>
                    <a:pt x="167" y="0"/>
                  </a:lnTo>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3"/>
            <p:cNvSpPr/>
            <p:nvPr/>
          </p:nvSpPr>
          <p:spPr>
            <a:xfrm>
              <a:off x="5194275" y="3812338"/>
              <a:ext cx="214350" cy="198500"/>
            </a:xfrm>
            <a:custGeom>
              <a:rect b="b" l="l" r="r" t="t"/>
              <a:pathLst>
                <a:path extrusionOk="0" fill="none" h="7940" w="8574">
                  <a:moveTo>
                    <a:pt x="8574" y="0"/>
                  </a:moveTo>
                  <a:lnTo>
                    <a:pt x="1" y="7939"/>
                  </a:lnTo>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3"/>
            <p:cNvSpPr/>
            <p:nvPr/>
          </p:nvSpPr>
          <p:spPr>
            <a:xfrm>
              <a:off x="5006650" y="4010813"/>
              <a:ext cx="187650" cy="842300"/>
            </a:xfrm>
            <a:custGeom>
              <a:rect b="b" l="l" r="r" t="t"/>
              <a:pathLst>
                <a:path extrusionOk="0" fill="none" h="33692" w="7506">
                  <a:moveTo>
                    <a:pt x="7506" y="0"/>
                  </a:moveTo>
                  <a:lnTo>
                    <a:pt x="7506" y="33691"/>
                  </a:lnTo>
                  <a:lnTo>
                    <a:pt x="1" y="23250"/>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3"/>
            <p:cNvSpPr/>
            <p:nvPr/>
          </p:nvSpPr>
          <p:spPr>
            <a:xfrm>
              <a:off x="4878225" y="4010813"/>
              <a:ext cx="316075" cy="497050"/>
            </a:xfrm>
            <a:custGeom>
              <a:rect b="b" l="l" r="r" t="t"/>
              <a:pathLst>
                <a:path extrusionOk="0" h="19882" w="12643">
                  <a:moveTo>
                    <a:pt x="12643" y="0"/>
                  </a:moveTo>
                  <a:lnTo>
                    <a:pt x="1" y="19881"/>
                  </a:lnTo>
                  <a:lnTo>
                    <a:pt x="7206" y="16846"/>
                  </a:lnTo>
                  <a:lnTo>
                    <a:pt x="12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3"/>
            <p:cNvSpPr/>
            <p:nvPr/>
          </p:nvSpPr>
          <p:spPr>
            <a:xfrm>
              <a:off x="4765650" y="4010813"/>
              <a:ext cx="428650" cy="344425"/>
            </a:xfrm>
            <a:custGeom>
              <a:rect b="b" l="l" r="r" t="t"/>
              <a:pathLst>
                <a:path extrusionOk="0" fill="none" h="13777" w="17146">
                  <a:moveTo>
                    <a:pt x="17146" y="0"/>
                  </a:moveTo>
                  <a:lnTo>
                    <a:pt x="8406" y="13777"/>
                  </a:lnTo>
                  <a:lnTo>
                    <a:pt x="0" y="7472"/>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3"/>
            <p:cNvSpPr/>
            <p:nvPr/>
          </p:nvSpPr>
          <p:spPr>
            <a:xfrm>
              <a:off x="4765650" y="4197613"/>
              <a:ext cx="214350" cy="157625"/>
            </a:xfrm>
            <a:custGeom>
              <a:rect b="b" l="l" r="r" t="t"/>
              <a:pathLst>
                <a:path extrusionOk="0" fill="none" h="6305" w="8574">
                  <a:moveTo>
                    <a:pt x="0" y="0"/>
                  </a:moveTo>
                  <a:lnTo>
                    <a:pt x="8573" y="501"/>
                  </a:lnTo>
                  <a:lnTo>
                    <a:pt x="8406" y="6305"/>
                  </a:lnTo>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3"/>
            <p:cNvSpPr/>
            <p:nvPr/>
          </p:nvSpPr>
          <p:spPr>
            <a:xfrm>
              <a:off x="4979975" y="4010813"/>
              <a:ext cx="214325" cy="199325"/>
            </a:xfrm>
            <a:custGeom>
              <a:rect b="b" l="l" r="r" t="t"/>
              <a:pathLst>
                <a:path extrusionOk="0" fill="none" h="7973" w="8573">
                  <a:moveTo>
                    <a:pt x="0" y="7973"/>
                  </a:moveTo>
                  <a:lnTo>
                    <a:pt x="8573" y="0"/>
                  </a:lnTo>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3"/>
            <p:cNvSpPr/>
            <p:nvPr/>
          </p:nvSpPr>
          <p:spPr>
            <a:xfrm>
              <a:off x="5194275" y="4010813"/>
              <a:ext cx="184325" cy="842300"/>
            </a:xfrm>
            <a:custGeom>
              <a:rect b="b" l="l" r="r" t="t"/>
              <a:pathLst>
                <a:path extrusionOk="0" fill="none" h="33692" w="7373">
                  <a:moveTo>
                    <a:pt x="1" y="0"/>
                  </a:moveTo>
                  <a:lnTo>
                    <a:pt x="1" y="33691"/>
                  </a:lnTo>
                  <a:lnTo>
                    <a:pt x="7373" y="23284"/>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3"/>
            <p:cNvSpPr/>
            <p:nvPr/>
          </p:nvSpPr>
          <p:spPr>
            <a:xfrm>
              <a:off x="5194275" y="4010813"/>
              <a:ext cx="313600" cy="498700"/>
            </a:xfrm>
            <a:custGeom>
              <a:rect b="b" l="l" r="r" t="t"/>
              <a:pathLst>
                <a:path extrusionOk="0" h="19948" w="12544">
                  <a:moveTo>
                    <a:pt x="1" y="0"/>
                  </a:moveTo>
                  <a:lnTo>
                    <a:pt x="5338" y="16879"/>
                  </a:lnTo>
                  <a:lnTo>
                    <a:pt x="12543" y="19948"/>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3"/>
            <p:cNvSpPr/>
            <p:nvPr/>
          </p:nvSpPr>
          <p:spPr>
            <a:xfrm>
              <a:off x="5194275" y="4010813"/>
              <a:ext cx="427850" cy="345275"/>
            </a:xfrm>
            <a:custGeom>
              <a:rect b="b" l="l" r="r" t="t"/>
              <a:pathLst>
                <a:path extrusionOk="0" fill="none" h="13811" w="17114">
                  <a:moveTo>
                    <a:pt x="1" y="0"/>
                  </a:moveTo>
                  <a:lnTo>
                    <a:pt x="8674" y="13810"/>
                  </a:lnTo>
                  <a:lnTo>
                    <a:pt x="17113" y="7572"/>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3"/>
            <p:cNvSpPr/>
            <p:nvPr/>
          </p:nvSpPr>
          <p:spPr>
            <a:xfrm>
              <a:off x="5407775" y="4200113"/>
              <a:ext cx="214350" cy="155975"/>
            </a:xfrm>
            <a:custGeom>
              <a:rect b="b" l="l" r="r" t="t"/>
              <a:pathLst>
                <a:path extrusionOk="0" fill="none" h="6239" w="8574">
                  <a:moveTo>
                    <a:pt x="8573" y="0"/>
                  </a:moveTo>
                  <a:lnTo>
                    <a:pt x="0" y="434"/>
                  </a:lnTo>
                  <a:lnTo>
                    <a:pt x="134" y="6238"/>
                  </a:lnTo>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3"/>
            <p:cNvSpPr/>
            <p:nvPr/>
          </p:nvSpPr>
          <p:spPr>
            <a:xfrm>
              <a:off x="5194275" y="4010813"/>
              <a:ext cx="213525" cy="200175"/>
            </a:xfrm>
            <a:custGeom>
              <a:rect b="b" l="l" r="r" t="t"/>
              <a:pathLst>
                <a:path extrusionOk="0" fill="none" h="8007" w="8541">
                  <a:moveTo>
                    <a:pt x="8540" y="8006"/>
                  </a:moveTo>
                  <a:lnTo>
                    <a:pt x="1" y="0"/>
                  </a:lnTo>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3"/>
            <p:cNvSpPr/>
            <p:nvPr/>
          </p:nvSpPr>
          <p:spPr>
            <a:xfrm>
              <a:off x="4261950" y="3880713"/>
              <a:ext cx="932350" cy="130125"/>
            </a:xfrm>
            <a:custGeom>
              <a:rect b="b" l="l" r="r" t="t"/>
              <a:pathLst>
                <a:path extrusionOk="0" h="5205" w="37294">
                  <a:moveTo>
                    <a:pt x="8907" y="1"/>
                  </a:moveTo>
                  <a:lnTo>
                    <a:pt x="1" y="5138"/>
                  </a:lnTo>
                  <a:lnTo>
                    <a:pt x="37294" y="5204"/>
                  </a:lnTo>
                  <a:lnTo>
                    <a:pt x="89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3"/>
            <p:cNvSpPr/>
            <p:nvPr/>
          </p:nvSpPr>
          <p:spPr>
            <a:xfrm>
              <a:off x="4325325" y="3628038"/>
              <a:ext cx="868975" cy="382800"/>
            </a:xfrm>
            <a:custGeom>
              <a:rect b="b" l="l" r="r" t="t"/>
              <a:pathLst>
                <a:path extrusionOk="0" fill="none" h="15312" w="34759">
                  <a:moveTo>
                    <a:pt x="34759" y="15311"/>
                  </a:moveTo>
                  <a:lnTo>
                    <a:pt x="6372" y="10108"/>
                  </a:lnTo>
                  <a:lnTo>
                    <a:pt x="1" y="0"/>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3"/>
            <p:cNvSpPr/>
            <p:nvPr/>
          </p:nvSpPr>
          <p:spPr>
            <a:xfrm>
              <a:off x="4261950" y="4009138"/>
              <a:ext cx="932350" cy="128450"/>
            </a:xfrm>
            <a:custGeom>
              <a:rect b="b" l="l" r="r" t="t"/>
              <a:pathLst>
                <a:path extrusionOk="0" fill="none" h="5138" w="37294">
                  <a:moveTo>
                    <a:pt x="37294" y="67"/>
                  </a:moveTo>
                  <a:lnTo>
                    <a:pt x="1" y="1"/>
                  </a:lnTo>
                  <a:lnTo>
                    <a:pt x="8874" y="5138"/>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3"/>
            <p:cNvSpPr/>
            <p:nvPr/>
          </p:nvSpPr>
          <p:spPr>
            <a:xfrm>
              <a:off x="4322825" y="4010813"/>
              <a:ext cx="871475" cy="378625"/>
            </a:xfrm>
            <a:custGeom>
              <a:rect b="b" l="l" r="r" t="t"/>
              <a:pathLst>
                <a:path extrusionOk="0" h="15145" w="34859">
                  <a:moveTo>
                    <a:pt x="34859" y="0"/>
                  </a:moveTo>
                  <a:lnTo>
                    <a:pt x="6439" y="5071"/>
                  </a:lnTo>
                  <a:lnTo>
                    <a:pt x="1" y="15144"/>
                  </a:lnTo>
                  <a:lnTo>
                    <a:pt x="348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3"/>
            <p:cNvSpPr/>
            <p:nvPr/>
          </p:nvSpPr>
          <p:spPr>
            <a:xfrm>
              <a:off x="5194275" y="3884063"/>
              <a:ext cx="932375" cy="129275"/>
            </a:xfrm>
            <a:custGeom>
              <a:rect b="b" l="l" r="r" t="t"/>
              <a:pathLst>
                <a:path extrusionOk="0" h="5171" w="37295">
                  <a:moveTo>
                    <a:pt x="28421" y="0"/>
                  </a:moveTo>
                  <a:lnTo>
                    <a:pt x="1" y="5070"/>
                  </a:lnTo>
                  <a:lnTo>
                    <a:pt x="37294" y="5170"/>
                  </a:lnTo>
                  <a:lnTo>
                    <a:pt x="284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3"/>
            <p:cNvSpPr/>
            <p:nvPr/>
          </p:nvSpPr>
          <p:spPr>
            <a:xfrm>
              <a:off x="5194275" y="3633038"/>
              <a:ext cx="871500" cy="377800"/>
            </a:xfrm>
            <a:custGeom>
              <a:rect b="b" l="l" r="r" t="t"/>
              <a:pathLst>
                <a:path extrusionOk="0" fill="none" h="15112" w="34860">
                  <a:moveTo>
                    <a:pt x="1" y="15111"/>
                  </a:moveTo>
                  <a:lnTo>
                    <a:pt x="28421" y="10041"/>
                  </a:lnTo>
                  <a:lnTo>
                    <a:pt x="34859" y="0"/>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3"/>
            <p:cNvSpPr/>
            <p:nvPr/>
          </p:nvSpPr>
          <p:spPr>
            <a:xfrm>
              <a:off x="5194275" y="4010813"/>
              <a:ext cx="932375" cy="130950"/>
            </a:xfrm>
            <a:custGeom>
              <a:rect b="b" l="l" r="r" t="t"/>
              <a:pathLst>
                <a:path extrusionOk="0" fill="none" h="5238" w="37295">
                  <a:moveTo>
                    <a:pt x="1" y="0"/>
                  </a:moveTo>
                  <a:lnTo>
                    <a:pt x="37294" y="100"/>
                  </a:lnTo>
                  <a:lnTo>
                    <a:pt x="28388" y="5237"/>
                  </a:lnTo>
                  <a:close/>
                </a:path>
              </a:pathLst>
            </a:custGeom>
            <a:noFill/>
            <a:ln cap="rnd" cmpd="sng" w="7500">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3"/>
            <p:cNvSpPr/>
            <p:nvPr/>
          </p:nvSpPr>
          <p:spPr>
            <a:xfrm>
              <a:off x="5194275" y="4010813"/>
              <a:ext cx="869000" cy="382800"/>
            </a:xfrm>
            <a:custGeom>
              <a:rect b="b" l="l" r="r" t="t"/>
              <a:pathLst>
                <a:path extrusionOk="0" h="15312" w="34760">
                  <a:moveTo>
                    <a:pt x="1" y="0"/>
                  </a:moveTo>
                  <a:lnTo>
                    <a:pt x="34759" y="15311"/>
                  </a:lnTo>
                  <a:lnTo>
                    <a:pt x="34759" y="15311"/>
                  </a:lnTo>
                  <a:lnTo>
                    <a:pt x="28388" y="523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3"/>
            <p:cNvSpPr/>
            <p:nvPr/>
          </p:nvSpPr>
          <p:spPr>
            <a:xfrm>
              <a:off x="4517125" y="3334488"/>
              <a:ext cx="1353500" cy="1353500"/>
            </a:xfrm>
            <a:custGeom>
              <a:rect b="b" l="l" r="r" t="t"/>
              <a:pathLst>
                <a:path extrusionOk="0" fill="none" h="54140" w="54140">
                  <a:moveTo>
                    <a:pt x="54140" y="27053"/>
                  </a:moveTo>
                  <a:cubicBezTo>
                    <a:pt x="54140" y="41997"/>
                    <a:pt x="42031" y="54139"/>
                    <a:pt x="27087" y="54139"/>
                  </a:cubicBezTo>
                  <a:cubicBezTo>
                    <a:pt x="12143" y="54139"/>
                    <a:pt x="1" y="41997"/>
                    <a:pt x="1" y="27053"/>
                  </a:cubicBezTo>
                  <a:cubicBezTo>
                    <a:pt x="1" y="12109"/>
                    <a:pt x="12143" y="1"/>
                    <a:pt x="27087" y="1"/>
                  </a:cubicBezTo>
                  <a:cubicBezTo>
                    <a:pt x="42031" y="1"/>
                    <a:pt x="54140" y="12109"/>
                    <a:pt x="54140" y="27053"/>
                  </a:cubicBezTo>
                  <a:close/>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3"/>
            <p:cNvSpPr/>
            <p:nvPr/>
          </p:nvSpPr>
          <p:spPr>
            <a:xfrm>
              <a:off x="4901575" y="3041788"/>
              <a:ext cx="585450" cy="585425"/>
            </a:xfrm>
            <a:custGeom>
              <a:rect b="b" l="l" r="r" t="t"/>
              <a:pathLst>
                <a:path extrusionOk="0" fill="none" h="23417" w="23418">
                  <a:moveTo>
                    <a:pt x="23317" y="11542"/>
                  </a:moveTo>
                  <a:cubicBezTo>
                    <a:pt x="23417" y="17980"/>
                    <a:pt x="18280" y="23250"/>
                    <a:pt x="11842" y="23317"/>
                  </a:cubicBezTo>
                  <a:cubicBezTo>
                    <a:pt x="5438" y="23417"/>
                    <a:pt x="167" y="18280"/>
                    <a:pt x="67" y="11842"/>
                  </a:cubicBezTo>
                  <a:cubicBezTo>
                    <a:pt x="1" y="5437"/>
                    <a:pt x="5138" y="167"/>
                    <a:pt x="11542" y="67"/>
                  </a:cubicBezTo>
                  <a:cubicBezTo>
                    <a:pt x="17980" y="0"/>
                    <a:pt x="23250" y="5137"/>
                    <a:pt x="23317" y="11542"/>
                  </a:cubicBezTo>
                  <a:close/>
                </a:path>
              </a:pathLst>
            </a:custGeom>
            <a:noFill/>
            <a:ln cap="rnd" cmpd="sng" w="11675">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3"/>
            <p:cNvSpPr/>
            <p:nvPr/>
          </p:nvSpPr>
          <p:spPr>
            <a:xfrm>
              <a:off x="4901575" y="4395238"/>
              <a:ext cx="585450" cy="585450"/>
            </a:xfrm>
            <a:custGeom>
              <a:rect b="b" l="l" r="r" t="t"/>
              <a:pathLst>
                <a:path extrusionOk="0" fill="none" h="23418" w="23418">
                  <a:moveTo>
                    <a:pt x="11876" y="68"/>
                  </a:moveTo>
                  <a:cubicBezTo>
                    <a:pt x="18280" y="168"/>
                    <a:pt x="23417" y="5438"/>
                    <a:pt x="23317" y="11843"/>
                  </a:cubicBezTo>
                  <a:cubicBezTo>
                    <a:pt x="23250" y="18281"/>
                    <a:pt x="17980" y="23418"/>
                    <a:pt x="11542" y="23318"/>
                  </a:cubicBezTo>
                  <a:cubicBezTo>
                    <a:pt x="5138" y="23251"/>
                    <a:pt x="1" y="17981"/>
                    <a:pt x="67" y="11543"/>
                  </a:cubicBezTo>
                  <a:cubicBezTo>
                    <a:pt x="167" y="5138"/>
                    <a:pt x="5438" y="1"/>
                    <a:pt x="11876" y="68"/>
                  </a:cubicBezTo>
                  <a:close/>
                </a:path>
              </a:pathLst>
            </a:custGeom>
            <a:noFill/>
            <a:ln cap="rnd" cmpd="sng" w="11675">
              <a:solidFill>
                <a:srgbClr val="4B4F50"/>
              </a:solidFill>
              <a:prstDash val="dot"/>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3"/>
            <p:cNvSpPr/>
            <p:nvPr/>
          </p:nvSpPr>
          <p:spPr>
            <a:xfrm>
              <a:off x="4145200" y="3989138"/>
              <a:ext cx="43400" cy="43375"/>
            </a:xfrm>
            <a:custGeom>
              <a:rect b="b" l="l" r="r" t="t"/>
              <a:pathLst>
                <a:path extrusionOk="0" h="1735" w="1736">
                  <a:moveTo>
                    <a:pt x="868" y="0"/>
                  </a:moveTo>
                  <a:cubicBezTo>
                    <a:pt x="401" y="0"/>
                    <a:pt x="1" y="400"/>
                    <a:pt x="1" y="867"/>
                  </a:cubicBezTo>
                  <a:cubicBezTo>
                    <a:pt x="1" y="1368"/>
                    <a:pt x="401" y="1735"/>
                    <a:pt x="868" y="1735"/>
                  </a:cubicBezTo>
                  <a:cubicBezTo>
                    <a:pt x="1335" y="1735"/>
                    <a:pt x="1735" y="1368"/>
                    <a:pt x="1735" y="867"/>
                  </a:cubicBezTo>
                  <a:cubicBezTo>
                    <a:pt x="1735" y="400"/>
                    <a:pt x="1335" y="0"/>
                    <a:pt x="868"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3"/>
            <p:cNvSpPr/>
            <p:nvPr/>
          </p:nvSpPr>
          <p:spPr>
            <a:xfrm>
              <a:off x="6200000" y="3989138"/>
              <a:ext cx="43400" cy="43375"/>
            </a:xfrm>
            <a:custGeom>
              <a:rect b="b" l="l" r="r" t="t"/>
              <a:pathLst>
                <a:path extrusionOk="0" h="1735" w="1736">
                  <a:moveTo>
                    <a:pt x="868" y="0"/>
                  </a:moveTo>
                  <a:cubicBezTo>
                    <a:pt x="368" y="0"/>
                    <a:pt x="1" y="400"/>
                    <a:pt x="1" y="867"/>
                  </a:cubicBezTo>
                  <a:cubicBezTo>
                    <a:pt x="1" y="1368"/>
                    <a:pt x="368" y="1735"/>
                    <a:pt x="868" y="1735"/>
                  </a:cubicBezTo>
                  <a:cubicBezTo>
                    <a:pt x="1335" y="1735"/>
                    <a:pt x="1735" y="1368"/>
                    <a:pt x="1735" y="867"/>
                  </a:cubicBezTo>
                  <a:cubicBezTo>
                    <a:pt x="1735" y="400"/>
                    <a:pt x="1335" y="0"/>
                    <a:pt x="868"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 name="Google Shape;1737;p63"/>
          <p:cNvGrpSpPr/>
          <p:nvPr/>
        </p:nvGrpSpPr>
        <p:grpSpPr>
          <a:xfrm>
            <a:off x="4869821" y="3367047"/>
            <a:ext cx="1291783" cy="1232977"/>
            <a:chOff x="2690825" y="2855813"/>
            <a:chExt cx="1589495" cy="1516950"/>
          </a:xfrm>
        </p:grpSpPr>
        <p:sp>
          <p:nvSpPr>
            <p:cNvPr id="1738" name="Google Shape;1738;p63"/>
            <p:cNvSpPr/>
            <p:nvPr/>
          </p:nvSpPr>
          <p:spPr>
            <a:xfrm>
              <a:off x="3099450" y="2880838"/>
              <a:ext cx="494550" cy="130950"/>
            </a:xfrm>
            <a:custGeom>
              <a:rect b="b" l="l" r="r" t="t"/>
              <a:pathLst>
                <a:path extrusionOk="0" fill="none" h="5238" w="19782">
                  <a:moveTo>
                    <a:pt x="19782" y="1201"/>
                  </a:moveTo>
                  <a:cubicBezTo>
                    <a:pt x="12943" y="0"/>
                    <a:pt x="5838" y="1435"/>
                    <a:pt x="1" y="5237"/>
                  </a:cubicBezTo>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3"/>
            <p:cNvSpPr/>
            <p:nvPr/>
          </p:nvSpPr>
          <p:spPr>
            <a:xfrm>
              <a:off x="2690825" y="2910863"/>
              <a:ext cx="1566975" cy="1461900"/>
            </a:xfrm>
            <a:custGeom>
              <a:rect b="b" l="l" r="r" t="t"/>
              <a:pathLst>
                <a:path extrusionOk="0" fill="none" h="58476" w="62679">
                  <a:moveTo>
                    <a:pt x="16346" y="4036"/>
                  </a:moveTo>
                  <a:cubicBezTo>
                    <a:pt x="13344" y="5971"/>
                    <a:pt x="10675" y="8540"/>
                    <a:pt x="8540" y="11709"/>
                  </a:cubicBezTo>
                  <a:cubicBezTo>
                    <a:pt x="1" y="24284"/>
                    <a:pt x="3336" y="41430"/>
                    <a:pt x="15912" y="49936"/>
                  </a:cubicBezTo>
                  <a:cubicBezTo>
                    <a:pt x="28521" y="58475"/>
                    <a:pt x="45633" y="55173"/>
                    <a:pt x="54173" y="42564"/>
                  </a:cubicBezTo>
                  <a:cubicBezTo>
                    <a:pt x="62679" y="29955"/>
                    <a:pt x="59376" y="12843"/>
                    <a:pt x="46801" y="4303"/>
                  </a:cubicBezTo>
                  <a:cubicBezTo>
                    <a:pt x="43465" y="2068"/>
                    <a:pt x="39829" y="634"/>
                    <a:pt x="36127" y="0"/>
                  </a:cubicBez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3"/>
            <p:cNvSpPr/>
            <p:nvPr/>
          </p:nvSpPr>
          <p:spPr>
            <a:xfrm>
              <a:off x="3099450" y="2880838"/>
              <a:ext cx="494550" cy="130950"/>
            </a:xfrm>
            <a:custGeom>
              <a:rect b="b" l="l" r="r" t="t"/>
              <a:pathLst>
                <a:path extrusionOk="0" fill="none" h="5238" w="19782">
                  <a:moveTo>
                    <a:pt x="19782" y="1201"/>
                  </a:moveTo>
                  <a:cubicBezTo>
                    <a:pt x="12943" y="0"/>
                    <a:pt x="5838" y="1435"/>
                    <a:pt x="1" y="5237"/>
                  </a:cubicBezTo>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3"/>
            <p:cNvSpPr/>
            <p:nvPr/>
          </p:nvSpPr>
          <p:spPr>
            <a:xfrm>
              <a:off x="2690825" y="2910863"/>
              <a:ext cx="1566975" cy="1461900"/>
            </a:xfrm>
            <a:custGeom>
              <a:rect b="b" l="l" r="r" t="t"/>
              <a:pathLst>
                <a:path extrusionOk="0" fill="none" h="58476" w="62679">
                  <a:moveTo>
                    <a:pt x="16346" y="4036"/>
                  </a:moveTo>
                  <a:cubicBezTo>
                    <a:pt x="13344" y="5971"/>
                    <a:pt x="10675" y="8540"/>
                    <a:pt x="8540" y="11709"/>
                  </a:cubicBezTo>
                  <a:cubicBezTo>
                    <a:pt x="1" y="24284"/>
                    <a:pt x="3336" y="41430"/>
                    <a:pt x="15912" y="49936"/>
                  </a:cubicBezTo>
                  <a:cubicBezTo>
                    <a:pt x="28521" y="58475"/>
                    <a:pt x="45633" y="55173"/>
                    <a:pt x="54173" y="42564"/>
                  </a:cubicBezTo>
                  <a:cubicBezTo>
                    <a:pt x="62679" y="29955"/>
                    <a:pt x="59376" y="12843"/>
                    <a:pt x="46801" y="4303"/>
                  </a:cubicBezTo>
                  <a:cubicBezTo>
                    <a:pt x="43465" y="2068"/>
                    <a:pt x="39829" y="634"/>
                    <a:pt x="36127" y="0"/>
                  </a:cubicBez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3"/>
            <p:cNvSpPr/>
            <p:nvPr/>
          </p:nvSpPr>
          <p:spPr>
            <a:xfrm>
              <a:off x="3549775" y="2972563"/>
              <a:ext cx="639650" cy="1240075"/>
            </a:xfrm>
            <a:custGeom>
              <a:rect b="b" l="l" r="r" t="t"/>
              <a:pathLst>
                <a:path extrusionOk="0" fill="none" h="49603" w="25586">
                  <a:moveTo>
                    <a:pt x="1" y="49603"/>
                  </a:moveTo>
                  <a:cubicBezTo>
                    <a:pt x="6972" y="48769"/>
                    <a:pt x="13577" y="45033"/>
                    <a:pt x="17813" y="38762"/>
                  </a:cubicBezTo>
                  <a:cubicBezTo>
                    <a:pt x="25586" y="27253"/>
                    <a:pt x="22583" y="11609"/>
                    <a:pt x="11075" y="3837"/>
                  </a:cubicBezTo>
                  <a:cubicBezTo>
                    <a:pt x="8206" y="1902"/>
                    <a:pt x="5071" y="634"/>
                    <a:pt x="1869" y="1"/>
                  </a:cubicBezTo>
                </a:path>
              </a:pathLst>
            </a:custGeom>
            <a:noFill/>
            <a:ln cap="rnd" cmpd="sng" w="116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3"/>
            <p:cNvSpPr/>
            <p:nvPr/>
          </p:nvSpPr>
          <p:spPr>
            <a:xfrm>
              <a:off x="2760050" y="2925038"/>
              <a:ext cx="836450" cy="1305950"/>
            </a:xfrm>
            <a:custGeom>
              <a:rect b="b" l="l" r="r" t="t"/>
              <a:pathLst>
                <a:path extrusionOk="0" fill="none" h="52238" w="33458">
                  <a:moveTo>
                    <a:pt x="33458" y="1902"/>
                  </a:moveTo>
                  <a:cubicBezTo>
                    <a:pt x="23851" y="0"/>
                    <a:pt x="13610" y="3870"/>
                    <a:pt x="7773" y="12476"/>
                  </a:cubicBezTo>
                  <a:cubicBezTo>
                    <a:pt x="0" y="23984"/>
                    <a:pt x="3003" y="39595"/>
                    <a:pt x="14511" y="47401"/>
                  </a:cubicBezTo>
                  <a:cubicBezTo>
                    <a:pt x="19714" y="50903"/>
                    <a:pt x="25785" y="52238"/>
                    <a:pt x="31590" y="51504"/>
                  </a:cubicBez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3"/>
            <p:cNvSpPr/>
            <p:nvPr/>
          </p:nvSpPr>
          <p:spPr>
            <a:xfrm>
              <a:off x="3089450" y="2973388"/>
              <a:ext cx="1024925" cy="1255100"/>
            </a:xfrm>
            <a:custGeom>
              <a:rect b="b" l="l" r="r" t="t"/>
              <a:pathLst>
                <a:path extrusionOk="0" fill="none" h="50204" w="40997">
                  <a:moveTo>
                    <a:pt x="2802" y="43265"/>
                  </a:moveTo>
                  <a:cubicBezTo>
                    <a:pt x="13110" y="50204"/>
                    <a:pt x="27086" y="47502"/>
                    <a:pt x="34025" y="37228"/>
                  </a:cubicBezTo>
                  <a:cubicBezTo>
                    <a:pt x="40996" y="26954"/>
                    <a:pt x="38294" y="12977"/>
                    <a:pt x="28020" y="6005"/>
                  </a:cubicBezTo>
                  <a:cubicBezTo>
                    <a:pt x="19147" y="1"/>
                    <a:pt x="7506" y="1202"/>
                    <a:pt x="0" y="8240"/>
                  </a:cubicBez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3"/>
            <p:cNvSpPr/>
            <p:nvPr/>
          </p:nvSpPr>
          <p:spPr>
            <a:xfrm>
              <a:off x="2835100" y="3179388"/>
              <a:ext cx="324425" cy="875650"/>
            </a:xfrm>
            <a:custGeom>
              <a:rect b="b" l="l" r="r" t="t"/>
              <a:pathLst>
                <a:path extrusionOk="0" fill="none" h="35026" w="12977">
                  <a:moveTo>
                    <a:pt x="10174" y="0"/>
                  </a:moveTo>
                  <a:cubicBezTo>
                    <a:pt x="9007" y="1101"/>
                    <a:pt x="7906" y="2369"/>
                    <a:pt x="6972" y="3803"/>
                  </a:cubicBezTo>
                  <a:cubicBezTo>
                    <a:pt x="1" y="14077"/>
                    <a:pt x="2702" y="28054"/>
                    <a:pt x="12976" y="35025"/>
                  </a:cubicBezTo>
                </a:path>
              </a:pathLst>
            </a:custGeom>
            <a:noFill/>
            <a:ln cap="rnd"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3"/>
            <p:cNvSpPr/>
            <p:nvPr/>
          </p:nvSpPr>
          <p:spPr>
            <a:xfrm>
              <a:off x="4045125" y="3399338"/>
              <a:ext cx="77575" cy="67975"/>
            </a:xfrm>
            <a:custGeom>
              <a:rect b="b" l="l" r="r" t="t"/>
              <a:pathLst>
                <a:path extrusionOk="0" h="2719" w="3103">
                  <a:moveTo>
                    <a:pt x="1533" y="0"/>
                  </a:moveTo>
                  <a:cubicBezTo>
                    <a:pt x="1097" y="0"/>
                    <a:pt x="671" y="214"/>
                    <a:pt x="401" y="609"/>
                  </a:cubicBezTo>
                  <a:cubicBezTo>
                    <a:pt x="1" y="1209"/>
                    <a:pt x="168" y="2043"/>
                    <a:pt x="768" y="2477"/>
                  </a:cubicBezTo>
                  <a:cubicBezTo>
                    <a:pt x="1007" y="2640"/>
                    <a:pt x="1274" y="2718"/>
                    <a:pt x="1538" y="2718"/>
                  </a:cubicBezTo>
                  <a:cubicBezTo>
                    <a:pt x="1974" y="2718"/>
                    <a:pt x="2399" y="2505"/>
                    <a:pt x="2669" y="2110"/>
                  </a:cubicBezTo>
                  <a:cubicBezTo>
                    <a:pt x="3103" y="1510"/>
                    <a:pt x="2936" y="642"/>
                    <a:pt x="2302" y="242"/>
                  </a:cubicBezTo>
                  <a:cubicBezTo>
                    <a:pt x="2064" y="79"/>
                    <a:pt x="1796" y="0"/>
                    <a:pt x="1533"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3"/>
            <p:cNvSpPr/>
            <p:nvPr/>
          </p:nvSpPr>
          <p:spPr>
            <a:xfrm>
              <a:off x="2886800" y="3424113"/>
              <a:ext cx="77575" cy="67625"/>
            </a:xfrm>
            <a:custGeom>
              <a:rect b="b" l="l" r="r" t="t"/>
              <a:pathLst>
                <a:path extrusionOk="0" h="2705" w="3103">
                  <a:moveTo>
                    <a:pt x="1583" y="0"/>
                  </a:moveTo>
                  <a:cubicBezTo>
                    <a:pt x="1141" y="0"/>
                    <a:pt x="708" y="206"/>
                    <a:pt x="434" y="585"/>
                  </a:cubicBezTo>
                  <a:cubicBezTo>
                    <a:pt x="1" y="1219"/>
                    <a:pt x="167" y="2053"/>
                    <a:pt x="801" y="2487"/>
                  </a:cubicBezTo>
                  <a:cubicBezTo>
                    <a:pt x="1035" y="2634"/>
                    <a:pt x="1296" y="2705"/>
                    <a:pt x="1553" y="2705"/>
                  </a:cubicBezTo>
                  <a:cubicBezTo>
                    <a:pt x="1991" y="2705"/>
                    <a:pt x="2417" y="2499"/>
                    <a:pt x="2669" y="2120"/>
                  </a:cubicBezTo>
                  <a:cubicBezTo>
                    <a:pt x="3103" y="1486"/>
                    <a:pt x="2936" y="652"/>
                    <a:pt x="2336" y="218"/>
                  </a:cubicBezTo>
                  <a:cubicBezTo>
                    <a:pt x="2102" y="71"/>
                    <a:pt x="1841" y="0"/>
                    <a:pt x="1583"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3"/>
            <p:cNvSpPr/>
            <p:nvPr/>
          </p:nvSpPr>
          <p:spPr>
            <a:xfrm>
              <a:off x="2893475" y="3622363"/>
              <a:ext cx="41725" cy="36400"/>
            </a:xfrm>
            <a:custGeom>
              <a:rect b="b" l="l" r="r" t="t"/>
              <a:pathLst>
                <a:path extrusionOk="0" h="1456" w="1669">
                  <a:moveTo>
                    <a:pt x="861" y="0"/>
                  </a:moveTo>
                  <a:cubicBezTo>
                    <a:pt x="620" y="0"/>
                    <a:pt x="381" y="117"/>
                    <a:pt x="234" y="327"/>
                  </a:cubicBezTo>
                  <a:cubicBezTo>
                    <a:pt x="1" y="661"/>
                    <a:pt x="101" y="1095"/>
                    <a:pt x="434" y="1328"/>
                  </a:cubicBezTo>
                  <a:cubicBezTo>
                    <a:pt x="558" y="1415"/>
                    <a:pt x="700" y="1455"/>
                    <a:pt x="841" y="1455"/>
                  </a:cubicBezTo>
                  <a:cubicBezTo>
                    <a:pt x="1082" y="1455"/>
                    <a:pt x="1321" y="1338"/>
                    <a:pt x="1468" y="1128"/>
                  </a:cubicBezTo>
                  <a:cubicBezTo>
                    <a:pt x="1668" y="794"/>
                    <a:pt x="1602" y="361"/>
                    <a:pt x="1268" y="127"/>
                  </a:cubicBezTo>
                  <a:cubicBezTo>
                    <a:pt x="1144" y="41"/>
                    <a:pt x="1003" y="0"/>
                    <a:pt x="861" y="0"/>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3"/>
            <p:cNvSpPr/>
            <p:nvPr/>
          </p:nvSpPr>
          <p:spPr>
            <a:xfrm>
              <a:off x="2918500" y="3777938"/>
              <a:ext cx="76750" cy="67975"/>
            </a:xfrm>
            <a:custGeom>
              <a:rect b="b" l="l" r="r" t="t"/>
              <a:pathLst>
                <a:path extrusionOk="0" h="2719" w="3070">
                  <a:moveTo>
                    <a:pt x="1532" y="1"/>
                  </a:moveTo>
                  <a:cubicBezTo>
                    <a:pt x="1096" y="1"/>
                    <a:pt x="671" y="214"/>
                    <a:pt x="401" y="609"/>
                  </a:cubicBezTo>
                  <a:cubicBezTo>
                    <a:pt x="0" y="1210"/>
                    <a:pt x="134" y="2077"/>
                    <a:pt x="767" y="2477"/>
                  </a:cubicBezTo>
                  <a:cubicBezTo>
                    <a:pt x="1006" y="2641"/>
                    <a:pt x="1274" y="2719"/>
                    <a:pt x="1537" y="2719"/>
                  </a:cubicBezTo>
                  <a:cubicBezTo>
                    <a:pt x="1973" y="2719"/>
                    <a:pt x="2399" y="2505"/>
                    <a:pt x="2669" y="2110"/>
                  </a:cubicBezTo>
                  <a:cubicBezTo>
                    <a:pt x="3069" y="1510"/>
                    <a:pt x="2902" y="642"/>
                    <a:pt x="2302" y="242"/>
                  </a:cubicBezTo>
                  <a:cubicBezTo>
                    <a:pt x="2063" y="79"/>
                    <a:pt x="1796" y="1"/>
                    <a:pt x="1532"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3"/>
            <p:cNvSpPr/>
            <p:nvPr/>
          </p:nvSpPr>
          <p:spPr>
            <a:xfrm>
              <a:off x="4185225" y="3386713"/>
              <a:ext cx="40050" cy="34850"/>
            </a:xfrm>
            <a:custGeom>
              <a:rect b="b" l="l" r="r" t="t"/>
              <a:pathLst>
                <a:path extrusionOk="0" h="1394" w="1602">
                  <a:moveTo>
                    <a:pt x="792" y="1"/>
                  </a:moveTo>
                  <a:cubicBezTo>
                    <a:pt x="571" y="1"/>
                    <a:pt x="347" y="105"/>
                    <a:pt x="201" y="313"/>
                  </a:cubicBezTo>
                  <a:cubicBezTo>
                    <a:pt x="1" y="614"/>
                    <a:pt x="67" y="1047"/>
                    <a:pt x="401" y="1281"/>
                  </a:cubicBezTo>
                  <a:cubicBezTo>
                    <a:pt x="514" y="1356"/>
                    <a:pt x="650" y="1393"/>
                    <a:pt x="786" y="1393"/>
                  </a:cubicBezTo>
                  <a:cubicBezTo>
                    <a:pt x="1014" y="1393"/>
                    <a:pt x="1243" y="1289"/>
                    <a:pt x="1368" y="1081"/>
                  </a:cubicBezTo>
                  <a:cubicBezTo>
                    <a:pt x="1602" y="780"/>
                    <a:pt x="1502" y="347"/>
                    <a:pt x="1168" y="113"/>
                  </a:cubicBezTo>
                  <a:cubicBezTo>
                    <a:pt x="1056" y="38"/>
                    <a:pt x="924" y="1"/>
                    <a:pt x="792" y="1"/>
                  </a:cubicBezTo>
                  <a:close/>
                </a:path>
              </a:pathLst>
            </a:custGeom>
            <a:solidFill>
              <a:srgbClr val="4B4F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3"/>
            <p:cNvSpPr/>
            <p:nvPr/>
          </p:nvSpPr>
          <p:spPr>
            <a:xfrm>
              <a:off x="2728350" y="3403713"/>
              <a:ext cx="1476925" cy="185150"/>
            </a:xfrm>
            <a:custGeom>
              <a:rect b="b" l="l" r="r" t="t"/>
              <a:pathLst>
                <a:path extrusionOk="0" fill="none" h="7406" w="59077">
                  <a:moveTo>
                    <a:pt x="1" y="100"/>
                  </a:moveTo>
                  <a:lnTo>
                    <a:pt x="29855" y="7406"/>
                  </a:lnTo>
                  <a:lnTo>
                    <a:pt x="59076" y="0"/>
                  </a:lnTo>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3"/>
            <p:cNvSpPr/>
            <p:nvPr/>
          </p:nvSpPr>
          <p:spPr>
            <a:xfrm>
              <a:off x="3173675" y="3287788"/>
              <a:ext cx="602125" cy="602950"/>
            </a:xfrm>
            <a:custGeom>
              <a:rect b="b" l="l" r="r" t="t"/>
              <a:pathLst>
                <a:path extrusionOk="0" fill="none" h="24118" w="24085">
                  <a:moveTo>
                    <a:pt x="20815" y="17980"/>
                  </a:moveTo>
                  <a:cubicBezTo>
                    <a:pt x="24084" y="13143"/>
                    <a:pt x="22817" y="6572"/>
                    <a:pt x="17980" y="3270"/>
                  </a:cubicBezTo>
                  <a:cubicBezTo>
                    <a:pt x="13143" y="1"/>
                    <a:pt x="6539" y="1268"/>
                    <a:pt x="3270" y="6138"/>
                  </a:cubicBezTo>
                  <a:cubicBezTo>
                    <a:pt x="1" y="10975"/>
                    <a:pt x="1268" y="17547"/>
                    <a:pt x="6105" y="20816"/>
                  </a:cubicBezTo>
                  <a:cubicBezTo>
                    <a:pt x="10942" y="24118"/>
                    <a:pt x="17546" y="22817"/>
                    <a:pt x="20815" y="17980"/>
                  </a:cubicBezTo>
                  <a:close/>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3"/>
            <p:cNvSpPr/>
            <p:nvPr/>
          </p:nvSpPr>
          <p:spPr>
            <a:xfrm>
              <a:off x="3300425" y="3763138"/>
              <a:ext cx="431175" cy="179325"/>
            </a:xfrm>
            <a:custGeom>
              <a:rect b="b" l="l" r="r" t="t"/>
              <a:pathLst>
                <a:path extrusionOk="0" fill="none" h="7173" w="17247">
                  <a:moveTo>
                    <a:pt x="1" y="3336"/>
                  </a:moveTo>
                  <a:cubicBezTo>
                    <a:pt x="5705" y="7172"/>
                    <a:pt x="13410" y="5671"/>
                    <a:pt x="17246" y="0"/>
                  </a:cubicBezTo>
                </a:path>
              </a:pathLst>
            </a:custGeom>
            <a:noFill/>
            <a:ln cap="flat" cmpd="sng" w="417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3"/>
            <p:cNvSpPr/>
            <p:nvPr/>
          </p:nvSpPr>
          <p:spPr>
            <a:xfrm>
              <a:off x="3217875" y="3236088"/>
              <a:ext cx="430325" cy="179325"/>
            </a:xfrm>
            <a:custGeom>
              <a:rect b="b" l="l" r="r" t="t"/>
              <a:pathLst>
                <a:path extrusionOk="0" fill="none" h="7173" w="17213">
                  <a:moveTo>
                    <a:pt x="17213" y="3837"/>
                  </a:moveTo>
                  <a:cubicBezTo>
                    <a:pt x="11542" y="0"/>
                    <a:pt x="3837" y="1502"/>
                    <a:pt x="0" y="7172"/>
                  </a:cubicBezTo>
                </a:path>
              </a:pathLst>
            </a:custGeom>
            <a:noFill/>
            <a:ln cap="flat" cmpd="sng" w="4170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3"/>
            <p:cNvSpPr/>
            <p:nvPr/>
          </p:nvSpPr>
          <p:spPr>
            <a:xfrm>
              <a:off x="3255400" y="3441266"/>
              <a:ext cx="1024920" cy="704688"/>
            </a:xfrm>
            <a:custGeom>
              <a:rect b="b" l="l" r="r" t="t"/>
              <a:pathLst>
                <a:path extrusionOk="0" fill="none" h="11843" w="17547">
                  <a:moveTo>
                    <a:pt x="17546" y="11842"/>
                  </a:moveTo>
                  <a:cubicBezTo>
                    <a:pt x="17546" y="11842"/>
                    <a:pt x="13610" y="9207"/>
                    <a:pt x="8773" y="5905"/>
                  </a:cubicBezTo>
                  <a:cubicBezTo>
                    <a:pt x="3937" y="2636"/>
                    <a:pt x="1" y="0"/>
                    <a:pt x="1" y="0"/>
                  </a:cubicBezTo>
                  <a:cubicBezTo>
                    <a:pt x="1" y="0"/>
                    <a:pt x="3937" y="2636"/>
                    <a:pt x="8773" y="5905"/>
                  </a:cubicBezTo>
                  <a:cubicBezTo>
                    <a:pt x="13610" y="9207"/>
                    <a:pt x="17546" y="11842"/>
                    <a:pt x="17546" y="11842"/>
                  </a:cubicBezTo>
                  <a:close/>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3"/>
            <p:cNvSpPr/>
            <p:nvPr/>
          </p:nvSpPr>
          <p:spPr>
            <a:xfrm>
              <a:off x="3424700" y="3329488"/>
              <a:ext cx="100075" cy="519575"/>
            </a:xfrm>
            <a:custGeom>
              <a:rect b="b" l="l" r="r" t="t"/>
              <a:pathLst>
                <a:path extrusionOk="0" fill="none" h="20783" w="4003">
                  <a:moveTo>
                    <a:pt x="4003" y="20782"/>
                  </a:moveTo>
                  <a:cubicBezTo>
                    <a:pt x="4003" y="20782"/>
                    <a:pt x="3102" y="16145"/>
                    <a:pt x="2001" y="10375"/>
                  </a:cubicBezTo>
                  <a:cubicBezTo>
                    <a:pt x="901" y="4637"/>
                    <a:pt x="0" y="0"/>
                    <a:pt x="0" y="0"/>
                  </a:cubicBezTo>
                  <a:cubicBezTo>
                    <a:pt x="0" y="0"/>
                    <a:pt x="901" y="4637"/>
                    <a:pt x="2001" y="10375"/>
                  </a:cubicBezTo>
                  <a:cubicBezTo>
                    <a:pt x="3102" y="16145"/>
                    <a:pt x="4003" y="20782"/>
                    <a:pt x="4003" y="20782"/>
                  </a:cubicBezTo>
                  <a:close/>
                </a:path>
              </a:pathLst>
            </a:custGeom>
            <a:noFill/>
            <a:ln cap="flat" cmpd="sng" w="7500">
              <a:solidFill>
                <a:srgbClr val="4B4F50"/>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3"/>
            <p:cNvSpPr/>
            <p:nvPr/>
          </p:nvSpPr>
          <p:spPr>
            <a:xfrm>
              <a:off x="3503900" y="3385363"/>
              <a:ext cx="145975" cy="170150"/>
            </a:xfrm>
            <a:custGeom>
              <a:rect b="b" l="l" r="r" t="t"/>
              <a:pathLst>
                <a:path extrusionOk="0" h="6806" w="5839">
                  <a:moveTo>
                    <a:pt x="3337" y="0"/>
                  </a:moveTo>
                  <a:lnTo>
                    <a:pt x="1" y="6805"/>
                  </a:lnTo>
                  <a:lnTo>
                    <a:pt x="5838" y="2002"/>
                  </a:lnTo>
                  <a:cubicBezTo>
                    <a:pt x="5071" y="868"/>
                    <a:pt x="3337" y="0"/>
                    <a:pt x="33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3"/>
            <p:cNvSpPr/>
            <p:nvPr/>
          </p:nvSpPr>
          <p:spPr>
            <a:xfrm>
              <a:off x="3237050" y="3587163"/>
              <a:ext cx="154300" cy="62575"/>
            </a:xfrm>
            <a:custGeom>
              <a:rect b="b" l="l" r="r" t="t"/>
              <a:pathLst>
                <a:path extrusionOk="0" h="2503" w="6172">
                  <a:moveTo>
                    <a:pt x="201" y="1"/>
                  </a:moveTo>
                  <a:lnTo>
                    <a:pt x="201" y="1"/>
                  </a:lnTo>
                  <a:cubicBezTo>
                    <a:pt x="1" y="1068"/>
                    <a:pt x="534" y="2503"/>
                    <a:pt x="534" y="2503"/>
                  </a:cubicBezTo>
                  <a:lnTo>
                    <a:pt x="6172" y="468"/>
                  </a:lnTo>
                  <a:lnTo>
                    <a:pt x="2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3"/>
            <p:cNvSpPr/>
            <p:nvPr/>
          </p:nvSpPr>
          <p:spPr>
            <a:xfrm>
              <a:off x="2765875" y="2884163"/>
              <a:ext cx="708875" cy="704700"/>
            </a:xfrm>
            <a:custGeom>
              <a:rect b="b" l="l" r="r" t="t"/>
              <a:pathLst>
                <a:path extrusionOk="0" fill="none" h="28188" w="28355">
                  <a:moveTo>
                    <a:pt x="1" y="1"/>
                  </a:moveTo>
                  <a:lnTo>
                    <a:pt x="28354" y="28188"/>
                  </a:lnTo>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3"/>
            <p:cNvSpPr/>
            <p:nvPr/>
          </p:nvSpPr>
          <p:spPr>
            <a:xfrm>
              <a:off x="2995225" y="3588838"/>
              <a:ext cx="479525" cy="709700"/>
            </a:xfrm>
            <a:custGeom>
              <a:rect b="b" l="l" r="r" t="t"/>
              <a:pathLst>
                <a:path extrusionOk="0" fill="none" h="28388" w="19181">
                  <a:moveTo>
                    <a:pt x="19180" y="1"/>
                  </a:moveTo>
                  <a:lnTo>
                    <a:pt x="0" y="28388"/>
                  </a:lnTo>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3"/>
            <p:cNvSpPr/>
            <p:nvPr/>
          </p:nvSpPr>
          <p:spPr>
            <a:xfrm>
              <a:off x="3613150" y="2855813"/>
              <a:ext cx="427000" cy="426175"/>
            </a:xfrm>
            <a:custGeom>
              <a:rect b="b" l="l" r="r" t="t"/>
              <a:pathLst>
                <a:path extrusionOk="0" fill="none" h="17047" w="17080">
                  <a:moveTo>
                    <a:pt x="14745" y="12710"/>
                  </a:moveTo>
                  <a:cubicBezTo>
                    <a:pt x="17080" y="9274"/>
                    <a:pt x="16179" y="4637"/>
                    <a:pt x="12743" y="2302"/>
                  </a:cubicBezTo>
                  <a:cubicBezTo>
                    <a:pt x="9307" y="1"/>
                    <a:pt x="4637" y="868"/>
                    <a:pt x="2336" y="4304"/>
                  </a:cubicBezTo>
                  <a:cubicBezTo>
                    <a:pt x="1" y="7739"/>
                    <a:pt x="901" y="12409"/>
                    <a:pt x="4337" y="14711"/>
                  </a:cubicBezTo>
                  <a:cubicBezTo>
                    <a:pt x="7773" y="17046"/>
                    <a:pt x="12443" y="16145"/>
                    <a:pt x="14745" y="12710"/>
                  </a:cubicBezTo>
                  <a:close/>
                </a:path>
              </a:pathLst>
            </a:custGeom>
            <a:noFill/>
            <a:ln cap="rnd" cmpd="sng" w="1167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2" name="Google Shape;1762;p63"/>
          <p:cNvSpPr/>
          <p:nvPr/>
        </p:nvSpPr>
        <p:spPr>
          <a:xfrm rot="5400000">
            <a:off x="2472492" y="4010902"/>
            <a:ext cx="42063" cy="42063"/>
          </a:xfrm>
          <a:custGeom>
            <a:rect b="b" l="l" r="r" t="t"/>
            <a:pathLst>
              <a:path extrusionOk="0" h="2069" w="2069">
                <a:moveTo>
                  <a:pt x="1034" y="0"/>
                </a:moveTo>
                <a:cubicBezTo>
                  <a:pt x="467" y="0"/>
                  <a:pt x="0" y="467"/>
                  <a:pt x="0" y="1034"/>
                </a:cubicBezTo>
                <a:cubicBezTo>
                  <a:pt x="0" y="1601"/>
                  <a:pt x="467" y="2068"/>
                  <a:pt x="1034" y="2068"/>
                </a:cubicBezTo>
                <a:cubicBezTo>
                  <a:pt x="1601" y="2068"/>
                  <a:pt x="2068" y="1601"/>
                  <a:pt x="2068" y="1034"/>
                </a:cubicBezTo>
                <a:cubicBezTo>
                  <a:pt x="2068" y="467"/>
                  <a:pt x="1601" y="0"/>
                  <a:pt x="103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3" name="Google Shape;1763;p63"/>
          <p:cNvGrpSpPr/>
          <p:nvPr/>
        </p:nvGrpSpPr>
        <p:grpSpPr>
          <a:xfrm>
            <a:off x="6771587" y="1541642"/>
            <a:ext cx="794567" cy="1481116"/>
            <a:chOff x="3266225" y="942200"/>
            <a:chExt cx="942100" cy="1756125"/>
          </a:xfrm>
        </p:grpSpPr>
        <p:sp>
          <p:nvSpPr>
            <p:cNvPr id="1764" name="Google Shape;1764;p63"/>
            <p:cNvSpPr/>
            <p:nvPr/>
          </p:nvSpPr>
          <p:spPr>
            <a:xfrm>
              <a:off x="3743775" y="1081850"/>
              <a:ext cx="7275" cy="680900"/>
            </a:xfrm>
            <a:custGeom>
              <a:rect b="b" l="l" r="r" t="t"/>
              <a:pathLst>
                <a:path extrusionOk="0" h="27236" w="291">
                  <a:moveTo>
                    <a:pt x="1" y="1"/>
                  </a:moveTo>
                  <a:lnTo>
                    <a:pt x="1" y="27235"/>
                  </a:lnTo>
                  <a:cubicBezTo>
                    <a:pt x="59" y="27207"/>
                    <a:pt x="145" y="27207"/>
                    <a:pt x="232" y="27178"/>
                  </a:cubicBezTo>
                  <a:lnTo>
                    <a:pt x="290" y="27178"/>
                  </a:lnTo>
                  <a:lnTo>
                    <a:pt x="290"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3"/>
            <p:cNvSpPr/>
            <p:nvPr/>
          </p:nvSpPr>
          <p:spPr>
            <a:xfrm>
              <a:off x="3743775" y="1886450"/>
              <a:ext cx="7275" cy="398700"/>
            </a:xfrm>
            <a:custGeom>
              <a:rect b="b" l="l" r="r" t="t"/>
              <a:pathLst>
                <a:path extrusionOk="0" h="15948" w="291">
                  <a:moveTo>
                    <a:pt x="1" y="1"/>
                  </a:moveTo>
                  <a:lnTo>
                    <a:pt x="1" y="15948"/>
                  </a:lnTo>
                  <a:lnTo>
                    <a:pt x="290" y="15948"/>
                  </a:lnTo>
                  <a:lnTo>
                    <a:pt x="290" y="30"/>
                  </a:lnTo>
                  <a:lnTo>
                    <a:pt x="261" y="30"/>
                  </a:lnTo>
                  <a:cubicBezTo>
                    <a:pt x="236" y="38"/>
                    <a:pt x="210" y="42"/>
                    <a:pt x="185" y="42"/>
                  </a:cubicBezTo>
                  <a:cubicBezTo>
                    <a:pt x="124" y="42"/>
                    <a:pt x="62" y="21"/>
                    <a:pt x="1" y="1"/>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3"/>
            <p:cNvSpPr/>
            <p:nvPr/>
          </p:nvSpPr>
          <p:spPr>
            <a:xfrm>
              <a:off x="3718450" y="957400"/>
              <a:ext cx="18125" cy="326350"/>
            </a:xfrm>
            <a:custGeom>
              <a:rect b="b" l="l" r="r" t="t"/>
              <a:pathLst>
                <a:path extrusionOk="0" h="13054" w="725">
                  <a:moveTo>
                    <a:pt x="406" y="695"/>
                  </a:moveTo>
                  <a:lnTo>
                    <a:pt x="406" y="12330"/>
                  </a:lnTo>
                  <a:lnTo>
                    <a:pt x="290" y="12214"/>
                  </a:lnTo>
                  <a:lnTo>
                    <a:pt x="290" y="840"/>
                  </a:lnTo>
                  <a:lnTo>
                    <a:pt x="406" y="695"/>
                  </a:lnTo>
                  <a:close/>
                  <a:moveTo>
                    <a:pt x="724" y="0"/>
                  </a:moveTo>
                  <a:lnTo>
                    <a:pt x="1" y="724"/>
                  </a:lnTo>
                  <a:lnTo>
                    <a:pt x="1" y="12330"/>
                  </a:lnTo>
                  <a:lnTo>
                    <a:pt x="724" y="13053"/>
                  </a:lnTo>
                  <a:lnTo>
                    <a:pt x="724"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3"/>
            <p:cNvSpPr/>
            <p:nvPr/>
          </p:nvSpPr>
          <p:spPr>
            <a:xfrm>
              <a:off x="3654775" y="1003700"/>
              <a:ext cx="15950" cy="233025"/>
            </a:xfrm>
            <a:custGeom>
              <a:rect b="b" l="l" r="r" t="t"/>
              <a:pathLst>
                <a:path extrusionOk="0" h="9321" w="638">
                  <a:moveTo>
                    <a:pt x="348" y="724"/>
                  </a:moveTo>
                  <a:lnTo>
                    <a:pt x="348" y="8597"/>
                  </a:lnTo>
                  <a:lnTo>
                    <a:pt x="290" y="8568"/>
                  </a:lnTo>
                  <a:lnTo>
                    <a:pt x="290" y="782"/>
                  </a:lnTo>
                  <a:lnTo>
                    <a:pt x="348" y="724"/>
                  </a:lnTo>
                  <a:close/>
                  <a:moveTo>
                    <a:pt x="638" y="1"/>
                  </a:moveTo>
                  <a:lnTo>
                    <a:pt x="1" y="666"/>
                  </a:lnTo>
                  <a:lnTo>
                    <a:pt x="1" y="8683"/>
                  </a:lnTo>
                  <a:lnTo>
                    <a:pt x="638" y="9320"/>
                  </a:lnTo>
                  <a:lnTo>
                    <a:pt x="638"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3"/>
            <p:cNvSpPr/>
            <p:nvPr/>
          </p:nvSpPr>
          <p:spPr>
            <a:xfrm>
              <a:off x="3696750" y="972600"/>
              <a:ext cx="18125" cy="295225"/>
            </a:xfrm>
            <a:custGeom>
              <a:rect b="b" l="l" r="r" t="t"/>
              <a:pathLst>
                <a:path extrusionOk="0" h="11809" w="725">
                  <a:moveTo>
                    <a:pt x="435" y="724"/>
                  </a:moveTo>
                  <a:lnTo>
                    <a:pt x="435" y="11114"/>
                  </a:lnTo>
                  <a:lnTo>
                    <a:pt x="290" y="10969"/>
                  </a:lnTo>
                  <a:lnTo>
                    <a:pt x="290" y="840"/>
                  </a:lnTo>
                  <a:lnTo>
                    <a:pt x="435" y="724"/>
                  </a:lnTo>
                  <a:close/>
                  <a:moveTo>
                    <a:pt x="724" y="0"/>
                  </a:moveTo>
                  <a:lnTo>
                    <a:pt x="0" y="724"/>
                  </a:lnTo>
                  <a:lnTo>
                    <a:pt x="0" y="11085"/>
                  </a:lnTo>
                  <a:lnTo>
                    <a:pt x="724" y="11809"/>
                  </a:lnTo>
                  <a:lnTo>
                    <a:pt x="724"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3"/>
            <p:cNvSpPr/>
            <p:nvPr/>
          </p:nvSpPr>
          <p:spPr>
            <a:xfrm>
              <a:off x="3675050" y="988500"/>
              <a:ext cx="18100" cy="264125"/>
            </a:xfrm>
            <a:custGeom>
              <a:rect b="b" l="l" r="r" t="t"/>
              <a:pathLst>
                <a:path extrusionOk="0" h="10565" w="724">
                  <a:moveTo>
                    <a:pt x="434" y="696"/>
                  </a:moveTo>
                  <a:lnTo>
                    <a:pt x="434" y="9841"/>
                  </a:lnTo>
                  <a:lnTo>
                    <a:pt x="319" y="9726"/>
                  </a:lnTo>
                  <a:lnTo>
                    <a:pt x="319" y="840"/>
                  </a:lnTo>
                  <a:lnTo>
                    <a:pt x="434" y="696"/>
                  </a:lnTo>
                  <a:close/>
                  <a:moveTo>
                    <a:pt x="724" y="1"/>
                  </a:moveTo>
                  <a:lnTo>
                    <a:pt x="0" y="724"/>
                  </a:lnTo>
                  <a:lnTo>
                    <a:pt x="0" y="9841"/>
                  </a:lnTo>
                  <a:lnTo>
                    <a:pt x="724" y="10565"/>
                  </a:lnTo>
                  <a:lnTo>
                    <a:pt x="724"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3"/>
            <p:cNvSpPr/>
            <p:nvPr/>
          </p:nvSpPr>
          <p:spPr>
            <a:xfrm>
              <a:off x="3758975" y="957400"/>
              <a:ext cx="18125" cy="326350"/>
            </a:xfrm>
            <a:custGeom>
              <a:rect b="b" l="l" r="r" t="t"/>
              <a:pathLst>
                <a:path extrusionOk="0" h="13054" w="725">
                  <a:moveTo>
                    <a:pt x="319" y="695"/>
                  </a:moveTo>
                  <a:lnTo>
                    <a:pt x="435" y="840"/>
                  </a:lnTo>
                  <a:lnTo>
                    <a:pt x="435" y="12214"/>
                  </a:lnTo>
                  <a:lnTo>
                    <a:pt x="319" y="12330"/>
                  </a:lnTo>
                  <a:lnTo>
                    <a:pt x="319" y="695"/>
                  </a:lnTo>
                  <a:close/>
                  <a:moveTo>
                    <a:pt x="1" y="0"/>
                  </a:moveTo>
                  <a:lnTo>
                    <a:pt x="1" y="13053"/>
                  </a:lnTo>
                  <a:lnTo>
                    <a:pt x="724" y="12330"/>
                  </a:lnTo>
                  <a:lnTo>
                    <a:pt x="724" y="724"/>
                  </a:lnTo>
                  <a:lnTo>
                    <a:pt x="1"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3"/>
            <p:cNvSpPr/>
            <p:nvPr/>
          </p:nvSpPr>
          <p:spPr>
            <a:xfrm>
              <a:off x="3824825" y="1003700"/>
              <a:ext cx="15950" cy="233025"/>
            </a:xfrm>
            <a:custGeom>
              <a:rect b="b" l="l" r="r" t="t"/>
              <a:pathLst>
                <a:path extrusionOk="0" h="9321" w="638">
                  <a:moveTo>
                    <a:pt x="290" y="724"/>
                  </a:moveTo>
                  <a:lnTo>
                    <a:pt x="348" y="782"/>
                  </a:lnTo>
                  <a:lnTo>
                    <a:pt x="348" y="8568"/>
                  </a:lnTo>
                  <a:lnTo>
                    <a:pt x="290" y="8597"/>
                  </a:lnTo>
                  <a:lnTo>
                    <a:pt x="290" y="724"/>
                  </a:lnTo>
                  <a:close/>
                  <a:moveTo>
                    <a:pt x="0" y="1"/>
                  </a:moveTo>
                  <a:lnTo>
                    <a:pt x="0" y="9320"/>
                  </a:lnTo>
                  <a:lnTo>
                    <a:pt x="637" y="8683"/>
                  </a:lnTo>
                  <a:lnTo>
                    <a:pt x="637" y="666"/>
                  </a:lnTo>
                  <a:lnTo>
                    <a:pt x="0"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3"/>
            <p:cNvSpPr/>
            <p:nvPr/>
          </p:nvSpPr>
          <p:spPr>
            <a:xfrm>
              <a:off x="3780675" y="972600"/>
              <a:ext cx="18125" cy="295225"/>
            </a:xfrm>
            <a:custGeom>
              <a:rect b="b" l="l" r="r" t="t"/>
              <a:pathLst>
                <a:path extrusionOk="0" h="11809" w="725">
                  <a:moveTo>
                    <a:pt x="290" y="724"/>
                  </a:moveTo>
                  <a:lnTo>
                    <a:pt x="435" y="840"/>
                  </a:lnTo>
                  <a:lnTo>
                    <a:pt x="435" y="10969"/>
                  </a:lnTo>
                  <a:lnTo>
                    <a:pt x="290" y="11114"/>
                  </a:lnTo>
                  <a:lnTo>
                    <a:pt x="290" y="724"/>
                  </a:lnTo>
                  <a:close/>
                  <a:moveTo>
                    <a:pt x="1" y="0"/>
                  </a:moveTo>
                  <a:lnTo>
                    <a:pt x="1" y="11809"/>
                  </a:lnTo>
                  <a:lnTo>
                    <a:pt x="724" y="11085"/>
                  </a:lnTo>
                  <a:lnTo>
                    <a:pt x="724" y="724"/>
                  </a:lnTo>
                  <a:lnTo>
                    <a:pt x="1"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3"/>
            <p:cNvSpPr/>
            <p:nvPr/>
          </p:nvSpPr>
          <p:spPr>
            <a:xfrm>
              <a:off x="3802400" y="988500"/>
              <a:ext cx="18100" cy="264125"/>
            </a:xfrm>
            <a:custGeom>
              <a:rect b="b" l="l" r="r" t="t"/>
              <a:pathLst>
                <a:path extrusionOk="0" h="10565" w="724">
                  <a:moveTo>
                    <a:pt x="290" y="696"/>
                  </a:moveTo>
                  <a:lnTo>
                    <a:pt x="405" y="840"/>
                  </a:lnTo>
                  <a:lnTo>
                    <a:pt x="405" y="9726"/>
                  </a:lnTo>
                  <a:lnTo>
                    <a:pt x="290" y="9841"/>
                  </a:lnTo>
                  <a:lnTo>
                    <a:pt x="290" y="696"/>
                  </a:lnTo>
                  <a:close/>
                  <a:moveTo>
                    <a:pt x="0" y="1"/>
                  </a:moveTo>
                  <a:lnTo>
                    <a:pt x="0" y="10565"/>
                  </a:lnTo>
                  <a:lnTo>
                    <a:pt x="724" y="9841"/>
                  </a:lnTo>
                  <a:lnTo>
                    <a:pt x="724" y="724"/>
                  </a:lnTo>
                  <a:lnTo>
                    <a:pt x="0"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3"/>
            <p:cNvSpPr/>
            <p:nvPr/>
          </p:nvSpPr>
          <p:spPr>
            <a:xfrm>
              <a:off x="3586775" y="2280075"/>
              <a:ext cx="321275" cy="418250"/>
            </a:xfrm>
            <a:custGeom>
              <a:rect b="b" l="l" r="r" t="t"/>
              <a:pathLst>
                <a:path extrusionOk="0" h="16730" w="12851">
                  <a:moveTo>
                    <a:pt x="12474" y="6483"/>
                  </a:moveTo>
                  <a:lnTo>
                    <a:pt x="6425" y="16179"/>
                  </a:lnTo>
                  <a:lnTo>
                    <a:pt x="376" y="6483"/>
                  </a:lnTo>
                  <a:close/>
                  <a:moveTo>
                    <a:pt x="6425" y="0"/>
                  </a:moveTo>
                  <a:lnTo>
                    <a:pt x="0" y="6426"/>
                  </a:lnTo>
                  <a:lnTo>
                    <a:pt x="6425" y="16729"/>
                  </a:lnTo>
                  <a:lnTo>
                    <a:pt x="12851" y="6426"/>
                  </a:lnTo>
                  <a:lnTo>
                    <a:pt x="64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3"/>
            <p:cNvSpPr/>
            <p:nvPr/>
          </p:nvSpPr>
          <p:spPr>
            <a:xfrm>
              <a:off x="3676500" y="1754775"/>
              <a:ext cx="141825" cy="141825"/>
            </a:xfrm>
            <a:custGeom>
              <a:rect b="b" l="l" r="r" t="t"/>
              <a:pathLst>
                <a:path extrusionOk="0" h="5673" w="5673">
                  <a:moveTo>
                    <a:pt x="2836" y="405"/>
                  </a:moveTo>
                  <a:lnTo>
                    <a:pt x="5268" y="2836"/>
                  </a:lnTo>
                  <a:lnTo>
                    <a:pt x="2836" y="5268"/>
                  </a:lnTo>
                  <a:lnTo>
                    <a:pt x="405" y="2836"/>
                  </a:lnTo>
                  <a:lnTo>
                    <a:pt x="2836" y="405"/>
                  </a:lnTo>
                  <a:close/>
                  <a:moveTo>
                    <a:pt x="2836" y="0"/>
                  </a:moveTo>
                  <a:lnTo>
                    <a:pt x="0" y="2836"/>
                  </a:lnTo>
                  <a:lnTo>
                    <a:pt x="2836" y="5673"/>
                  </a:lnTo>
                  <a:lnTo>
                    <a:pt x="5673" y="2836"/>
                  </a:lnTo>
                  <a:lnTo>
                    <a:pt x="2836"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3"/>
            <p:cNvSpPr/>
            <p:nvPr/>
          </p:nvSpPr>
          <p:spPr>
            <a:xfrm>
              <a:off x="3799500" y="2441425"/>
              <a:ext cx="25" cy="25"/>
            </a:xfrm>
            <a:custGeom>
              <a:rect b="b" l="l" r="r" t="t"/>
              <a:pathLst>
                <a:path extrusionOk="0" fill="none" h="1" w="1">
                  <a:moveTo>
                    <a:pt x="0" y="1"/>
                  </a:moveTo>
                  <a:close/>
                </a:path>
              </a:pathLst>
            </a:custGeom>
            <a:noFill/>
            <a:ln cap="flat" cmpd="sng" w="9400">
              <a:solidFill>
                <a:srgbClr val="3F3F3F"/>
              </a:solidFill>
              <a:prstDash val="solid"/>
              <a:miter lim="289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3"/>
            <p:cNvSpPr/>
            <p:nvPr/>
          </p:nvSpPr>
          <p:spPr>
            <a:xfrm>
              <a:off x="3747400" y="2285125"/>
              <a:ext cx="25" cy="25"/>
            </a:xfrm>
            <a:custGeom>
              <a:rect b="b" l="l" r="r" t="t"/>
              <a:pathLst>
                <a:path extrusionOk="0" fill="none" h="1" w="1">
                  <a:moveTo>
                    <a:pt x="0" y="1"/>
                  </a:moveTo>
                  <a:close/>
                </a:path>
              </a:pathLst>
            </a:custGeom>
            <a:noFill/>
            <a:ln cap="flat" cmpd="sng" w="9400">
              <a:solidFill>
                <a:srgbClr val="3F3F3F"/>
              </a:solidFill>
              <a:prstDash val="solid"/>
              <a:miter lim="289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3"/>
            <p:cNvSpPr/>
            <p:nvPr/>
          </p:nvSpPr>
          <p:spPr>
            <a:xfrm>
              <a:off x="4067950" y="963175"/>
              <a:ext cx="6525" cy="581050"/>
            </a:xfrm>
            <a:custGeom>
              <a:rect b="b" l="l" r="r" t="t"/>
              <a:pathLst>
                <a:path extrusionOk="0" h="23242" w="261">
                  <a:moveTo>
                    <a:pt x="0" y="1"/>
                  </a:moveTo>
                  <a:lnTo>
                    <a:pt x="0" y="23242"/>
                  </a:lnTo>
                  <a:cubicBezTo>
                    <a:pt x="58" y="23242"/>
                    <a:pt x="145" y="23213"/>
                    <a:pt x="203" y="23213"/>
                  </a:cubicBezTo>
                  <a:lnTo>
                    <a:pt x="261" y="23213"/>
                  </a:ln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3"/>
            <p:cNvSpPr/>
            <p:nvPr/>
          </p:nvSpPr>
          <p:spPr>
            <a:xfrm>
              <a:off x="4067950" y="1649850"/>
              <a:ext cx="6525" cy="340100"/>
            </a:xfrm>
            <a:custGeom>
              <a:rect b="b" l="l" r="r" t="t"/>
              <a:pathLst>
                <a:path extrusionOk="0" h="13604" w="261">
                  <a:moveTo>
                    <a:pt x="0" y="0"/>
                  </a:moveTo>
                  <a:lnTo>
                    <a:pt x="0" y="13603"/>
                  </a:lnTo>
                  <a:lnTo>
                    <a:pt x="261" y="13603"/>
                  </a:lnTo>
                  <a:lnTo>
                    <a:pt x="261" y="29"/>
                  </a:lnTo>
                  <a:lnTo>
                    <a:pt x="232" y="29"/>
                  </a:lnTo>
                  <a:cubicBezTo>
                    <a:pt x="145" y="29"/>
                    <a:pt x="87" y="29"/>
                    <a:pt x="0" y="0"/>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3"/>
            <p:cNvSpPr/>
            <p:nvPr/>
          </p:nvSpPr>
          <p:spPr>
            <a:xfrm>
              <a:off x="4046225" y="953050"/>
              <a:ext cx="15225" cy="182375"/>
            </a:xfrm>
            <a:custGeom>
              <a:rect b="b" l="l" r="r" t="t"/>
              <a:pathLst>
                <a:path extrusionOk="0" h="7295" w="609">
                  <a:moveTo>
                    <a:pt x="1" y="1"/>
                  </a:moveTo>
                  <a:lnTo>
                    <a:pt x="1" y="6686"/>
                  </a:lnTo>
                  <a:lnTo>
                    <a:pt x="609" y="7294"/>
                  </a:lnTo>
                  <a:lnTo>
                    <a:pt x="609" y="1"/>
                  </a:lnTo>
                  <a:lnTo>
                    <a:pt x="377" y="1"/>
                  </a:lnTo>
                  <a:lnTo>
                    <a:pt x="377" y="6686"/>
                  </a:lnTo>
                  <a:lnTo>
                    <a:pt x="261" y="6571"/>
                  </a:ln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3"/>
            <p:cNvSpPr/>
            <p:nvPr/>
          </p:nvSpPr>
          <p:spPr>
            <a:xfrm>
              <a:off x="3991975" y="953050"/>
              <a:ext cx="13750" cy="142575"/>
            </a:xfrm>
            <a:custGeom>
              <a:rect b="b" l="l" r="r" t="t"/>
              <a:pathLst>
                <a:path extrusionOk="0" h="5703" w="550">
                  <a:moveTo>
                    <a:pt x="0" y="1"/>
                  </a:moveTo>
                  <a:lnTo>
                    <a:pt x="0" y="5153"/>
                  </a:lnTo>
                  <a:lnTo>
                    <a:pt x="550" y="5702"/>
                  </a:lnTo>
                  <a:lnTo>
                    <a:pt x="550" y="1"/>
                  </a:lnTo>
                  <a:lnTo>
                    <a:pt x="318" y="1"/>
                  </a:lnTo>
                  <a:lnTo>
                    <a:pt x="318" y="5095"/>
                  </a:lnTo>
                  <a:lnTo>
                    <a:pt x="261" y="5066"/>
                  </a:ln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3"/>
            <p:cNvSpPr/>
            <p:nvPr/>
          </p:nvSpPr>
          <p:spPr>
            <a:xfrm>
              <a:off x="4028150" y="953050"/>
              <a:ext cx="15200" cy="169350"/>
            </a:xfrm>
            <a:custGeom>
              <a:rect b="b" l="l" r="r" t="t"/>
              <a:pathLst>
                <a:path extrusionOk="0" h="6774" w="608">
                  <a:moveTo>
                    <a:pt x="0" y="1"/>
                  </a:moveTo>
                  <a:lnTo>
                    <a:pt x="0" y="6166"/>
                  </a:lnTo>
                  <a:lnTo>
                    <a:pt x="608" y="6773"/>
                  </a:lnTo>
                  <a:lnTo>
                    <a:pt x="608" y="1"/>
                  </a:lnTo>
                  <a:lnTo>
                    <a:pt x="348" y="1"/>
                  </a:lnTo>
                  <a:lnTo>
                    <a:pt x="348" y="6166"/>
                  </a:lnTo>
                  <a:lnTo>
                    <a:pt x="261" y="6050"/>
                  </a:ln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3"/>
            <p:cNvSpPr/>
            <p:nvPr/>
          </p:nvSpPr>
          <p:spPr>
            <a:xfrm>
              <a:off x="4010050" y="953050"/>
              <a:ext cx="15225" cy="155600"/>
            </a:xfrm>
            <a:custGeom>
              <a:rect b="b" l="l" r="r" t="t"/>
              <a:pathLst>
                <a:path extrusionOk="0" h="6224" w="609">
                  <a:moveTo>
                    <a:pt x="1" y="1"/>
                  </a:moveTo>
                  <a:lnTo>
                    <a:pt x="1" y="5616"/>
                  </a:lnTo>
                  <a:lnTo>
                    <a:pt x="608" y="6223"/>
                  </a:lnTo>
                  <a:lnTo>
                    <a:pt x="608" y="1"/>
                  </a:lnTo>
                  <a:lnTo>
                    <a:pt x="348" y="1"/>
                  </a:lnTo>
                  <a:lnTo>
                    <a:pt x="348" y="5616"/>
                  </a:lnTo>
                  <a:lnTo>
                    <a:pt x="232" y="5529"/>
                  </a:lnTo>
                  <a:lnTo>
                    <a:pt x="232"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3"/>
            <p:cNvSpPr/>
            <p:nvPr/>
          </p:nvSpPr>
          <p:spPr>
            <a:xfrm>
              <a:off x="4081675" y="953050"/>
              <a:ext cx="15225" cy="182375"/>
            </a:xfrm>
            <a:custGeom>
              <a:rect b="b" l="l" r="r" t="t"/>
              <a:pathLst>
                <a:path extrusionOk="0" h="7295" w="609">
                  <a:moveTo>
                    <a:pt x="1" y="1"/>
                  </a:moveTo>
                  <a:lnTo>
                    <a:pt x="1" y="7294"/>
                  </a:lnTo>
                  <a:lnTo>
                    <a:pt x="609" y="6686"/>
                  </a:lnTo>
                  <a:lnTo>
                    <a:pt x="609" y="1"/>
                  </a:lnTo>
                  <a:lnTo>
                    <a:pt x="348" y="1"/>
                  </a:lnTo>
                  <a:lnTo>
                    <a:pt x="348" y="6571"/>
                  </a:lnTo>
                  <a:lnTo>
                    <a:pt x="232" y="6686"/>
                  </a:lnTo>
                  <a:lnTo>
                    <a:pt x="232"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3"/>
            <p:cNvSpPr/>
            <p:nvPr/>
          </p:nvSpPr>
          <p:spPr>
            <a:xfrm>
              <a:off x="4137400" y="953050"/>
              <a:ext cx="13775" cy="142575"/>
            </a:xfrm>
            <a:custGeom>
              <a:rect b="b" l="l" r="r" t="t"/>
              <a:pathLst>
                <a:path extrusionOk="0" h="5703" w="551">
                  <a:moveTo>
                    <a:pt x="1" y="1"/>
                  </a:moveTo>
                  <a:lnTo>
                    <a:pt x="1" y="5702"/>
                  </a:lnTo>
                  <a:lnTo>
                    <a:pt x="550" y="5153"/>
                  </a:lnTo>
                  <a:lnTo>
                    <a:pt x="550" y="1"/>
                  </a:lnTo>
                  <a:lnTo>
                    <a:pt x="290" y="1"/>
                  </a:lnTo>
                  <a:lnTo>
                    <a:pt x="290" y="5066"/>
                  </a:lnTo>
                  <a:lnTo>
                    <a:pt x="232" y="5095"/>
                  </a:lnTo>
                  <a:lnTo>
                    <a:pt x="232"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3"/>
            <p:cNvSpPr/>
            <p:nvPr/>
          </p:nvSpPr>
          <p:spPr>
            <a:xfrm>
              <a:off x="4099775" y="953050"/>
              <a:ext cx="15225" cy="169350"/>
            </a:xfrm>
            <a:custGeom>
              <a:rect b="b" l="l" r="r" t="t"/>
              <a:pathLst>
                <a:path extrusionOk="0" h="6774" w="609">
                  <a:moveTo>
                    <a:pt x="1" y="1"/>
                  </a:moveTo>
                  <a:lnTo>
                    <a:pt x="1" y="6773"/>
                  </a:lnTo>
                  <a:lnTo>
                    <a:pt x="608" y="6166"/>
                  </a:lnTo>
                  <a:lnTo>
                    <a:pt x="608" y="1"/>
                  </a:lnTo>
                  <a:lnTo>
                    <a:pt x="348" y="1"/>
                  </a:lnTo>
                  <a:lnTo>
                    <a:pt x="348" y="6050"/>
                  </a:lnTo>
                  <a:lnTo>
                    <a:pt x="261" y="6166"/>
                  </a:ln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3"/>
            <p:cNvSpPr/>
            <p:nvPr/>
          </p:nvSpPr>
          <p:spPr>
            <a:xfrm>
              <a:off x="4117875" y="953050"/>
              <a:ext cx="15200" cy="155600"/>
            </a:xfrm>
            <a:custGeom>
              <a:rect b="b" l="l" r="r" t="t"/>
              <a:pathLst>
                <a:path extrusionOk="0" h="6224" w="608">
                  <a:moveTo>
                    <a:pt x="0" y="1"/>
                  </a:moveTo>
                  <a:lnTo>
                    <a:pt x="0" y="6223"/>
                  </a:lnTo>
                  <a:lnTo>
                    <a:pt x="608" y="5616"/>
                  </a:lnTo>
                  <a:lnTo>
                    <a:pt x="608" y="1"/>
                  </a:lnTo>
                  <a:lnTo>
                    <a:pt x="376" y="1"/>
                  </a:lnTo>
                  <a:lnTo>
                    <a:pt x="376" y="5529"/>
                  </a:lnTo>
                  <a:lnTo>
                    <a:pt x="261" y="5616"/>
                  </a:ln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3"/>
            <p:cNvSpPr/>
            <p:nvPr/>
          </p:nvSpPr>
          <p:spPr>
            <a:xfrm>
              <a:off x="3934075" y="1984850"/>
              <a:ext cx="274250" cy="348075"/>
            </a:xfrm>
            <a:custGeom>
              <a:rect b="b" l="l" r="r" t="t"/>
              <a:pathLst>
                <a:path extrusionOk="0" h="13923" w="10970">
                  <a:moveTo>
                    <a:pt x="5500" y="1"/>
                  </a:moveTo>
                  <a:lnTo>
                    <a:pt x="348" y="5124"/>
                  </a:lnTo>
                  <a:lnTo>
                    <a:pt x="10623" y="5124"/>
                  </a:lnTo>
                  <a:lnTo>
                    <a:pt x="5500" y="1"/>
                  </a:lnTo>
                  <a:close/>
                  <a:moveTo>
                    <a:pt x="1" y="5124"/>
                  </a:moveTo>
                  <a:lnTo>
                    <a:pt x="5500" y="13922"/>
                  </a:lnTo>
                  <a:lnTo>
                    <a:pt x="10970" y="5124"/>
                  </a:lnTo>
                  <a:lnTo>
                    <a:pt x="10623" y="5124"/>
                  </a:lnTo>
                  <a:lnTo>
                    <a:pt x="10652" y="5153"/>
                  </a:lnTo>
                  <a:lnTo>
                    <a:pt x="5500" y="13430"/>
                  </a:lnTo>
                  <a:lnTo>
                    <a:pt x="319" y="5153"/>
                  </a:lnTo>
                  <a:lnTo>
                    <a:pt x="348" y="512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3"/>
            <p:cNvSpPr/>
            <p:nvPr/>
          </p:nvSpPr>
          <p:spPr>
            <a:xfrm>
              <a:off x="4009325" y="1536975"/>
              <a:ext cx="121600" cy="121575"/>
            </a:xfrm>
            <a:custGeom>
              <a:rect b="b" l="l" r="r" t="t"/>
              <a:pathLst>
                <a:path extrusionOk="0" h="4863" w="4864">
                  <a:moveTo>
                    <a:pt x="2432" y="377"/>
                  </a:moveTo>
                  <a:lnTo>
                    <a:pt x="4487" y="2432"/>
                  </a:lnTo>
                  <a:lnTo>
                    <a:pt x="2432" y="4515"/>
                  </a:lnTo>
                  <a:lnTo>
                    <a:pt x="348" y="2432"/>
                  </a:lnTo>
                  <a:lnTo>
                    <a:pt x="2432" y="377"/>
                  </a:lnTo>
                  <a:close/>
                  <a:moveTo>
                    <a:pt x="2432" y="0"/>
                  </a:moveTo>
                  <a:lnTo>
                    <a:pt x="1" y="2432"/>
                  </a:lnTo>
                  <a:lnTo>
                    <a:pt x="2432" y="4863"/>
                  </a:lnTo>
                  <a:lnTo>
                    <a:pt x="4863" y="2432"/>
                  </a:lnTo>
                  <a:lnTo>
                    <a:pt x="2432"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3"/>
            <p:cNvSpPr/>
            <p:nvPr/>
          </p:nvSpPr>
          <p:spPr>
            <a:xfrm>
              <a:off x="4115700" y="2123050"/>
              <a:ext cx="25" cy="25"/>
            </a:xfrm>
            <a:custGeom>
              <a:rect b="b" l="l" r="r" t="t"/>
              <a:pathLst>
                <a:path extrusionOk="0" fill="none" h="1" w="1">
                  <a:moveTo>
                    <a:pt x="0" y="1"/>
                  </a:moveTo>
                  <a:close/>
                </a:path>
              </a:pathLst>
            </a:custGeom>
            <a:noFill/>
            <a:ln cap="flat" cmpd="sng" w="9400">
              <a:solidFill>
                <a:srgbClr val="3F3F3F"/>
              </a:solidFill>
              <a:prstDash val="solid"/>
              <a:miter lim="289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3"/>
            <p:cNvSpPr/>
            <p:nvPr/>
          </p:nvSpPr>
          <p:spPr>
            <a:xfrm>
              <a:off x="4071550" y="1989925"/>
              <a:ext cx="25" cy="25"/>
            </a:xfrm>
            <a:custGeom>
              <a:rect b="b" l="l" r="r" t="t"/>
              <a:pathLst>
                <a:path extrusionOk="0" fill="none" h="1" w="1">
                  <a:moveTo>
                    <a:pt x="1" y="0"/>
                  </a:moveTo>
                  <a:close/>
                </a:path>
              </a:pathLst>
            </a:custGeom>
            <a:noFill/>
            <a:ln cap="flat" cmpd="sng" w="9400">
              <a:solidFill>
                <a:srgbClr val="3F3F3F"/>
              </a:solidFill>
              <a:prstDash val="solid"/>
              <a:miter lim="289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3"/>
            <p:cNvSpPr/>
            <p:nvPr/>
          </p:nvSpPr>
          <p:spPr>
            <a:xfrm>
              <a:off x="3400100" y="952325"/>
              <a:ext cx="6525" cy="581050"/>
            </a:xfrm>
            <a:custGeom>
              <a:rect b="b" l="l" r="r" t="t"/>
              <a:pathLst>
                <a:path extrusionOk="0" h="23242" w="261">
                  <a:moveTo>
                    <a:pt x="0" y="1"/>
                  </a:moveTo>
                  <a:lnTo>
                    <a:pt x="0" y="23242"/>
                  </a:lnTo>
                  <a:cubicBezTo>
                    <a:pt x="58" y="23213"/>
                    <a:pt x="116" y="23213"/>
                    <a:pt x="203" y="23213"/>
                  </a:cubicBezTo>
                  <a:cubicBezTo>
                    <a:pt x="203" y="23198"/>
                    <a:pt x="210" y="23191"/>
                    <a:pt x="221" y="23191"/>
                  </a:cubicBezTo>
                  <a:cubicBezTo>
                    <a:pt x="232" y="23191"/>
                    <a:pt x="246" y="23198"/>
                    <a:pt x="261" y="23213"/>
                  </a:cubicBez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3"/>
            <p:cNvSpPr/>
            <p:nvPr/>
          </p:nvSpPr>
          <p:spPr>
            <a:xfrm>
              <a:off x="3400100" y="1639000"/>
              <a:ext cx="6525" cy="340100"/>
            </a:xfrm>
            <a:custGeom>
              <a:rect b="b" l="l" r="r" t="t"/>
              <a:pathLst>
                <a:path extrusionOk="0" h="13604" w="261">
                  <a:moveTo>
                    <a:pt x="0" y="0"/>
                  </a:moveTo>
                  <a:lnTo>
                    <a:pt x="0" y="13603"/>
                  </a:lnTo>
                  <a:lnTo>
                    <a:pt x="261" y="13603"/>
                  </a:lnTo>
                  <a:lnTo>
                    <a:pt x="261" y="29"/>
                  </a:lnTo>
                  <a:cubicBezTo>
                    <a:pt x="232" y="29"/>
                    <a:pt x="232" y="29"/>
                    <a:pt x="203" y="0"/>
                  </a:cubicBezTo>
                  <a:cubicBezTo>
                    <a:pt x="174" y="15"/>
                    <a:pt x="145" y="22"/>
                    <a:pt x="112" y="22"/>
                  </a:cubicBezTo>
                  <a:cubicBezTo>
                    <a:pt x="80" y="22"/>
                    <a:pt x="43" y="15"/>
                    <a:pt x="0" y="0"/>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3"/>
            <p:cNvSpPr/>
            <p:nvPr/>
          </p:nvSpPr>
          <p:spPr>
            <a:xfrm>
              <a:off x="3378375" y="942200"/>
              <a:ext cx="15225" cy="182375"/>
            </a:xfrm>
            <a:custGeom>
              <a:rect b="b" l="l" r="r" t="t"/>
              <a:pathLst>
                <a:path extrusionOk="0" h="7295" w="609">
                  <a:moveTo>
                    <a:pt x="1" y="1"/>
                  </a:moveTo>
                  <a:lnTo>
                    <a:pt x="1" y="6686"/>
                  </a:lnTo>
                  <a:lnTo>
                    <a:pt x="609" y="7294"/>
                  </a:lnTo>
                  <a:lnTo>
                    <a:pt x="609" y="1"/>
                  </a:lnTo>
                  <a:lnTo>
                    <a:pt x="348" y="1"/>
                  </a:lnTo>
                  <a:lnTo>
                    <a:pt x="348" y="6686"/>
                  </a:lnTo>
                  <a:lnTo>
                    <a:pt x="261" y="6571"/>
                  </a:ln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3"/>
            <p:cNvSpPr/>
            <p:nvPr/>
          </p:nvSpPr>
          <p:spPr>
            <a:xfrm>
              <a:off x="3324125" y="942200"/>
              <a:ext cx="13750" cy="142575"/>
            </a:xfrm>
            <a:custGeom>
              <a:rect b="b" l="l" r="r" t="t"/>
              <a:pathLst>
                <a:path extrusionOk="0" h="5703" w="550">
                  <a:moveTo>
                    <a:pt x="0" y="1"/>
                  </a:moveTo>
                  <a:lnTo>
                    <a:pt x="0" y="5152"/>
                  </a:lnTo>
                  <a:lnTo>
                    <a:pt x="550" y="5702"/>
                  </a:lnTo>
                  <a:lnTo>
                    <a:pt x="550" y="1"/>
                  </a:lnTo>
                  <a:lnTo>
                    <a:pt x="289" y="1"/>
                  </a:lnTo>
                  <a:lnTo>
                    <a:pt x="289" y="5094"/>
                  </a:lnTo>
                  <a:lnTo>
                    <a:pt x="261" y="5037"/>
                  </a:ln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3"/>
            <p:cNvSpPr/>
            <p:nvPr/>
          </p:nvSpPr>
          <p:spPr>
            <a:xfrm>
              <a:off x="3360300" y="942200"/>
              <a:ext cx="15200" cy="169350"/>
            </a:xfrm>
            <a:custGeom>
              <a:rect b="b" l="l" r="r" t="t"/>
              <a:pathLst>
                <a:path extrusionOk="0" h="6774" w="608">
                  <a:moveTo>
                    <a:pt x="0" y="1"/>
                  </a:moveTo>
                  <a:lnTo>
                    <a:pt x="0" y="6165"/>
                  </a:lnTo>
                  <a:lnTo>
                    <a:pt x="608" y="6773"/>
                  </a:lnTo>
                  <a:lnTo>
                    <a:pt x="608" y="1"/>
                  </a:lnTo>
                  <a:lnTo>
                    <a:pt x="348" y="1"/>
                  </a:lnTo>
                  <a:lnTo>
                    <a:pt x="348" y="6165"/>
                  </a:lnTo>
                  <a:lnTo>
                    <a:pt x="232" y="6050"/>
                  </a:lnTo>
                  <a:lnTo>
                    <a:pt x="232"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3"/>
            <p:cNvSpPr/>
            <p:nvPr/>
          </p:nvSpPr>
          <p:spPr>
            <a:xfrm>
              <a:off x="3341475" y="942200"/>
              <a:ext cx="15950" cy="155600"/>
            </a:xfrm>
            <a:custGeom>
              <a:rect b="b" l="l" r="r" t="t"/>
              <a:pathLst>
                <a:path extrusionOk="0" h="6224" w="638">
                  <a:moveTo>
                    <a:pt x="1" y="1"/>
                  </a:moveTo>
                  <a:lnTo>
                    <a:pt x="1" y="5615"/>
                  </a:lnTo>
                  <a:lnTo>
                    <a:pt x="637" y="6223"/>
                  </a:lnTo>
                  <a:lnTo>
                    <a:pt x="637" y="1"/>
                  </a:lnTo>
                  <a:lnTo>
                    <a:pt x="377" y="1"/>
                  </a:lnTo>
                  <a:lnTo>
                    <a:pt x="377" y="5615"/>
                  </a:lnTo>
                  <a:lnTo>
                    <a:pt x="261" y="5529"/>
                  </a:ln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3"/>
            <p:cNvSpPr/>
            <p:nvPr/>
          </p:nvSpPr>
          <p:spPr>
            <a:xfrm>
              <a:off x="3413125" y="942200"/>
              <a:ext cx="15925" cy="182375"/>
            </a:xfrm>
            <a:custGeom>
              <a:rect b="b" l="l" r="r" t="t"/>
              <a:pathLst>
                <a:path extrusionOk="0" h="7295" w="637">
                  <a:moveTo>
                    <a:pt x="0" y="1"/>
                  </a:moveTo>
                  <a:lnTo>
                    <a:pt x="0" y="7294"/>
                  </a:lnTo>
                  <a:lnTo>
                    <a:pt x="637" y="6686"/>
                  </a:lnTo>
                  <a:lnTo>
                    <a:pt x="637" y="1"/>
                  </a:lnTo>
                  <a:lnTo>
                    <a:pt x="376" y="1"/>
                  </a:lnTo>
                  <a:lnTo>
                    <a:pt x="376" y="6571"/>
                  </a:lnTo>
                  <a:lnTo>
                    <a:pt x="260" y="6686"/>
                  </a:lnTo>
                  <a:lnTo>
                    <a:pt x="260"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3"/>
            <p:cNvSpPr/>
            <p:nvPr/>
          </p:nvSpPr>
          <p:spPr>
            <a:xfrm>
              <a:off x="3468825" y="942200"/>
              <a:ext cx="13775" cy="142575"/>
            </a:xfrm>
            <a:custGeom>
              <a:rect b="b" l="l" r="r" t="t"/>
              <a:pathLst>
                <a:path extrusionOk="0" h="5703" w="551">
                  <a:moveTo>
                    <a:pt x="1" y="1"/>
                  </a:moveTo>
                  <a:lnTo>
                    <a:pt x="1" y="5702"/>
                  </a:lnTo>
                  <a:lnTo>
                    <a:pt x="550" y="5152"/>
                  </a:lnTo>
                  <a:lnTo>
                    <a:pt x="550" y="1"/>
                  </a:lnTo>
                  <a:lnTo>
                    <a:pt x="319" y="1"/>
                  </a:lnTo>
                  <a:lnTo>
                    <a:pt x="319" y="5037"/>
                  </a:lnTo>
                  <a:lnTo>
                    <a:pt x="261" y="5094"/>
                  </a:ln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3"/>
            <p:cNvSpPr/>
            <p:nvPr/>
          </p:nvSpPr>
          <p:spPr>
            <a:xfrm>
              <a:off x="3431925" y="942200"/>
              <a:ext cx="15225" cy="169350"/>
            </a:xfrm>
            <a:custGeom>
              <a:rect b="b" l="l" r="r" t="t"/>
              <a:pathLst>
                <a:path extrusionOk="0" h="6774" w="609">
                  <a:moveTo>
                    <a:pt x="1" y="1"/>
                  </a:moveTo>
                  <a:lnTo>
                    <a:pt x="1" y="6773"/>
                  </a:lnTo>
                  <a:lnTo>
                    <a:pt x="608" y="6165"/>
                  </a:lnTo>
                  <a:lnTo>
                    <a:pt x="608" y="1"/>
                  </a:lnTo>
                  <a:lnTo>
                    <a:pt x="348" y="1"/>
                  </a:lnTo>
                  <a:lnTo>
                    <a:pt x="348" y="6050"/>
                  </a:lnTo>
                  <a:lnTo>
                    <a:pt x="232" y="6165"/>
                  </a:lnTo>
                  <a:lnTo>
                    <a:pt x="232"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3"/>
            <p:cNvSpPr/>
            <p:nvPr/>
          </p:nvSpPr>
          <p:spPr>
            <a:xfrm>
              <a:off x="3450025" y="942200"/>
              <a:ext cx="15200" cy="155600"/>
            </a:xfrm>
            <a:custGeom>
              <a:rect b="b" l="l" r="r" t="t"/>
              <a:pathLst>
                <a:path extrusionOk="0" h="6224" w="608">
                  <a:moveTo>
                    <a:pt x="0" y="1"/>
                  </a:moveTo>
                  <a:lnTo>
                    <a:pt x="0" y="6223"/>
                  </a:lnTo>
                  <a:lnTo>
                    <a:pt x="608" y="5615"/>
                  </a:lnTo>
                  <a:lnTo>
                    <a:pt x="608" y="1"/>
                  </a:lnTo>
                  <a:lnTo>
                    <a:pt x="347" y="1"/>
                  </a:lnTo>
                  <a:lnTo>
                    <a:pt x="347" y="5529"/>
                  </a:lnTo>
                  <a:lnTo>
                    <a:pt x="261" y="5615"/>
                  </a:lnTo>
                  <a:lnTo>
                    <a:pt x="26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3"/>
            <p:cNvSpPr/>
            <p:nvPr/>
          </p:nvSpPr>
          <p:spPr>
            <a:xfrm>
              <a:off x="3266225" y="1974725"/>
              <a:ext cx="274250" cy="356750"/>
            </a:xfrm>
            <a:custGeom>
              <a:rect b="b" l="l" r="r" t="t"/>
              <a:pathLst>
                <a:path extrusionOk="0" h="14270" w="10970">
                  <a:moveTo>
                    <a:pt x="10623" y="5529"/>
                  </a:moveTo>
                  <a:lnTo>
                    <a:pt x="5471" y="13806"/>
                  </a:lnTo>
                  <a:lnTo>
                    <a:pt x="319" y="5529"/>
                  </a:lnTo>
                  <a:close/>
                  <a:moveTo>
                    <a:pt x="5471" y="1"/>
                  </a:moveTo>
                  <a:lnTo>
                    <a:pt x="1" y="5471"/>
                  </a:lnTo>
                  <a:lnTo>
                    <a:pt x="5471" y="14269"/>
                  </a:lnTo>
                  <a:lnTo>
                    <a:pt x="10970" y="5471"/>
                  </a:lnTo>
                  <a:lnTo>
                    <a:pt x="54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3"/>
            <p:cNvSpPr/>
            <p:nvPr/>
          </p:nvSpPr>
          <p:spPr>
            <a:xfrm>
              <a:off x="3342200" y="1524675"/>
              <a:ext cx="121575" cy="121575"/>
            </a:xfrm>
            <a:custGeom>
              <a:rect b="b" l="l" r="r" t="t"/>
              <a:pathLst>
                <a:path extrusionOk="0" h="4863" w="4863">
                  <a:moveTo>
                    <a:pt x="2432" y="377"/>
                  </a:moveTo>
                  <a:lnTo>
                    <a:pt x="4516" y="2432"/>
                  </a:lnTo>
                  <a:lnTo>
                    <a:pt x="2432" y="4515"/>
                  </a:lnTo>
                  <a:lnTo>
                    <a:pt x="377" y="2432"/>
                  </a:lnTo>
                  <a:lnTo>
                    <a:pt x="2432" y="377"/>
                  </a:lnTo>
                  <a:close/>
                  <a:moveTo>
                    <a:pt x="2432" y="0"/>
                  </a:moveTo>
                  <a:lnTo>
                    <a:pt x="1" y="2432"/>
                  </a:lnTo>
                  <a:lnTo>
                    <a:pt x="2432" y="4863"/>
                  </a:lnTo>
                  <a:lnTo>
                    <a:pt x="4863" y="2432"/>
                  </a:lnTo>
                  <a:lnTo>
                    <a:pt x="2432"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3"/>
            <p:cNvSpPr/>
            <p:nvPr/>
          </p:nvSpPr>
          <p:spPr>
            <a:xfrm>
              <a:off x="3447850" y="2112200"/>
              <a:ext cx="25" cy="25"/>
            </a:xfrm>
            <a:custGeom>
              <a:rect b="b" l="l" r="r" t="t"/>
              <a:pathLst>
                <a:path extrusionOk="0" fill="none" h="1" w="1">
                  <a:moveTo>
                    <a:pt x="0" y="1"/>
                  </a:moveTo>
                  <a:close/>
                </a:path>
              </a:pathLst>
            </a:custGeom>
            <a:noFill/>
            <a:ln cap="flat" cmpd="sng" w="9400">
              <a:solidFill>
                <a:srgbClr val="3F3F3F"/>
              </a:solidFill>
              <a:prstDash val="solid"/>
              <a:miter lim="289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3"/>
            <p:cNvSpPr/>
            <p:nvPr/>
          </p:nvSpPr>
          <p:spPr>
            <a:xfrm>
              <a:off x="3402975" y="1979075"/>
              <a:ext cx="25" cy="25"/>
            </a:xfrm>
            <a:custGeom>
              <a:rect b="b" l="l" r="r" t="t"/>
              <a:pathLst>
                <a:path extrusionOk="0" fill="none" h="1" w="1">
                  <a:moveTo>
                    <a:pt x="1" y="0"/>
                  </a:moveTo>
                  <a:close/>
                </a:path>
              </a:pathLst>
            </a:custGeom>
            <a:noFill/>
            <a:ln cap="flat" cmpd="sng" w="9400">
              <a:solidFill>
                <a:srgbClr val="3F3F3F"/>
              </a:solidFill>
              <a:prstDash val="solid"/>
              <a:miter lim="289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3"/>
            <p:cNvSpPr/>
            <p:nvPr/>
          </p:nvSpPr>
          <p:spPr>
            <a:xfrm>
              <a:off x="3282875" y="1581100"/>
              <a:ext cx="910275" cy="464550"/>
            </a:xfrm>
            <a:custGeom>
              <a:rect b="b" l="l" r="r" t="t"/>
              <a:pathLst>
                <a:path extrusionOk="0" h="18582" w="36411">
                  <a:moveTo>
                    <a:pt x="869" y="377"/>
                  </a:moveTo>
                  <a:lnTo>
                    <a:pt x="35600" y="1072"/>
                  </a:lnTo>
                  <a:lnTo>
                    <a:pt x="18581" y="18090"/>
                  </a:lnTo>
                  <a:lnTo>
                    <a:pt x="869" y="377"/>
                  </a:lnTo>
                  <a:close/>
                  <a:moveTo>
                    <a:pt x="0" y="1"/>
                  </a:moveTo>
                  <a:lnTo>
                    <a:pt x="18581" y="18582"/>
                  </a:lnTo>
                  <a:lnTo>
                    <a:pt x="36410" y="724"/>
                  </a:lnTo>
                  <a:lnTo>
                    <a:pt x="0"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3"/>
            <p:cNvSpPr/>
            <p:nvPr/>
          </p:nvSpPr>
          <p:spPr>
            <a:xfrm>
              <a:off x="4041175" y="2146200"/>
              <a:ext cx="25" cy="25"/>
            </a:xfrm>
            <a:custGeom>
              <a:rect b="b" l="l" r="r" t="t"/>
              <a:pathLst>
                <a:path extrusionOk="0" h="1" w="1">
                  <a:moveTo>
                    <a:pt x="0" y="1"/>
                  </a:move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 name="Google Shape;1808;p63"/>
          <p:cNvGrpSpPr/>
          <p:nvPr/>
        </p:nvGrpSpPr>
        <p:grpSpPr>
          <a:xfrm>
            <a:off x="8112728" y="1584371"/>
            <a:ext cx="317350" cy="1395658"/>
            <a:chOff x="8112728" y="1584371"/>
            <a:chExt cx="317350" cy="1395658"/>
          </a:xfrm>
        </p:grpSpPr>
        <p:sp>
          <p:nvSpPr>
            <p:cNvPr id="1809" name="Google Shape;1809;p63"/>
            <p:cNvSpPr/>
            <p:nvPr/>
          </p:nvSpPr>
          <p:spPr>
            <a:xfrm>
              <a:off x="8214500" y="2488275"/>
              <a:ext cx="96300" cy="9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0" name="Google Shape;1810;p63"/>
            <p:cNvGrpSpPr/>
            <p:nvPr/>
          </p:nvGrpSpPr>
          <p:grpSpPr>
            <a:xfrm>
              <a:off x="8112728" y="1584371"/>
              <a:ext cx="317350" cy="1395658"/>
              <a:chOff x="4882675" y="2935625"/>
              <a:chExt cx="376275" cy="1654800"/>
            </a:xfrm>
          </p:grpSpPr>
          <p:sp>
            <p:nvSpPr>
              <p:cNvPr id="1811" name="Google Shape;1811;p63"/>
              <p:cNvSpPr/>
              <p:nvPr/>
            </p:nvSpPr>
            <p:spPr>
              <a:xfrm>
                <a:off x="5056325" y="2947200"/>
                <a:ext cx="7250" cy="736600"/>
              </a:xfrm>
              <a:custGeom>
                <a:rect b="b" l="l" r="r" t="t"/>
                <a:pathLst>
                  <a:path extrusionOk="0" h="29464" w="290">
                    <a:moveTo>
                      <a:pt x="1" y="0"/>
                    </a:moveTo>
                    <a:lnTo>
                      <a:pt x="1" y="29464"/>
                    </a:lnTo>
                    <a:cubicBezTo>
                      <a:pt x="58" y="29435"/>
                      <a:pt x="145" y="29435"/>
                      <a:pt x="203" y="29406"/>
                    </a:cubicBezTo>
                    <a:lnTo>
                      <a:pt x="290" y="29406"/>
                    </a:lnTo>
                    <a:lnTo>
                      <a:pt x="29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3"/>
              <p:cNvSpPr/>
              <p:nvPr/>
            </p:nvSpPr>
            <p:spPr>
              <a:xfrm>
                <a:off x="5054875" y="2946475"/>
                <a:ext cx="9425" cy="738050"/>
              </a:xfrm>
              <a:custGeom>
                <a:rect b="b" l="l" r="r" t="t"/>
                <a:pathLst>
                  <a:path extrusionOk="0" h="29522" w="377">
                    <a:moveTo>
                      <a:pt x="290" y="87"/>
                    </a:moveTo>
                    <a:lnTo>
                      <a:pt x="290" y="29406"/>
                    </a:lnTo>
                    <a:lnTo>
                      <a:pt x="261" y="29406"/>
                    </a:lnTo>
                    <a:cubicBezTo>
                      <a:pt x="203" y="29406"/>
                      <a:pt x="145" y="29435"/>
                      <a:pt x="88" y="29435"/>
                    </a:cubicBezTo>
                    <a:lnTo>
                      <a:pt x="88" y="87"/>
                    </a:lnTo>
                    <a:close/>
                    <a:moveTo>
                      <a:pt x="1" y="0"/>
                    </a:moveTo>
                    <a:lnTo>
                      <a:pt x="1" y="29493"/>
                    </a:lnTo>
                    <a:lnTo>
                      <a:pt x="1" y="29522"/>
                    </a:lnTo>
                    <a:lnTo>
                      <a:pt x="59" y="29522"/>
                    </a:lnTo>
                    <a:cubicBezTo>
                      <a:pt x="116" y="29522"/>
                      <a:pt x="203" y="29493"/>
                      <a:pt x="290" y="29493"/>
                    </a:cubicBezTo>
                    <a:lnTo>
                      <a:pt x="377" y="29493"/>
                    </a:lnTo>
                    <a:lnTo>
                      <a:pt x="377"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3"/>
              <p:cNvSpPr/>
              <p:nvPr/>
            </p:nvSpPr>
            <p:spPr>
              <a:xfrm>
                <a:off x="5056325" y="3804625"/>
                <a:ext cx="7250" cy="390750"/>
              </a:xfrm>
              <a:custGeom>
                <a:rect b="b" l="l" r="r" t="t"/>
                <a:pathLst>
                  <a:path extrusionOk="0" h="15630" w="290">
                    <a:moveTo>
                      <a:pt x="1" y="0"/>
                    </a:moveTo>
                    <a:lnTo>
                      <a:pt x="1" y="15629"/>
                    </a:lnTo>
                    <a:lnTo>
                      <a:pt x="290" y="15629"/>
                    </a:lnTo>
                    <a:lnTo>
                      <a:pt x="290" y="58"/>
                    </a:lnTo>
                    <a:cubicBezTo>
                      <a:pt x="261" y="29"/>
                      <a:pt x="261" y="29"/>
                      <a:pt x="232" y="29"/>
                    </a:cubicBezTo>
                    <a:cubicBezTo>
                      <a:pt x="207" y="38"/>
                      <a:pt x="184" y="41"/>
                      <a:pt x="162" y="41"/>
                    </a:cubicBezTo>
                    <a:cubicBezTo>
                      <a:pt x="109" y="41"/>
                      <a:pt x="62" y="21"/>
                      <a:pt x="1" y="0"/>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3"/>
              <p:cNvSpPr/>
              <p:nvPr/>
            </p:nvSpPr>
            <p:spPr>
              <a:xfrm>
                <a:off x="5054875" y="3803175"/>
                <a:ext cx="9425" cy="393650"/>
              </a:xfrm>
              <a:custGeom>
                <a:rect b="b" l="l" r="r" t="t"/>
                <a:pathLst>
                  <a:path extrusionOk="0" h="15746" w="377">
                    <a:moveTo>
                      <a:pt x="88" y="116"/>
                    </a:moveTo>
                    <a:cubicBezTo>
                      <a:pt x="145" y="145"/>
                      <a:pt x="232" y="145"/>
                      <a:pt x="290" y="145"/>
                    </a:cubicBezTo>
                    <a:lnTo>
                      <a:pt x="290" y="15658"/>
                    </a:lnTo>
                    <a:lnTo>
                      <a:pt x="88" y="15658"/>
                    </a:lnTo>
                    <a:lnTo>
                      <a:pt x="88" y="116"/>
                    </a:lnTo>
                    <a:close/>
                    <a:moveTo>
                      <a:pt x="1" y="0"/>
                    </a:moveTo>
                    <a:lnTo>
                      <a:pt x="1" y="15745"/>
                    </a:lnTo>
                    <a:lnTo>
                      <a:pt x="377" y="15745"/>
                    </a:lnTo>
                    <a:lnTo>
                      <a:pt x="377" y="58"/>
                    </a:lnTo>
                    <a:lnTo>
                      <a:pt x="319" y="58"/>
                    </a:lnTo>
                    <a:lnTo>
                      <a:pt x="290" y="29"/>
                    </a:lnTo>
                    <a:cubicBezTo>
                      <a:pt x="247" y="44"/>
                      <a:pt x="203" y="51"/>
                      <a:pt x="164" y="51"/>
                    </a:cubicBezTo>
                    <a:cubicBezTo>
                      <a:pt x="124" y="51"/>
                      <a:pt x="88" y="44"/>
                      <a:pt x="59" y="29"/>
                    </a:cubicBezTo>
                    <a:lnTo>
                      <a:pt x="1"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3"/>
              <p:cNvSpPr/>
              <p:nvPr/>
            </p:nvSpPr>
            <p:spPr>
              <a:xfrm>
                <a:off x="5031000" y="2935625"/>
                <a:ext cx="18125" cy="209125"/>
              </a:xfrm>
              <a:custGeom>
                <a:rect b="b" l="l" r="r" t="t"/>
                <a:pathLst>
                  <a:path extrusionOk="0" h="8365" w="725">
                    <a:moveTo>
                      <a:pt x="1" y="0"/>
                    </a:moveTo>
                    <a:lnTo>
                      <a:pt x="1" y="7670"/>
                    </a:lnTo>
                    <a:lnTo>
                      <a:pt x="724" y="8365"/>
                    </a:lnTo>
                    <a:lnTo>
                      <a:pt x="724" y="0"/>
                    </a:lnTo>
                    <a:lnTo>
                      <a:pt x="406" y="0"/>
                    </a:lnTo>
                    <a:lnTo>
                      <a:pt x="406" y="7670"/>
                    </a:lnTo>
                    <a:lnTo>
                      <a:pt x="290" y="7554"/>
                    </a:lnTo>
                    <a:lnTo>
                      <a:pt x="29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3"/>
              <p:cNvSpPr/>
              <p:nvPr/>
            </p:nvSpPr>
            <p:spPr>
              <a:xfrm>
                <a:off x="4968775" y="2935625"/>
                <a:ext cx="15950" cy="163550"/>
              </a:xfrm>
              <a:custGeom>
                <a:rect b="b" l="l" r="r" t="t"/>
                <a:pathLst>
                  <a:path extrusionOk="0" h="6542" w="638">
                    <a:moveTo>
                      <a:pt x="1" y="0"/>
                    </a:moveTo>
                    <a:lnTo>
                      <a:pt x="1" y="5905"/>
                    </a:lnTo>
                    <a:lnTo>
                      <a:pt x="637" y="6541"/>
                    </a:lnTo>
                    <a:lnTo>
                      <a:pt x="637" y="0"/>
                    </a:lnTo>
                    <a:lnTo>
                      <a:pt x="348" y="0"/>
                    </a:lnTo>
                    <a:lnTo>
                      <a:pt x="348" y="5847"/>
                    </a:lnTo>
                    <a:lnTo>
                      <a:pt x="290" y="5789"/>
                    </a:lnTo>
                    <a:lnTo>
                      <a:pt x="29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3"/>
              <p:cNvSpPr/>
              <p:nvPr/>
            </p:nvSpPr>
            <p:spPr>
              <a:xfrm>
                <a:off x="5010025" y="2935625"/>
                <a:ext cx="17375" cy="193925"/>
              </a:xfrm>
              <a:custGeom>
                <a:rect b="b" l="l" r="r" t="t"/>
                <a:pathLst>
                  <a:path extrusionOk="0" h="7757" w="695">
                    <a:moveTo>
                      <a:pt x="0" y="0"/>
                    </a:moveTo>
                    <a:lnTo>
                      <a:pt x="0" y="7062"/>
                    </a:lnTo>
                    <a:lnTo>
                      <a:pt x="695" y="7757"/>
                    </a:lnTo>
                    <a:lnTo>
                      <a:pt x="695" y="0"/>
                    </a:lnTo>
                    <a:lnTo>
                      <a:pt x="405" y="0"/>
                    </a:lnTo>
                    <a:lnTo>
                      <a:pt x="405" y="7062"/>
                    </a:lnTo>
                    <a:lnTo>
                      <a:pt x="290" y="6947"/>
                    </a:lnTo>
                    <a:lnTo>
                      <a:pt x="29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3"/>
              <p:cNvSpPr/>
              <p:nvPr/>
            </p:nvSpPr>
            <p:spPr>
              <a:xfrm>
                <a:off x="4989025" y="2935625"/>
                <a:ext cx="17400" cy="178750"/>
              </a:xfrm>
              <a:custGeom>
                <a:rect b="b" l="l" r="r" t="t"/>
                <a:pathLst>
                  <a:path extrusionOk="0" h="7150" w="696">
                    <a:moveTo>
                      <a:pt x="1" y="0"/>
                    </a:moveTo>
                    <a:lnTo>
                      <a:pt x="1" y="6454"/>
                    </a:lnTo>
                    <a:lnTo>
                      <a:pt x="696" y="7149"/>
                    </a:lnTo>
                    <a:lnTo>
                      <a:pt x="696" y="0"/>
                    </a:lnTo>
                    <a:lnTo>
                      <a:pt x="406" y="0"/>
                    </a:lnTo>
                    <a:lnTo>
                      <a:pt x="406" y="6454"/>
                    </a:lnTo>
                    <a:lnTo>
                      <a:pt x="290" y="6310"/>
                    </a:lnTo>
                    <a:lnTo>
                      <a:pt x="29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3"/>
              <p:cNvSpPr/>
              <p:nvPr/>
            </p:nvSpPr>
            <p:spPr>
              <a:xfrm>
                <a:off x="5071525" y="2935625"/>
                <a:ext cx="17375" cy="209125"/>
              </a:xfrm>
              <a:custGeom>
                <a:rect b="b" l="l" r="r" t="t"/>
                <a:pathLst>
                  <a:path extrusionOk="0" h="8365" w="695">
                    <a:moveTo>
                      <a:pt x="0" y="0"/>
                    </a:moveTo>
                    <a:lnTo>
                      <a:pt x="0" y="8365"/>
                    </a:lnTo>
                    <a:lnTo>
                      <a:pt x="695" y="7670"/>
                    </a:lnTo>
                    <a:lnTo>
                      <a:pt x="695" y="0"/>
                    </a:lnTo>
                    <a:lnTo>
                      <a:pt x="406" y="0"/>
                    </a:lnTo>
                    <a:lnTo>
                      <a:pt x="406" y="7554"/>
                    </a:lnTo>
                    <a:lnTo>
                      <a:pt x="290" y="7670"/>
                    </a:lnTo>
                    <a:lnTo>
                      <a:pt x="29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3"/>
              <p:cNvSpPr/>
              <p:nvPr/>
            </p:nvSpPr>
            <p:spPr>
              <a:xfrm>
                <a:off x="5135200" y="2935625"/>
                <a:ext cx="15950" cy="163550"/>
              </a:xfrm>
              <a:custGeom>
                <a:rect b="b" l="l" r="r" t="t"/>
                <a:pathLst>
                  <a:path extrusionOk="0" h="6542" w="638">
                    <a:moveTo>
                      <a:pt x="0" y="0"/>
                    </a:moveTo>
                    <a:lnTo>
                      <a:pt x="0" y="6541"/>
                    </a:lnTo>
                    <a:lnTo>
                      <a:pt x="637" y="5905"/>
                    </a:lnTo>
                    <a:lnTo>
                      <a:pt x="637" y="0"/>
                    </a:lnTo>
                    <a:lnTo>
                      <a:pt x="348" y="0"/>
                    </a:lnTo>
                    <a:lnTo>
                      <a:pt x="348" y="5789"/>
                    </a:lnTo>
                    <a:lnTo>
                      <a:pt x="290" y="5847"/>
                    </a:lnTo>
                    <a:lnTo>
                      <a:pt x="29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3"/>
              <p:cNvSpPr/>
              <p:nvPr/>
            </p:nvSpPr>
            <p:spPr>
              <a:xfrm>
                <a:off x="5092500" y="2935625"/>
                <a:ext cx="17400" cy="193925"/>
              </a:xfrm>
              <a:custGeom>
                <a:rect b="b" l="l" r="r" t="t"/>
                <a:pathLst>
                  <a:path extrusionOk="0" h="7757" w="696">
                    <a:moveTo>
                      <a:pt x="1" y="0"/>
                    </a:moveTo>
                    <a:lnTo>
                      <a:pt x="1" y="7757"/>
                    </a:lnTo>
                    <a:lnTo>
                      <a:pt x="695" y="7062"/>
                    </a:lnTo>
                    <a:lnTo>
                      <a:pt x="695" y="0"/>
                    </a:lnTo>
                    <a:lnTo>
                      <a:pt x="406" y="0"/>
                    </a:lnTo>
                    <a:lnTo>
                      <a:pt x="406" y="6947"/>
                    </a:lnTo>
                    <a:lnTo>
                      <a:pt x="290" y="7062"/>
                    </a:lnTo>
                    <a:lnTo>
                      <a:pt x="29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3"/>
              <p:cNvSpPr/>
              <p:nvPr/>
            </p:nvSpPr>
            <p:spPr>
              <a:xfrm>
                <a:off x="5113500" y="2935625"/>
                <a:ext cx="17375" cy="178750"/>
              </a:xfrm>
              <a:custGeom>
                <a:rect b="b" l="l" r="r" t="t"/>
                <a:pathLst>
                  <a:path extrusionOk="0" h="7150" w="695">
                    <a:moveTo>
                      <a:pt x="0" y="0"/>
                    </a:moveTo>
                    <a:lnTo>
                      <a:pt x="0" y="7149"/>
                    </a:lnTo>
                    <a:lnTo>
                      <a:pt x="695" y="6454"/>
                    </a:lnTo>
                    <a:lnTo>
                      <a:pt x="695" y="0"/>
                    </a:lnTo>
                    <a:lnTo>
                      <a:pt x="405" y="0"/>
                    </a:lnTo>
                    <a:lnTo>
                      <a:pt x="405" y="6310"/>
                    </a:lnTo>
                    <a:lnTo>
                      <a:pt x="289" y="6454"/>
                    </a:lnTo>
                    <a:lnTo>
                      <a:pt x="289"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3"/>
              <p:cNvSpPr/>
              <p:nvPr/>
            </p:nvSpPr>
            <p:spPr>
              <a:xfrm>
                <a:off x="4902200" y="4188825"/>
                <a:ext cx="314775" cy="399450"/>
              </a:xfrm>
              <a:custGeom>
                <a:rect b="b" l="l" r="r" t="t"/>
                <a:pathLst>
                  <a:path extrusionOk="0" h="15978" w="12591">
                    <a:moveTo>
                      <a:pt x="6310" y="1"/>
                    </a:moveTo>
                    <a:lnTo>
                      <a:pt x="435" y="5876"/>
                    </a:lnTo>
                    <a:lnTo>
                      <a:pt x="12157" y="5876"/>
                    </a:lnTo>
                    <a:lnTo>
                      <a:pt x="6310" y="1"/>
                    </a:lnTo>
                    <a:close/>
                    <a:moveTo>
                      <a:pt x="1" y="5876"/>
                    </a:moveTo>
                    <a:lnTo>
                      <a:pt x="6310" y="15977"/>
                    </a:lnTo>
                    <a:lnTo>
                      <a:pt x="12591" y="5876"/>
                    </a:lnTo>
                    <a:lnTo>
                      <a:pt x="12157" y="5876"/>
                    </a:lnTo>
                    <a:lnTo>
                      <a:pt x="12215" y="5934"/>
                    </a:lnTo>
                    <a:lnTo>
                      <a:pt x="6310" y="15427"/>
                    </a:lnTo>
                    <a:lnTo>
                      <a:pt x="377" y="5934"/>
                    </a:lnTo>
                    <a:lnTo>
                      <a:pt x="435" y="5876"/>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3"/>
              <p:cNvSpPr/>
              <p:nvPr/>
            </p:nvSpPr>
            <p:spPr>
              <a:xfrm>
                <a:off x="4900750" y="4187375"/>
                <a:ext cx="317675" cy="403050"/>
              </a:xfrm>
              <a:custGeom>
                <a:rect b="b" l="l" r="r" t="t"/>
                <a:pathLst>
                  <a:path extrusionOk="0" h="16122" w="12707">
                    <a:moveTo>
                      <a:pt x="6368" y="117"/>
                    </a:moveTo>
                    <a:lnTo>
                      <a:pt x="12128" y="5905"/>
                    </a:lnTo>
                    <a:lnTo>
                      <a:pt x="580" y="5905"/>
                    </a:lnTo>
                    <a:lnTo>
                      <a:pt x="6368" y="117"/>
                    </a:lnTo>
                    <a:close/>
                    <a:moveTo>
                      <a:pt x="12215" y="5992"/>
                    </a:moveTo>
                    <a:lnTo>
                      <a:pt x="6368" y="15398"/>
                    </a:lnTo>
                    <a:lnTo>
                      <a:pt x="493" y="5992"/>
                    </a:lnTo>
                    <a:close/>
                    <a:moveTo>
                      <a:pt x="12562" y="5992"/>
                    </a:moveTo>
                    <a:lnTo>
                      <a:pt x="6368" y="15948"/>
                    </a:lnTo>
                    <a:lnTo>
                      <a:pt x="146" y="5992"/>
                    </a:lnTo>
                    <a:lnTo>
                      <a:pt x="377" y="5992"/>
                    </a:lnTo>
                    <a:lnTo>
                      <a:pt x="6310" y="15514"/>
                    </a:lnTo>
                    <a:lnTo>
                      <a:pt x="6368" y="15572"/>
                    </a:lnTo>
                    <a:lnTo>
                      <a:pt x="12302" y="5992"/>
                    </a:lnTo>
                    <a:close/>
                    <a:moveTo>
                      <a:pt x="6368" y="1"/>
                    </a:moveTo>
                    <a:lnTo>
                      <a:pt x="464" y="5905"/>
                    </a:lnTo>
                    <a:lnTo>
                      <a:pt x="1" y="5905"/>
                    </a:lnTo>
                    <a:lnTo>
                      <a:pt x="6310" y="16064"/>
                    </a:lnTo>
                    <a:lnTo>
                      <a:pt x="6368" y="16122"/>
                    </a:lnTo>
                    <a:lnTo>
                      <a:pt x="12707" y="5905"/>
                    </a:lnTo>
                    <a:lnTo>
                      <a:pt x="12244" y="5905"/>
                    </a:lnTo>
                    <a:lnTo>
                      <a:pt x="6397" y="30"/>
                    </a:lnTo>
                    <a:lnTo>
                      <a:pt x="6368"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3"/>
              <p:cNvSpPr/>
              <p:nvPr/>
            </p:nvSpPr>
            <p:spPr>
              <a:xfrm>
                <a:off x="4988300" y="3675825"/>
                <a:ext cx="139675" cy="138950"/>
              </a:xfrm>
              <a:custGeom>
                <a:rect b="b" l="l" r="r" t="t"/>
                <a:pathLst>
                  <a:path extrusionOk="0" h="5558" w="5587">
                    <a:moveTo>
                      <a:pt x="2779" y="406"/>
                    </a:moveTo>
                    <a:lnTo>
                      <a:pt x="5182" y="2779"/>
                    </a:lnTo>
                    <a:lnTo>
                      <a:pt x="2779" y="5152"/>
                    </a:lnTo>
                    <a:lnTo>
                      <a:pt x="406" y="2779"/>
                    </a:lnTo>
                    <a:lnTo>
                      <a:pt x="2779" y="406"/>
                    </a:lnTo>
                    <a:close/>
                    <a:moveTo>
                      <a:pt x="2779" y="1"/>
                    </a:moveTo>
                    <a:lnTo>
                      <a:pt x="1" y="2779"/>
                    </a:lnTo>
                    <a:lnTo>
                      <a:pt x="2779" y="5557"/>
                    </a:lnTo>
                    <a:lnTo>
                      <a:pt x="5587" y="2779"/>
                    </a:lnTo>
                    <a:lnTo>
                      <a:pt x="2779"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3"/>
              <p:cNvSpPr/>
              <p:nvPr/>
            </p:nvSpPr>
            <p:spPr>
              <a:xfrm>
                <a:off x="4986875" y="3674375"/>
                <a:ext cx="142550" cy="142575"/>
              </a:xfrm>
              <a:custGeom>
                <a:rect b="b" l="l" r="r" t="t"/>
                <a:pathLst>
                  <a:path extrusionOk="0" h="5703" w="5702">
                    <a:moveTo>
                      <a:pt x="2836" y="522"/>
                    </a:moveTo>
                    <a:lnTo>
                      <a:pt x="5152" y="2837"/>
                    </a:lnTo>
                    <a:lnTo>
                      <a:pt x="2836" y="5152"/>
                    </a:lnTo>
                    <a:lnTo>
                      <a:pt x="550" y="2837"/>
                    </a:lnTo>
                    <a:lnTo>
                      <a:pt x="2836" y="522"/>
                    </a:lnTo>
                    <a:close/>
                    <a:moveTo>
                      <a:pt x="2836" y="406"/>
                    </a:moveTo>
                    <a:lnTo>
                      <a:pt x="434" y="2808"/>
                    </a:lnTo>
                    <a:lnTo>
                      <a:pt x="405" y="2837"/>
                    </a:lnTo>
                    <a:lnTo>
                      <a:pt x="2836" y="5268"/>
                    </a:lnTo>
                    <a:lnTo>
                      <a:pt x="5268" y="2866"/>
                    </a:lnTo>
                    <a:lnTo>
                      <a:pt x="5297" y="2837"/>
                    </a:lnTo>
                    <a:lnTo>
                      <a:pt x="2836" y="406"/>
                    </a:lnTo>
                    <a:close/>
                    <a:moveTo>
                      <a:pt x="2836" y="116"/>
                    </a:moveTo>
                    <a:lnTo>
                      <a:pt x="5586" y="2837"/>
                    </a:lnTo>
                    <a:lnTo>
                      <a:pt x="2836" y="5558"/>
                    </a:lnTo>
                    <a:lnTo>
                      <a:pt x="116" y="2837"/>
                    </a:lnTo>
                    <a:lnTo>
                      <a:pt x="2836" y="116"/>
                    </a:lnTo>
                    <a:close/>
                    <a:moveTo>
                      <a:pt x="2836" y="1"/>
                    </a:moveTo>
                    <a:lnTo>
                      <a:pt x="29" y="2808"/>
                    </a:lnTo>
                    <a:lnTo>
                      <a:pt x="0" y="2837"/>
                    </a:lnTo>
                    <a:lnTo>
                      <a:pt x="2808" y="5644"/>
                    </a:lnTo>
                    <a:lnTo>
                      <a:pt x="2836" y="5702"/>
                    </a:lnTo>
                    <a:lnTo>
                      <a:pt x="5673" y="2866"/>
                    </a:lnTo>
                    <a:lnTo>
                      <a:pt x="5702" y="2837"/>
                    </a:lnTo>
                    <a:lnTo>
                      <a:pt x="2894" y="30"/>
                    </a:lnTo>
                    <a:lnTo>
                      <a:pt x="2836"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3"/>
              <p:cNvSpPr/>
              <p:nvPr/>
            </p:nvSpPr>
            <p:spPr>
              <a:xfrm>
                <a:off x="5059950" y="4195350"/>
                <a:ext cx="25" cy="25"/>
              </a:xfrm>
              <a:custGeom>
                <a:rect b="b" l="l" r="r" t="t"/>
                <a:pathLst>
                  <a:path extrusionOk="0" fill="none" h="1" w="1">
                    <a:moveTo>
                      <a:pt x="0" y="0"/>
                    </a:moveTo>
                    <a:close/>
                  </a:path>
                </a:pathLst>
              </a:custGeom>
              <a:noFill/>
              <a:ln cap="flat" cmpd="sng" w="9400">
                <a:solidFill>
                  <a:srgbClr val="3F3F3F"/>
                </a:solidFill>
                <a:prstDash val="solid"/>
                <a:miter lim="289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3"/>
              <p:cNvSpPr/>
              <p:nvPr/>
            </p:nvSpPr>
            <p:spPr>
              <a:xfrm>
                <a:off x="4882675" y="3568750"/>
                <a:ext cx="353850" cy="353100"/>
              </a:xfrm>
              <a:custGeom>
                <a:rect b="b" l="l" r="r" t="t"/>
                <a:pathLst>
                  <a:path extrusionOk="0" h="14124" w="14154">
                    <a:moveTo>
                      <a:pt x="7091" y="0"/>
                    </a:moveTo>
                    <a:cubicBezTo>
                      <a:pt x="3184" y="0"/>
                      <a:pt x="0" y="3155"/>
                      <a:pt x="0" y="7062"/>
                    </a:cubicBezTo>
                    <a:cubicBezTo>
                      <a:pt x="0" y="10969"/>
                      <a:pt x="3184" y="14124"/>
                      <a:pt x="7091" y="14124"/>
                    </a:cubicBezTo>
                    <a:cubicBezTo>
                      <a:pt x="8307" y="14124"/>
                      <a:pt x="9436" y="13806"/>
                      <a:pt x="10449" y="13256"/>
                    </a:cubicBezTo>
                    <a:cubicBezTo>
                      <a:pt x="10391" y="13169"/>
                      <a:pt x="10362" y="13053"/>
                      <a:pt x="10304" y="12937"/>
                    </a:cubicBezTo>
                    <a:cubicBezTo>
                      <a:pt x="9349" y="13487"/>
                      <a:pt x="8249" y="13777"/>
                      <a:pt x="7091" y="13777"/>
                    </a:cubicBezTo>
                    <a:cubicBezTo>
                      <a:pt x="3387" y="13777"/>
                      <a:pt x="348" y="10767"/>
                      <a:pt x="348" y="7062"/>
                    </a:cubicBezTo>
                    <a:cubicBezTo>
                      <a:pt x="348" y="3357"/>
                      <a:pt x="3387" y="347"/>
                      <a:pt x="7091" y="347"/>
                    </a:cubicBezTo>
                    <a:cubicBezTo>
                      <a:pt x="10767" y="347"/>
                      <a:pt x="13777" y="3328"/>
                      <a:pt x="13806" y="7004"/>
                    </a:cubicBezTo>
                    <a:lnTo>
                      <a:pt x="14153" y="7004"/>
                    </a:lnTo>
                    <a:cubicBezTo>
                      <a:pt x="14124" y="3155"/>
                      <a:pt x="10970" y="0"/>
                      <a:pt x="70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3"/>
              <p:cNvSpPr/>
              <p:nvPr/>
            </p:nvSpPr>
            <p:spPr>
              <a:xfrm>
                <a:off x="4882675" y="3597675"/>
                <a:ext cx="88300" cy="143300"/>
              </a:xfrm>
              <a:custGeom>
                <a:rect b="b" l="l" r="r" t="t"/>
                <a:pathLst>
                  <a:path extrusionOk="0" h="5732" w="3532">
                    <a:moveTo>
                      <a:pt x="3184" y="1"/>
                    </a:moveTo>
                    <a:cubicBezTo>
                      <a:pt x="3068" y="2287"/>
                      <a:pt x="1824" y="4255"/>
                      <a:pt x="0" y="5413"/>
                    </a:cubicBezTo>
                    <a:cubicBezTo>
                      <a:pt x="58" y="5529"/>
                      <a:pt x="87" y="5616"/>
                      <a:pt x="145" y="5731"/>
                    </a:cubicBezTo>
                    <a:cubicBezTo>
                      <a:pt x="2084" y="4545"/>
                      <a:pt x="3416" y="2432"/>
                      <a:pt x="3531" y="1"/>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3"/>
              <p:cNvSpPr/>
              <p:nvPr/>
            </p:nvSpPr>
            <p:spPr>
              <a:xfrm>
                <a:off x="5203200" y="3740950"/>
                <a:ext cx="55750" cy="27525"/>
              </a:xfrm>
              <a:custGeom>
                <a:rect b="b" l="l" r="r" t="t"/>
                <a:pathLst>
                  <a:path extrusionOk="0" h="1101" w="2230">
                    <a:moveTo>
                      <a:pt x="1" y="0"/>
                    </a:moveTo>
                    <a:lnTo>
                      <a:pt x="1101" y="1100"/>
                    </a:lnTo>
                    <a:lnTo>
                      <a:pt x="22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3"/>
              <p:cNvSpPr/>
              <p:nvPr/>
            </p:nvSpPr>
            <p:spPr>
              <a:xfrm>
                <a:off x="5130850" y="3875525"/>
                <a:ext cx="37650" cy="38375"/>
              </a:xfrm>
              <a:custGeom>
                <a:rect b="b" l="l" r="r" t="t"/>
                <a:pathLst>
                  <a:path extrusionOk="0" h="1535" w="1506">
                    <a:moveTo>
                      <a:pt x="753" y="1"/>
                    </a:moveTo>
                    <a:cubicBezTo>
                      <a:pt x="348" y="1"/>
                      <a:pt x="1" y="348"/>
                      <a:pt x="1" y="782"/>
                    </a:cubicBezTo>
                    <a:cubicBezTo>
                      <a:pt x="1" y="1187"/>
                      <a:pt x="348" y="1535"/>
                      <a:pt x="753" y="1535"/>
                    </a:cubicBezTo>
                    <a:cubicBezTo>
                      <a:pt x="1187" y="1535"/>
                      <a:pt x="1506" y="1187"/>
                      <a:pt x="1506" y="782"/>
                    </a:cubicBezTo>
                    <a:cubicBezTo>
                      <a:pt x="1506" y="348"/>
                      <a:pt x="1187" y="1"/>
                      <a:pt x="75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3"/>
              <p:cNvSpPr/>
              <p:nvPr/>
            </p:nvSpPr>
            <p:spPr>
              <a:xfrm>
                <a:off x="4990475" y="3995650"/>
                <a:ext cx="138225" cy="137500"/>
              </a:xfrm>
              <a:custGeom>
                <a:rect b="b" l="l" r="r" t="t"/>
                <a:pathLst>
                  <a:path extrusionOk="0" h="5500" w="5529">
                    <a:moveTo>
                      <a:pt x="2808" y="347"/>
                    </a:moveTo>
                    <a:cubicBezTo>
                      <a:pt x="4140" y="376"/>
                      <a:pt x="5182" y="1476"/>
                      <a:pt x="5153" y="2808"/>
                    </a:cubicBezTo>
                    <a:cubicBezTo>
                      <a:pt x="5124" y="4081"/>
                      <a:pt x="4053" y="5123"/>
                      <a:pt x="2779" y="5123"/>
                    </a:cubicBezTo>
                    <a:lnTo>
                      <a:pt x="2721" y="5123"/>
                    </a:lnTo>
                    <a:cubicBezTo>
                      <a:pt x="1390" y="5123"/>
                      <a:pt x="348" y="4023"/>
                      <a:pt x="377" y="2692"/>
                    </a:cubicBezTo>
                    <a:cubicBezTo>
                      <a:pt x="406" y="1418"/>
                      <a:pt x="1477" y="347"/>
                      <a:pt x="2779" y="347"/>
                    </a:cubicBezTo>
                    <a:close/>
                    <a:moveTo>
                      <a:pt x="2779" y="0"/>
                    </a:moveTo>
                    <a:cubicBezTo>
                      <a:pt x="1274" y="0"/>
                      <a:pt x="59" y="1216"/>
                      <a:pt x="30" y="2692"/>
                    </a:cubicBezTo>
                    <a:cubicBezTo>
                      <a:pt x="1" y="4197"/>
                      <a:pt x="1216" y="5470"/>
                      <a:pt x="2721" y="5499"/>
                    </a:cubicBezTo>
                    <a:lnTo>
                      <a:pt x="2779" y="5499"/>
                    </a:lnTo>
                    <a:cubicBezTo>
                      <a:pt x="4255" y="5499"/>
                      <a:pt x="5471" y="4284"/>
                      <a:pt x="5500" y="2808"/>
                    </a:cubicBezTo>
                    <a:cubicBezTo>
                      <a:pt x="5529" y="1303"/>
                      <a:pt x="4342" y="29"/>
                      <a:pt x="2808" y="0"/>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3"/>
              <p:cNvSpPr/>
              <p:nvPr/>
            </p:nvSpPr>
            <p:spPr>
              <a:xfrm>
                <a:off x="4949975" y="3272075"/>
                <a:ext cx="218525" cy="219275"/>
              </a:xfrm>
              <a:custGeom>
                <a:rect b="b" l="l" r="r" t="t"/>
                <a:pathLst>
                  <a:path extrusionOk="0" h="8771" w="8741">
                    <a:moveTo>
                      <a:pt x="4370" y="348"/>
                    </a:moveTo>
                    <a:cubicBezTo>
                      <a:pt x="6599" y="348"/>
                      <a:pt x="8393" y="2171"/>
                      <a:pt x="8393" y="4371"/>
                    </a:cubicBezTo>
                    <a:cubicBezTo>
                      <a:pt x="8393" y="6599"/>
                      <a:pt x="6599" y="8423"/>
                      <a:pt x="4370" y="8423"/>
                    </a:cubicBezTo>
                    <a:cubicBezTo>
                      <a:pt x="2142" y="8423"/>
                      <a:pt x="347" y="6599"/>
                      <a:pt x="347" y="4371"/>
                    </a:cubicBezTo>
                    <a:cubicBezTo>
                      <a:pt x="347" y="2171"/>
                      <a:pt x="2142" y="348"/>
                      <a:pt x="4370" y="348"/>
                    </a:cubicBezTo>
                    <a:close/>
                    <a:moveTo>
                      <a:pt x="4370" y="1"/>
                    </a:moveTo>
                    <a:cubicBezTo>
                      <a:pt x="1968" y="1"/>
                      <a:pt x="0" y="1969"/>
                      <a:pt x="0" y="4371"/>
                    </a:cubicBezTo>
                    <a:cubicBezTo>
                      <a:pt x="0" y="6802"/>
                      <a:pt x="1968" y="8770"/>
                      <a:pt x="4370" y="8770"/>
                    </a:cubicBezTo>
                    <a:cubicBezTo>
                      <a:pt x="6802" y="8770"/>
                      <a:pt x="8741" y="6802"/>
                      <a:pt x="8741" y="4371"/>
                    </a:cubicBezTo>
                    <a:cubicBezTo>
                      <a:pt x="8741" y="1969"/>
                      <a:pt x="6802" y="1"/>
                      <a:pt x="4370" y="1"/>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3"/>
              <p:cNvSpPr/>
              <p:nvPr/>
            </p:nvSpPr>
            <p:spPr>
              <a:xfrm>
                <a:off x="5100475" y="3403050"/>
                <a:ext cx="85400" cy="84675"/>
              </a:xfrm>
              <a:custGeom>
                <a:rect b="b" l="l" r="r" t="t"/>
                <a:pathLst>
                  <a:path extrusionOk="0" h="3387" w="3416">
                    <a:moveTo>
                      <a:pt x="1708" y="347"/>
                    </a:moveTo>
                    <a:cubicBezTo>
                      <a:pt x="2460" y="347"/>
                      <a:pt x="3039" y="984"/>
                      <a:pt x="3039" y="1708"/>
                    </a:cubicBezTo>
                    <a:cubicBezTo>
                      <a:pt x="3010" y="2431"/>
                      <a:pt x="2431" y="3039"/>
                      <a:pt x="1708" y="3039"/>
                    </a:cubicBezTo>
                    <a:lnTo>
                      <a:pt x="1708" y="3213"/>
                    </a:lnTo>
                    <a:lnTo>
                      <a:pt x="1679" y="3039"/>
                    </a:lnTo>
                    <a:cubicBezTo>
                      <a:pt x="1302" y="3010"/>
                      <a:pt x="984" y="2865"/>
                      <a:pt x="724" y="2605"/>
                    </a:cubicBezTo>
                    <a:cubicBezTo>
                      <a:pt x="492" y="2373"/>
                      <a:pt x="347" y="2026"/>
                      <a:pt x="347" y="1650"/>
                    </a:cubicBezTo>
                    <a:cubicBezTo>
                      <a:pt x="376" y="926"/>
                      <a:pt x="955" y="347"/>
                      <a:pt x="1708" y="347"/>
                    </a:cubicBezTo>
                    <a:close/>
                    <a:moveTo>
                      <a:pt x="1708" y="0"/>
                    </a:moveTo>
                    <a:cubicBezTo>
                      <a:pt x="782" y="0"/>
                      <a:pt x="29" y="753"/>
                      <a:pt x="0" y="1650"/>
                    </a:cubicBezTo>
                    <a:cubicBezTo>
                      <a:pt x="0" y="2113"/>
                      <a:pt x="174" y="2547"/>
                      <a:pt x="463" y="2865"/>
                    </a:cubicBezTo>
                    <a:cubicBezTo>
                      <a:pt x="782" y="3184"/>
                      <a:pt x="1216" y="3358"/>
                      <a:pt x="1650" y="3386"/>
                    </a:cubicBezTo>
                    <a:lnTo>
                      <a:pt x="1708" y="3386"/>
                    </a:lnTo>
                    <a:cubicBezTo>
                      <a:pt x="2605" y="3386"/>
                      <a:pt x="3357" y="2634"/>
                      <a:pt x="3386" y="1708"/>
                    </a:cubicBezTo>
                    <a:cubicBezTo>
                      <a:pt x="3415" y="782"/>
                      <a:pt x="2663" y="29"/>
                      <a:pt x="1708" y="0"/>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3"/>
              <p:cNvSpPr/>
              <p:nvPr/>
            </p:nvSpPr>
            <p:spPr>
              <a:xfrm>
                <a:off x="4934050" y="3273525"/>
                <a:ext cx="85400" cy="83950"/>
              </a:xfrm>
              <a:custGeom>
                <a:rect b="b" l="l" r="r" t="t"/>
                <a:pathLst>
                  <a:path extrusionOk="0" h="3358" w="3416">
                    <a:moveTo>
                      <a:pt x="1708" y="348"/>
                    </a:moveTo>
                    <a:cubicBezTo>
                      <a:pt x="2460" y="348"/>
                      <a:pt x="3039" y="956"/>
                      <a:pt x="3039" y="1708"/>
                    </a:cubicBezTo>
                    <a:cubicBezTo>
                      <a:pt x="3010" y="2432"/>
                      <a:pt x="2431" y="3010"/>
                      <a:pt x="1708" y="3010"/>
                    </a:cubicBezTo>
                    <a:lnTo>
                      <a:pt x="1708" y="3184"/>
                    </a:lnTo>
                    <a:lnTo>
                      <a:pt x="1679" y="3010"/>
                    </a:lnTo>
                    <a:cubicBezTo>
                      <a:pt x="1303" y="3010"/>
                      <a:pt x="984" y="2866"/>
                      <a:pt x="724" y="2605"/>
                    </a:cubicBezTo>
                    <a:cubicBezTo>
                      <a:pt x="492" y="2345"/>
                      <a:pt x="348" y="1997"/>
                      <a:pt x="348" y="1650"/>
                    </a:cubicBezTo>
                    <a:cubicBezTo>
                      <a:pt x="377" y="927"/>
                      <a:pt x="955" y="348"/>
                      <a:pt x="1708" y="348"/>
                    </a:cubicBezTo>
                    <a:close/>
                    <a:moveTo>
                      <a:pt x="1708" y="0"/>
                    </a:moveTo>
                    <a:cubicBezTo>
                      <a:pt x="782" y="0"/>
                      <a:pt x="29" y="724"/>
                      <a:pt x="0" y="1650"/>
                    </a:cubicBezTo>
                    <a:cubicBezTo>
                      <a:pt x="0" y="2084"/>
                      <a:pt x="174" y="2518"/>
                      <a:pt x="463" y="2837"/>
                    </a:cubicBezTo>
                    <a:cubicBezTo>
                      <a:pt x="782" y="3184"/>
                      <a:pt x="1216" y="3358"/>
                      <a:pt x="1650" y="3358"/>
                    </a:cubicBezTo>
                    <a:lnTo>
                      <a:pt x="1708" y="3358"/>
                    </a:lnTo>
                    <a:cubicBezTo>
                      <a:pt x="2605" y="3358"/>
                      <a:pt x="3358" y="2634"/>
                      <a:pt x="3387" y="1708"/>
                    </a:cubicBezTo>
                    <a:cubicBezTo>
                      <a:pt x="3416" y="782"/>
                      <a:pt x="2663" y="0"/>
                      <a:pt x="1708" y="0"/>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3"/>
              <p:cNvSpPr/>
              <p:nvPr/>
            </p:nvSpPr>
            <p:spPr>
              <a:xfrm>
                <a:off x="4987600" y="4078850"/>
                <a:ext cx="37650" cy="37650"/>
              </a:xfrm>
              <a:custGeom>
                <a:rect b="b" l="l" r="r" t="t"/>
                <a:pathLst>
                  <a:path extrusionOk="0" h="1506" w="1506">
                    <a:moveTo>
                      <a:pt x="753" y="1"/>
                    </a:moveTo>
                    <a:cubicBezTo>
                      <a:pt x="347" y="1"/>
                      <a:pt x="0" y="348"/>
                      <a:pt x="0" y="753"/>
                    </a:cubicBezTo>
                    <a:cubicBezTo>
                      <a:pt x="0" y="1187"/>
                      <a:pt x="347" y="1506"/>
                      <a:pt x="753" y="1506"/>
                    </a:cubicBezTo>
                    <a:cubicBezTo>
                      <a:pt x="1187" y="1506"/>
                      <a:pt x="1505" y="1187"/>
                      <a:pt x="1505" y="753"/>
                    </a:cubicBezTo>
                    <a:cubicBezTo>
                      <a:pt x="1505" y="348"/>
                      <a:pt x="1187" y="1"/>
                      <a:pt x="753" y="1"/>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7" name="Google Shape;1837;p63"/>
          <p:cNvGrpSpPr/>
          <p:nvPr/>
        </p:nvGrpSpPr>
        <p:grpSpPr>
          <a:xfrm>
            <a:off x="6757545" y="3194155"/>
            <a:ext cx="822631" cy="1578760"/>
            <a:chOff x="814800" y="940750"/>
            <a:chExt cx="975375" cy="1871900"/>
          </a:xfrm>
        </p:grpSpPr>
        <p:sp>
          <p:nvSpPr>
            <p:cNvPr id="1838" name="Google Shape;1838;p63"/>
            <p:cNvSpPr/>
            <p:nvPr/>
          </p:nvSpPr>
          <p:spPr>
            <a:xfrm>
              <a:off x="1286550" y="1319175"/>
              <a:ext cx="8725" cy="1110700"/>
            </a:xfrm>
            <a:custGeom>
              <a:rect b="b" l="l" r="r" t="t"/>
              <a:pathLst>
                <a:path extrusionOk="0" h="44428" w="349">
                  <a:moveTo>
                    <a:pt x="1" y="1"/>
                  </a:moveTo>
                  <a:lnTo>
                    <a:pt x="1" y="44427"/>
                  </a:lnTo>
                  <a:lnTo>
                    <a:pt x="348" y="44427"/>
                  </a:lnTo>
                  <a:lnTo>
                    <a:pt x="348"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3"/>
            <p:cNvSpPr/>
            <p:nvPr/>
          </p:nvSpPr>
          <p:spPr>
            <a:xfrm>
              <a:off x="1290175" y="1209925"/>
              <a:ext cx="147625" cy="288725"/>
            </a:xfrm>
            <a:custGeom>
              <a:rect b="b" l="l" r="r" t="t"/>
              <a:pathLst>
                <a:path extrusionOk="0" h="11549" w="5905">
                  <a:moveTo>
                    <a:pt x="348" y="550"/>
                  </a:moveTo>
                  <a:lnTo>
                    <a:pt x="5529" y="5789"/>
                  </a:lnTo>
                  <a:lnTo>
                    <a:pt x="348" y="10999"/>
                  </a:lnTo>
                  <a:lnTo>
                    <a:pt x="348" y="550"/>
                  </a:lnTo>
                  <a:close/>
                  <a:moveTo>
                    <a:pt x="290" y="0"/>
                  </a:moveTo>
                  <a:lnTo>
                    <a:pt x="0" y="116"/>
                  </a:lnTo>
                  <a:lnTo>
                    <a:pt x="0" y="11404"/>
                  </a:lnTo>
                  <a:lnTo>
                    <a:pt x="290" y="11548"/>
                  </a:lnTo>
                  <a:lnTo>
                    <a:pt x="5905" y="5905"/>
                  </a:lnTo>
                  <a:lnTo>
                    <a:pt x="5905" y="5673"/>
                  </a:lnTo>
                  <a:lnTo>
                    <a:pt x="29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3"/>
            <p:cNvSpPr/>
            <p:nvPr/>
          </p:nvSpPr>
          <p:spPr>
            <a:xfrm>
              <a:off x="1275700" y="1209925"/>
              <a:ext cx="18125" cy="290175"/>
            </a:xfrm>
            <a:custGeom>
              <a:rect b="b" l="l" r="r" t="t"/>
              <a:pathLst>
                <a:path extrusionOk="0" h="11607" w="725">
                  <a:moveTo>
                    <a:pt x="377" y="521"/>
                  </a:moveTo>
                  <a:lnTo>
                    <a:pt x="377" y="11056"/>
                  </a:lnTo>
                  <a:lnTo>
                    <a:pt x="348" y="11027"/>
                  </a:lnTo>
                  <a:lnTo>
                    <a:pt x="348" y="550"/>
                  </a:lnTo>
                  <a:lnTo>
                    <a:pt x="377" y="521"/>
                  </a:lnTo>
                  <a:close/>
                  <a:moveTo>
                    <a:pt x="435" y="0"/>
                  </a:moveTo>
                  <a:lnTo>
                    <a:pt x="59" y="348"/>
                  </a:lnTo>
                  <a:lnTo>
                    <a:pt x="1" y="492"/>
                  </a:lnTo>
                  <a:lnTo>
                    <a:pt x="1" y="11085"/>
                  </a:lnTo>
                  <a:lnTo>
                    <a:pt x="59" y="11230"/>
                  </a:lnTo>
                  <a:lnTo>
                    <a:pt x="435" y="11606"/>
                  </a:lnTo>
                  <a:lnTo>
                    <a:pt x="724" y="11491"/>
                  </a:lnTo>
                  <a:lnTo>
                    <a:pt x="724" y="116"/>
                  </a:lnTo>
                  <a:lnTo>
                    <a:pt x="4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3"/>
            <p:cNvSpPr/>
            <p:nvPr/>
          </p:nvSpPr>
          <p:spPr>
            <a:xfrm>
              <a:off x="1234450" y="1244650"/>
              <a:ext cx="16675" cy="220000"/>
            </a:xfrm>
            <a:custGeom>
              <a:rect b="b" l="l" r="r" t="t"/>
              <a:pathLst>
                <a:path extrusionOk="0" h="8800" w="667">
                  <a:moveTo>
                    <a:pt x="667" y="1"/>
                  </a:moveTo>
                  <a:lnTo>
                    <a:pt x="1" y="666"/>
                  </a:lnTo>
                  <a:lnTo>
                    <a:pt x="1" y="8133"/>
                  </a:lnTo>
                  <a:lnTo>
                    <a:pt x="667" y="8799"/>
                  </a:lnTo>
                  <a:lnTo>
                    <a:pt x="6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3"/>
            <p:cNvSpPr/>
            <p:nvPr/>
          </p:nvSpPr>
          <p:spPr>
            <a:xfrm>
              <a:off x="1261225" y="1215700"/>
              <a:ext cx="18125" cy="277150"/>
            </a:xfrm>
            <a:custGeom>
              <a:rect b="b" l="l" r="r" t="t"/>
              <a:pathLst>
                <a:path extrusionOk="0" h="11086" w="725">
                  <a:moveTo>
                    <a:pt x="377" y="869"/>
                  </a:moveTo>
                  <a:lnTo>
                    <a:pt x="377" y="10247"/>
                  </a:lnTo>
                  <a:lnTo>
                    <a:pt x="348" y="10218"/>
                  </a:lnTo>
                  <a:lnTo>
                    <a:pt x="348" y="898"/>
                  </a:lnTo>
                  <a:lnTo>
                    <a:pt x="377" y="869"/>
                  </a:lnTo>
                  <a:close/>
                  <a:moveTo>
                    <a:pt x="724" y="1"/>
                  </a:moveTo>
                  <a:lnTo>
                    <a:pt x="1" y="753"/>
                  </a:lnTo>
                  <a:lnTo>
                    <a:pt x="1" y="10362"/>
                  </a:lnTo>
                  <a:lnTo>
                    <a:pt x="724" y="11086"/>
                  </a:lnTo>
                  <a:lnTo>
                    <a:pt x="7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3"/>
            <p:cNvSpPr/>
            <p:nvPr/>
          </p:nvSpPr>
          <p:spPr>
            <a:xfrm>
              <a:off x="1141125" y="1257675"/>
              <a:ext cx="96975" cy="193950"/>
            </a:xfrm>
            <a:custGeom>
              <a:rect b="b" l="l" r="r" t="t"/>
              <a:pathLst>
                <a:path extrusionOk="0" h="7758" w="3879">
                  <a:moveTo>
                    <a:pt x="3531" y="840"/>
                  </a:moveTo>
                  <a:lnTo>
                    <a:pt x="3531" y="6918"/>
                  </a:lnTo>
                  <a:lnTo>
                    <a:pt x="492" y="3879"/>
                  </a:lnTo>
                  <a:lnTo>
                    <a:pt x="3531" y="840"/>
                  </a:lnTo>
                  <a:close/>
                  <a:moveTo>
                    <a:pt x="3879" y="1"/>
                  </a:moveTo>
                  <a:lnTo>
                    <a:pt x="0" y="3879"/>
                  </a:lnTo>
                  <a:lnTo>
                    <a:pt x="3879" y="7757"/>
                  </a:lnTo>
                  <a:lnTo>
                    <a:pt x="38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3"/>
            <p:cNvSpPr/>
            <p:nvPr/>
          </p:nvSpPr>
          <p:spPr>
            <a:xfrm>
              <a:off x="1246750" y="1230175"/>
              <a:ext cx="18850" cy="248925"/>
            </a:xfrm>
            <a:custGeom>
              <a:rect b="b" l="l" r="r" t="t"/>
              <a:pathLst>
                <a:path extrusionOk="0" h="9957" w="754">
                  <a:moveTo>
                    <a:pt x="377" y="869"/>
                  </a:moveTo>
                  <a:lnTo>
                    <a:pt x="377" y="9089"/>
                  </a:lnTo>
                  <a:lnTo>
                    <a:pt x="348" y="9060"/>
                  </a:lnTo>
                  <a:lnTo>
                    <a:pt x="348" y="898"/>
                  </a:lnTo>
                  <a:lnTo>
                    <a:pt x="377" y="869"/>
                  </a:lnTo>
                  <a:close/>
                  <a:moveTo>
                    <a:pt x="753" y="1"/>
                  </a:moveTo>
                  <a:lnTo>
                    <a:pt x="1" y="753"/>
                  </a:lnTo>
                  <a:lnTo>
                    <a:pt x="1" y="9204"/>
                  </a:lnTo>
                  <a:lnTo>
                    <a:pt x="753" y="9957"/>
                  </a:lnTo>
                  <a:lnTo>
                    <a:pt x="7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3"/>
            <p:cNvSpPr/>
            <p:nvPr/>
          </p:nvSpPr>
          <p:spPr>
            <a:xfrm>
              <a:off x="1141850" y="2423325"/>
              <a:ext cx="298850" cy="389325"/>
            </a:xfrm>
            <a:custGeom>
              <a:rect b="b" l="l" r="r" t="t"/>
              <a:pathLst>
                <a:path extrusionOk="0" h="15573" w="11954">
                  <a:moveTo>
                    <a:pt x="5962" y="493"/>
                  </a:moveTo>
                  <a:lnTo>
                    <a:pt x="11490" y="6050"/>
                  </a:lnTo>
                  <a:lnTo>
                    <a:pt x="5962" y="14935"/>
                  </a:lnTo>
                  <a:lnTo>
                    <a:pt x="434" y="6050"/>
                  </a:lnTo>
                  <a:lnTo>
                    <a:pt x="5962" y="493"/>
                  </a:lnTo>
                  <a:close/>
                  <a:moveTo>
                    <a:pt x="5962" y="1"/>
                  </a:moveTo>
                  <a:lnTo>
                    <a:pt x="0" y="5992"/>
                  </a:lnTo>
                  <a:lnTo>
                    <a:pt x="5962" y="15572"/>
                  </a:lnTo>
                  <a:lnTo>
                    <a:pt x="11954" y="5992"/>
                  </a:lnTo>
                  <a:lnTo>
                    <a:pt x="5962"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3"/>
            <p:cNvSpPr/>
            <p:nvPr/>
          </p:nvSpPr>
          <p:spPr>
            <a:xfrm>
              <a:off x="1222875" y="1938550"/>
              <a:ext cx="133900" cy="133875"/>
            </a:xfrm>
            <a:custGeom>
              <a:rect b="b" l="l" r="r" t="t"/>
              <a:pathLst>
                <a:path extrusionOk="0" h="5355" w="5356">
                  <a:moveTo>
                    <a:pt x="2664" y="493"/>
                  </a:moveTo>
                  <a:lnTo>
                    <a:pt x="4863" y="2692"/>
                  </a:lnTo>
                  <a:lnTo>
                    <a:pt x="2664" y="4863"/>
                  </a:lnTo>
                  <a:lnTo>
                    <a:pt x="493" y="2692"/>
                  </a:lnTo>
                  <a:lnTo>
                    <a:pt x="2664" y="493"/>
                  </a:lnTo>
                  <a:close/>
                  <a:moveTo>
                    <a:pt x="2664" y="0"/>
                  </a:moveTo>
                  <a:lnTo>
                    <a:pt x="1" y="2692"/>
                  </a:lnTo>
                  <a:lnTo>
                    <a:pt x="2664" y="5355"/>
                  </a:lnTo>
                  <a:lnTo>
                    <a:pt x="5355" y="2692"/>
                  </a:lnTo>
                  <a:lnTo>
                    <a:pt x="2664"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3"/>
            <p:cNvSpPr/>
            <p:nvPr/>
          </p:nvSpPr>
          <p:spPr>
            <a:xfrm>
              <a:off x="1146900" y="2569500"/>
              <a:ext cx="288025" cy="8700"/>
            </a:xfrm>
            <a:custGeom>
              <a:rect b="b" l="l" r="r" t="t"/>
              <a:pathLst>
                <a:path extrusionOk="0" h="348" w="11521">
                  <a:moveTo>
                    <a:pt x="1" y="0"/>
                  </a:moveTo>
                  <a:lnTo>
                    <a:pt x="1" y="348"/>
                  </a:lnTo>
                  <a:lnTo>
                    <a:pt x="11520" y="348"/>
                  </a:lnTo>
                  <a:lnTo>
                    <a:pt x="1152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3"/>
            <p:cNvSpPr/>
            <p:nvPr/>
          </p:nvSpPr>
          <p:spPr>
            <a:xfrm>
              <a:off x="1230125" y="2428400"/>
              <a:ext cx="65150" cy="146900"/>
            </a:xfrm>
            <a:custGeom>
              <a:rect b="b" l="l" r="r" t="t"/>
              <a:pathLst>
                <a:path extrusionOk="0" h="5876" w="2606">
                  <a:moveTo>
                    <a:pt x="2258" y="1"/>
                  </a:moveTo>
                  <a:lnTo>
                    <a:pt x="0" y="5731"/>
                  </a:lnTo>
                  <a:lnTo>
                    <a:pt x="319" y="5876"/>
                  </a:lnTo>
                  <a:lnTo>
                    <a:pt x="2605" y="116"/>
                  </a:lnTo>
                  <a:lnTo>
                    <a:pt x="2258"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3"/>
            <p:cNvSpPr/>
            <p:nvPr/>
          </p:nvSpPr>
          <p:spPr>
            <a:xfrm>
              <a:off x="1290900" y="1944350"/>
              <a:ext cx="60800" cy="122300"/>
            </a:xfrm>
            <a:custGeom>
              <a:rect b="b" l="l" r="r" t="t"/>
              <a:pathLst>
                <a:path extrusionOk="0" h="4892" w="2432">
                  <a:moveTo>
                    <a:pt x="0" y="0"/>
                  </a:moveTo>
                  <a:lnTo>
                    <a:pt x="0" y="4891"/>
                  </a:lnTo>
                  <a:lnTo>
                    <a:pt x="2432" y="2460"/>
                  </a:lnTo>
                  <a:lnTo>
                    <a:pt x="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3"/>
            <p:cNvSpPr/>
            <p:nvPr/>
          </p:nvSpPr>
          <p:spPr>
            <a:xfrm>
              <a:off x="1231575" y="2426950"/>
              <a:ext cx="124475" cy="149075"/>
            </a:xfrm>
            <a:custGeom>
              <a:rect b="b" l="l" r="r" t="t"/>
              <a:pathLst>
                <a:path extrusionOk="0" h="5963" w="4979">
                  <a:moveTo>
                    <a:pt x="2373" y="1"/>
                  </a:moveTo>
                  <a:lnTo>
                    <a:pt x="0" y="5963"/>
                  </a:lnTo>
                  <a:lnTo>
                    <a:pt x="4978" y="5963"/>
                  </a:lnTo>
                  <a:lnTo>
                    <a:pt x="2373"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3"/>
            <p:cNvSpPr/>
            <p:nvPr/>
          </p:nvSpPr>
          <p:spPr>
            <a:xfrm>
              <a:off x="960225" y="1057975"/>
              <a:ext cx="8700" cy="1110700"/>
            </a:xfrm>
            <a:custGeom>
              <a:rect b="b" l="l" r="r" t="t"/>
              <a:pathLst>
                <a:path extrusionOk="0" h="44428" w="348">
                  <a:moveTo>
                    <a:pt x="1" y="0"/>
                  </a:moveTo>
                  <a:lnTo>
                    <a:pt x="1" y="44427"/>
                  </a:lnTo>
                  <a:lnTo>
                    <a:pt x="348" y="44427"/>
                  </a:lnTo>
                  <a:lnTo>
                    <a:pt x="348"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3"/>
            <p:cNvSpPr/>
            <p:nvPr/>
          </p:nvSpPr>
          <p:spPr>
            <a:xfrm>
              <a:off x="963125" y="942200"/>
              <a:ext cx="151250" cy="302475"/>
            </a:xfrm>
            <a:custGeom>
              <a:rect b="b" l="l" r="r" t="t"/>
              <a:pathLst>
                <a:path extrusionOk="0" h="12099" w="6050">
                  <a:moveTo>
                    <a:pt x="377" y="840"/>
                  </a:moveTo>
                  <a:lnTo>
                    <a:pt x="5557" y="6050"/>
                  </a:lnTo>
                  <a:lnTo>
                    <a:pt x="377" y="11259"/>
                  </a:lnTo>
                  <a:lnTo>
                    <a:pt x="377" y="840"/>
                  </a:lnTo>
                  <a:close/>
                  <a:moveTo>
                    <a:pt x="0" y="1"/>
                  </a:moveTo>
                  <a:lnTo>
                    <a:pt x="0" y="12099"/>
                  </a:lnTo>
                  <a:lnTo>
                    <a:pt x="6049" y="6050"/>
                  </a:lnTo>
                  <a:lnTo>
                    <a:pt x="0"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3"/>
            <p:cNvSpPr/>
            <p:nvPr/>
          </p:nvSpPr>
          <p:spPr>
            <a:xfrm>
              <a:off x="949375" y="940750"/>
              <a:ext cx="18125" cy="305375"/>
            </a:xfrm>
            <a:custGeom>
              <a:rect b="b" l="l" r="r" t="t"/>
              <a:pathLst>
                <a:path extrusionOk="0" h="12215" w="725">
                  <a:moveTo>
                    <a:pt x="377" y="840"/>
                  </a:moveTo>
                  <a:lnTo>
                    <a:pt x="377" y="11375"/>
                  </a:lnTo>
                  <a:lnTo>
                    <a:pt x="348" y="11346"/>
                  </a:lnTo>
                  <a:lnTo>
                    <a:pt x="348" y="869"/>
                  </a:lnTo>
                  <a:lnTo>
                    <a:pt x="377" y="840"/>
                  </a:lnTo>
                  <a:close/>
                  <a:moveTo>
                    <a:pt x="724" y="1"/>
                  </a:moveTo>
                  <a:lnTo>
                    <a:pt x="1" y="724"/>
                  </a:lnTo>
                  <a:lnTo>
                    <a:pt x="1" y="11491"/>
                  </a:lnTo>
                  <a:lnTo>
                    <a:pt x="724" y="12214"/>
                  </a:lnTo>
                  <a:lnTo>
                    <a:pt x="724"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3"/>
            <p:cNvSpPr/>
            <p:nvPr/>
          </p:nvSpPr>
          <p:spPr>
            <a:xfrm>
              <a:off x="907400" y="983450"/>
              <a:ext cx="16675" cy="219975"/>
            </a:xfrm>
            <a:custGeom>
              <a:rect b="b" l="l" r="r" t="t"/>
              <a:pathLst>
                <a:path extrusionOk="0" h="8799" w="667">
                  <a:moveTo>
                    <a:pt x="667" y="0"/>
                  </a:moveTo>
                  <a:lnTo>
                    <a:pt x="1" y="666"/>
                  </a:lnTo>
                  <a:lnTo>
                    <a:pt x="1" y="8133"/>
                  </a:lnTo>
                  <a:lnTo>
                    <a:pt x="667" y="8799"/>
                  </a:lnTo>
                  <a:lnTo>
                    <a:pt x="667"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3"/>
            <p:cNvSpPr/>
            <p:nvPr/>
          </p:nvSpPr>
          <p:spPr>
            <a:xfrm>
              <a:off x="934900" y="955225"/>
              <a:ext cx="18125" cy="277150"/>
            </a:xfrm>
            <a:custGeom>
              <a:rect b="b" l="l" r="r" t="t"/>
              <a:pathLst>
                <a:path extrusionOk="0" h="11086" w="725">
                  <a:moveTo>
                    <a:pt x="377" y="840"/>
                  </a:moveTo>
                  <a:lnTo>
                    <a:pt x="377" y="10217"/>
                  </a:lnTo>
                  <a:lnTo>
                    <a:pt x="348" y="10188"/>
                  </a:lnTo>
                  <a:lnTo>
                    <a:pt x="348" y="869"/>
                  </a:lnTo>
                  <a:lnTo>
                    <a:pt x="377" y="840"/>
                  </a:lnTo>
                  <a:close/>
                  <a:moveTo>
                    <a:pt x="724" y="1"/>
                  </a:moveTo>
                  <a:lnTo>
                    <a:pt x="1" y="724"/>
                  </a:lnTo>
                  <a:lnTo>
                    <a:pt x="1" y="10333"/>
                  </a:lnTo>
                  <a:lnTo>
                    <a:pt x="724" y="11086"/>
                  </a:lnTo>
                  <a:lnTo>
                    <a:pt x="724"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3"/>
            <p:cNvSpPr/>
            <p:nvPr/>
          </p:nvSpPr>
          <p:spPr>
            <a:xfrm>
              <a:off x="814800" y="996475"/>
              <a:ext cx="96975" cy="193925"/>
            </a:xfrm>
            <a:custGeom>
              <a:rect b="b" l="l" r="r" t="t"/>
              <a:pathLst>
                <a:path extrusionOk="0" h="7757" w="3879">
                  <a:moveTo>
                    <a:pt x="3531" y="840"/>
                  </a:moveTo>
                  <a:lnTo>
                    <a:pt x="3531" y="6918"/>
                  </a:lnTo>
                  <a:lnTo>
                    <a:pt x="492" y="3879"/>
                  </a:lnTo>
                  <a:lnTo>
                    <a:pt x="3531" y="840"/>
                  </a:lnTo>
                  <a:close/>
                  <a:moveTo>
                    <a:pt x="3879" y="0"/>
                  </a:moveTo>
                  <a:lnTo>
                    <a:pt x="0" y="3879"/>
                  </a:lnTo>
                  <a:lnTo>
                    <a:pt x="3879" y="7757"/>
                  </a:lnTo>
                  <a:lnTo>
                    <a:pt x="3879"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3"/>
            <p:cNvSpPr/>
            <p:nvPr/>
          </p:nvSpPr>
          <p:spPr>
            <a:xfrm>
              <a:off x="920425" y="968975"/>
              <a:ext cx="18125" cy="248925"/>
            </a:xfrm>
            <a:custGeom>
              <a:rect b="b" l="l" r="r" t="t"/>
              <a:pathLst>
                <a:path extrusionOk="0" h="9957" w="725">
                  <a:moveTo>
                    <a:pt x="377" y="869"/>
                  </a:moveTo>
                  <a:lnTo>
                    <a:pt x="377" y="9088"/>
                  </a:lnTo>
                  <a:lnTo>
                    <a:pt x="348" y="9060"/>
                  </a:lnTo>
                  <a:lnTo>
                    <a:pt x="348" y="898"/>
                  </a:lnTo>
                  <a:lnTo>
                    <a:pt x="377" y="869"/>
                  </a:lnTo>
                  <a:close/>
                  <a:moveTo>
                    <a:pt x="724" y="0"/>
                  </a:moveTo>
                  <a:lnTo>
                    <a:pt x="1" y="753"/>
                  </a:lnTo>
                  <a:lnTo>
                    <a:pt x="1" y="9204"/>
                  </a:lnTo>
                  <a:lnTo>
                    <a:pt x="724" y="9957"/>
                  </a:lnTo>
                  <a:lnTo>
                    <a:pt x="724"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3"/>
            <p:cNvSpPr/>
            <p:nvPr/>
          </p:nvSpPr>
          <p:spPr>
            <a:xfrm>
              <a:off x="815525" y="2162125"/>
              <a:ext cx="298850" cy="389300"/>
            </a:xfrm>
            <a:custGeom>
              <a:rect b="b" l="l" r="r" t="t"/>
              <a:pathLst>
                <a:path extrusionOk="0" h="15572" w="11954">
                  <a:moveTo>
                    <a:pt x="5962" y="522"/>
                  </a:moveTo>
                  <a:lnTo>
                    <a:pt x="11490" y="6050"/>
                  </a:lnTo>
                  <a:lnTo>
                    <a:pt x="5962" y="14935"/>
                  </a:lnTo>
                  <a:lnTo>
                    <a:pt x="434" y="6050"/>
                  </a:lnTo>
                  <a:lnTo>
                    <a:pt x="5962" y="522"/>
                  </a:lnTo>
                  <a:close/>
                  <a:moveTo>
                    <a:pt x="5962" y="1"/>
                  </a:moveTo>
                  <a:lnTo>
                    <a:pt x="0" y="5992"/>
                  </a:lnTo>
                  <a:lnTo>
                    <a:pt x="5962" y="15572"/>
                  </a:lnTo>
                  <a:lnTo>
                    <a:pt x="11953" y="5992"/>
                  </a:lnTo>
                  <a:lnTo>
                    <a:pt x="5962"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3"/>
            <p:cNvSpPr/>
            <p:nvPr/>
          </p:nvSpPr>
          <p:spPr>
            <a:xfrm>
              <a:off x="895825" y="1677350"/>
              <a:ext cx="134625" cy="133875"/>
            </a:xfrm>
            <a:custGeom>
              <a:rect b="b" l="l" r="r" t="t"/>
              <a:pathLst>
                <a:path extrusionOk="0" h="5355" w="5385">
                  <a:moveTo>
                    <a:pt x="2692" y="492"/>
                  </a:moveTo>
                  <a:lnTo>
                    <a:pt x="4892" y="2692"/>
                  </a:lnTo>
                  <a:lnTo>
                    <a:pt x="2692" y="4863"/>
                  </a:lnTo>
                  <a:lnTo>
                    <a:pt x="522" y="2692"/>
                  </a:lnTo>
                  <a:lnTo>
                    <a:pt x="2692" y="492"/>
                  </a:lnTo>
                  <a:close/>
                  <a:moveTo>
                    <a:pt x="2692" y="0"/>
                  </a:moveTo>
                  <a:lnTo>
                    <a:pt x="1" y="2692"/>
                  </a:lnTo>
                  <a:lnTo>
                    <a:pt x="2692" y="5355"/>
                  </a:lnTo>
                  <a:lnTo>
                    <a:pt x="5384" y="2692"/>
                  </a:lnTo>
                  <a:lnTo>
                    <a:pt x="2692"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3"/>
            <p:cNvSpPr/>
            <p:nvPr/>
          </p:nvSpPr>
          <p:spPr>
            <a:xfrm>
              <a:off x="820575" y="2168650"/>
              <a:ext cx="144025" cy="144000"/>
            </a:xfrm>
            <a:custGeom>
              <a:rect b="b" l="l" r="r" t="t"/>
              <a:pathLst>
                <a:path extrusionOk="0" h="5760" w="5761">
                  <a:moveTo>
                    <a:pt x="5760" y="0"/>
                  </a:moveTo>
                  <a:lnTo>
                    <a:pt x="1" y="5760"/>
                  </a:lnTo>
                  <a:lnTo>
                    <a:pt x="5760" y="5760"/>
                  </a:lnTo>
                  <a:lnTo>
                    <a:pt x="576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3"/>
            <p:cNvSpPr/>
            <p:nvPr/>
          </p:nvSpPr>
          <p:spPr>
            <a:xfrm>
              <a:off x="820575" y="2168650"/>
              <a:ext cx="288000" cy="148350"/>
            </a:xfrm>
            <a:custGeom>
              <a:rect b="b" l="l" r="r" t="t"/>
              <a:pathLst>
                <a:path extrusionOk="0" h="5934" w="11520">
                  <a:moveTo>
                    <a:pt x="5587" y="0"/>
                  </a:moveTo>
                  <a:lnTo>
                    <a:pt x="5587" y="5586"/>
                  </a:lnTo>
                  <a:lnTo>
                    <a:pt x="1" y="5586"/>
                  </a:lnTo>
                  <a:lnTo>
                    <a:pt x="1" y="5933"/>
                  </a:lnTo>
                  <a:lnTo>
                    <a:pt x="11520" y="5933"/>
                  </a:lnTo>
                  <a:lnTo>
                    <a:pt x="11520" y="5586"/>
                  </a:lnTo>
                  <a:lnTo>
                    <a:pt x="5934" y="5586"/>
                  </a:lnTo>
                  <a:lnTo>
                    <a:pt x="5934"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3"/>
            <p:cNvSpPr/>
            <p:nvPr/>
          </p:nvSpPr>
          <p:spPr>
            <a:xfrm>
              <a:off x="1635325" y="1057975"/>
              <a:ext cx="8700" cy="1110700"/>
            </a:xfrm>
            <a:custGeom>
              <a:rect b="b" l="l" r="r" t="t"/>
              <a:pathLst>
                <a:path extrusionOk="0" h="44428" w="348">
                  <a:moveTo>
                    <a:pt x="0" y="0"/>
                  </a:moveTo>
                  <a:lnTo>
                    <a:pt x="0" y="44427"/>
                  </a:lnTo>
                  <a:lnTo>
                    <a:pt x="347" y="44427"/>
                  </a:lnTo>
                  <a:lnTo>
                    <a:pt x="347"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3"/>
            <p:cNvSpPr/>
            <p:nvPr/>
          </p:nvSpPr>
          <p:spPr>
            <a:xfrm>
              <a:off x="1638925" y="942200"/>
              <a:ext cx="151250" cy="302475"/>
            </a:xfrm>
            <a:custGeom>
              <a:rect b="b" l="l" r="r" t="t"/>
              <a:pathLst>
                <a:path extrusionOk="0" h="12099" w="6050">
                  <a:moveTo>
                    <a:pt x="348" y="840"/>
                  </a:moveTo>
                  <a:lnTo>
                    <a:pt x="5558" y="6050"/>
                  </a:lnTo>
                  <a:lnTo>
                    <a:pt x="348" y="11259"/>
                  </a:lnTo>
                  <a:lnTo>
                    <a:pt x="348" y="840"/>
                  </a:lnTo>
                  <a:close/>
                  <a:moveTo>
                    <a:pt x="1" y="1"/>
                  </a:moveTo>
                  <a:lnTo>
                    <a:pt x="1" y="12099"/>
                  </a:lnTo>
                  <a:lnTo>
                    <a:pt x="6050" y="6050"/>
                  </a:lnTo>
                  <a:lnTo>
                    <a:pt x="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3"/>
            <p:cNvSpPr/>
            <p:nvPr/>
          </p:nvSpPr>
          <p:spPr>
            <a:xfrm>
              <a:off x="1624450" y="940750"/>
              <a:ext cx="18125" cy="305375"/>
            </a:xfrm>
            <a:custGeom>
              <a:rect b="b" l="l" r="r" t="t"/>
              <a:pathLst>
                <a:path extrusionOk="0" h="12215" w="725">
                  <a:moveTo>
                    <a:pt x="377" y="840"/>
                  </a:moveTo>
                  <a:lnTo>
                    <a:pt x="377" y="11375"/>
                  </a:lnTo>
                  <a:lnTo>
                    <a:pt x="348" y="11346"/>
                  </a:lnTo>
                  <a:lnTo>
                    <a:pt x="348" y="869"/>
                  </a:lnTo>
                  <a:lnTo>
                    <a:pt x="377" y="840"/>
                  </a:lnTo>
                  <a:close/>
                  <a:moveTo>
                    <a:pt x="725" y="1"/>
                  </a:moveTo>
                  <a:lnTo>
                    <a:pt x="1" y="724"/>
                  </a:lnTo>
                  <a:lnTo>
                    <a:pt x="1" y="11491"/>
                  </a:lnTo>
                  <a:lnTo>
                    <a:pt x="725" y="12214"/>
                  </a:lnTo>
                  <a:lnTo>
                    <a:pt x="725"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3"/>
            <p:cNvSpPr/>
            <p:nvPr/>
          </p:nvSpPr>
          <p:spPr>
            <a:xfrm>
              <a:off x="1583225" y="983450"/>
              <a:ext cx="16650" cy="219975"/>
            </a:xfrm>
            <a:custGeom>
              <a:rect b="b" l="l" r="r" t="t"/>
              <a:pathLst>
                <a:path extrusionOk="0" h="8799" w="666">
                  <a:moveTo>
                    <a:pt x="666" y="0"/>
                  </a:moveTo>
                  <a:lnTo>
                    <a:pt x="0" y="666"/>
                  </a:lnTo>
                  <a:lnTo>
                    <a:pt x="0" y="8133"/>
                  </a:lnTo>
                  <a:lnTo>
                    <a:pt x="666" y="8799"/>
                  </a:lnTo>
                  <a:lnTo>
                    <a:pt x="666"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3"/>
            <p:cNvSpPr/>
            <p:nvPr/>
          </p:nvSpPr>
          <p:spPr>
            <a:xfrm>
              <a:off x="1610000" y="955225"/>
              <a:ext cx="18825" cy="277150"/>
            </a:xfrm>
            <a:custGeom>
              <a:rect b="b" l="l" r="r" t="t"/>
              <a:pathLst>
                <a:path extrusionOk="0" h="11086" w="753">
                  <a:moveTo>
                    <a:pt x="376" y="840"/>
                  </a:moveTo>
                  <a:lnTo>
                    <a:pt x="376" y="10217"/>
                  </a:lnTo>
                  <a:lnTo>
                    <a:pt x="347" y="10188"/>
                  </a:lnTo>
                  <a:lnTo>
                    <a:pt x="347" y="869"/>
                  </a:lnTo>
                  <a:lnTo>
                    <a:pt x="376" y="840"/>
                  </a:lnTo>
                  <a:close/>
                  <a:moveTo>
                    <a:pt x="753" y="1"/>
                  </a:moveTo>
                  <a:lnTo>
                    <a:pt x="0" y="724"/>
                  </a:lnTo>
                  <a:lnTo>
                    <a:pt x="0" y="10333"/>
                  </a:lnTo>
                  <a:lnTo>
                    <a:pt x="753" y="11086"/>
                  </a:lnTo>
                  <a:lnTo>
                    <a:pt x="753"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3"/>
            <p:cNvSpPr/>
            <p:nvPr/>
          </p:nvSpPr>
          <p:spPr>
            <a:xfrm>
              <a:off x="1489875" y="996475"/>
              <a:ext cx="96975" cy="193925"/>
            </a:xfrm>
            <a:custGeom>
              <a:rect b="b" l="l" r="r" t="t"/>
              <a:pathLst>
                <a:path extrusionOk="0" h="7757" w="3879">
                  <a:moveTo>
                    <a:pt x="3532" y="840"/>
                  </a:moveTo>
                  <a:lnTo>
                    <a:pt x="3532" y="6918"/>
                  </a:lnTo>
                  <a:lnTo>
                    <a:pt x="493" y="3879"/>
                  </a:lnTo>
                  <a:lnTo>
                    <a:pt x="3532" y="840"/>
                  </a:lnTo>
                  <a:close/>
                  <a:moveTo>
                    <a:pt x="3879" y="0"/>
                  </a:moveTo>
                  <a:lnTo>
                    <a:pt x="1" y="3879"/>
                  </a:lnTo>
                  <a:lnTo>
                    <a:pt x="3879" y="7757"/>
                  </a:lnTo>
                  <a:lnTo>
                    <a:pt x="3879"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3"/>
            <p:cNvSpPr/>
            <p:nvPr/>
          </p:nvSpPr>
          <p:spPr>
            <a:xfrm>
              <a:off x="1595525" y="968975"/>
              <a:ext cx="18825" cy="248925"/>
            </a:xfrm>
            <a:custGeom>
              <a:rect b="b" l="l" r="r" t="t"/>
              <a:pathLst>
                <a:path extrusionOk="0" h="9957" w="753">
                  <a:moveTo>
                    <a:pt x="405" y="869"/>
                  </a:moveTo>
                  <a:lnTo>
                    <a:pt x="405" y="9088"/>
                  </a:lnTo>
                  <a:lnTo>
                    <a:pt x="348" y="9060"/>
                  </a:lnTo>
                  <a:lnTo>
                    <a:pt x="348" y="898"/>
                  </a:lnTo>
                  <a:lnTo>
                    <a:pt x="405" y="869"/>
                  </a:lnTo>
                  <a:close/>
                  <a:moveTo>
                    <a:pt x="753" y="0"/>
                  </a:moveTo>
                  <a:lnTo>
                    <a:pt x="0" y="753"/>
                  </a:lnTo>
                  <a:lnTo>
                    <a:pt x="0" y="9204"/>
                  </a:lnTo>
                  <a:lnTo>
                    <a:pt x="753" y="9957"/>
                  </a:lnTo>
                  <a:lnTo>
                    <a:pt x="753"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3"/>
            <p:cNvSpPr/>
            <p:nvPr/>
          </p:nvSpPr>
          <p:spPr>
            <a:xfrm>
              <a:off x="1490600" y="2162125"/>
              <a:ext cx="298850" cy="389300"/>
            </a:xfrm>
            <a:custGeom>
              <a:rect b="b" l="l" r="r" t="t"/>
              <a:pathLst>
                <a:path extrusionOk="0" h="15572" w="11954">
                  <a:moveTo>
                    <a:pt x="5963" y="522"/>
                  </a:moveTo>
                  <a:lnTo>
                    <a:pt x="11491" y="6050"/>
                  </a:lnTo>
                  <a:lnTo>
                    <a:pt x="5963" y="14935"/>
                  </a:lnTo>
                  <a:lnTo>
                    <a:pt x="435" y="6050"/>
                  </a:lnTo>
                  <a:lnTo>
                    <a:pt x="5963" y="522"/>
                  </a:lnTo>
                  <a:close/>
                  <a:moveTo>
                    <a:pt x="5963" y="1"/>
                  </a:moveTo>
                  <a:lnTo>
                    <a:pt x="1" y="5992"/>
                  </a:lnTo>
                  <a:lnTo>
                    <a:pt x="5963" y="15572"/>
                  </a:lnTo>
                  <a:lnTo>
                    <a:pt x="11954" y="5992"/>
                  </a:lnTo>
                  <a:lnTo>
                    <a:pt x="5963"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3"/>
            <p:cNvSpPr/>
            <p:nvPr/>
          </p:nvSpPr>
          <p:spPr>
            <a:xfrm>
              <a:off x="1571650" y="1677350"/>
              <a:ext cx="133875" cy="133875"/>
            </a:xfrm>
            <a:custGeom>
              <a:rect b="b" l="l" r="r" t="t"/>
              <a:pathLst>
                <a:path extrusionOk="0" h="5355" w="5355">
                  <a:moveTo>
                    <a:pt x="2663" y="492"/>
                  </a:moveTo>
                  <a:lnTo>
                    <a:pt x="4863" y="2692"/>
                  </a:lnTo>
                  <a:lnTo>
                    <a:pt x="2663" y="4863"/>
                  </a:lnTo>
                  <a:lnTo>
                    <a:pt x="492" y="2692"/>
                  </a:lnTo>
                  <a:lnTo>
                    <a:pt x="2663" y="492"/>
                  </a:lnTo>
                  <a:close/>
                  <a:moveTo>
                    <a:pt x="2663" y="0"/>
                  </a:moveTo>
                  <a:lnTo>
                    <a:pt x="0" y="2692"/>
                  </a:lnTo>
                  <a:lnTo>
                    <a:pt x="2663" y="5355"/>
                  </a:lnTo>
                  <a:lnTo>
                    <a:pt x="5355" y="2692"/>
                  </a:lnTo>
                  <a:lnTo>
                    <a:pt x="2663"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3"/>
            <p:cNvSpPr/>
            <p:nvPr/>
          </p:nvSpPr>
          <p:spPr>
            <a:xfrm>
              <a:off x="1496400" y="2168650"/>
              <a:ext cx="143275" cy="144000"/>
            </a:xfrm>
            <a:custGeom>
              <a:rect b="b" l="l" r="r" t="t"/>
              <a:pathLst>
                <a:path extrusionOk="0" h="5760" w="5731">
                  <a:moveTo>
                    <a:pt x="5731" y="0"/>
                  </a:moveTo>
                  <a:lnTo>
                    <a:pt x="0" y="5760"/>
                  </a:lnTo>
                  <a:lnTo>
                    <a:pt x="5731" y="5760"/>
                  </a:lnTo>
                  <a:lnTo>
                    <a:pt x="5731"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3"/>
            <p:cNvSpPr/>
            <p:nvPr/>
          </p:nvSpPr>
          <p:spPr>
            <a:xfrm>
              <a:off x="1496400" y="2168650"/>
              <a:ext cx="287275" cy="148350"/>
            </a:xfrm>
            <a:custGeom>
              <a:rect b="b" l="l" r="r" t="t"/>
              <a:pathLst>
                <a:path extrusionOk="0" h="5934" w="11491">
                  <a:moveTo>
                    <a:pt x="5557" y="0"/>
                  </a:moveTo>
                  <a:lnTo>
                    <a:pt x="5557" y="5586"/>
                  </a:lnTo>
                  <a:lnTo>
                    <a:pt x="0" y="5586"/>
                  </a:lnTo>
                  <a:lnTo>
                    <a:pt x="0" y="5933"/>
                  </a:lnTo>
                  <a:lnTo>
                    <a:pt x="11490" y="5933"/>
                  </a:lnTo>
                  <a:lnTo>
                    <a:pt x="11490" y="5586"/>
                  </a:lnTo>
                  <a:lnTo>
                    <a:pt x="5904" y="5586"/>
                  </a:lnTo>
                  <a:lnTo>
                    <a:pt x="5904"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3"/>
            <p:cNvSpPr/>
            <p:nvPr/>
          </p:nvSpPr>
          <p:spPr>
            <a:xfrm>
              <a:off x="902350" y="1686025"/>
              <a:ext cx="60800" cy="122300"/>
            </a:xfrm>
            <a:custGeom>
              <a:rect b="b" l="l" r="r" t="t"/>
              <a:pathLst>
                <a:path extrusionOk="0" h="4892" w="2432">
                  <a:moveTo>
                    <a:pt x="2431" y="1"/>
                  </a:moveTo>
                  <a:lnTo>
                    <a:pt x="0" y="2461"/>
                  </a:lnTo>
                  <a:lnTo>
                    <a:pt x="2431" y="4892"/>
                  </a:lnTo>
                  <a:lnTo>
                    <a:pt x="2431"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3"/>
            <p:cNvSpPr/>
            <p:nvPr/>
          </p:nvSpPr>
          <p:spPr>
            <a:xfrm>
              <a:off x="816250" y="1323525"/>
              <a:ext cx="638200" cy="1020250"/>
            </a:xfrm>
            <a:custGeom>
              <a:rect b="b" l="l" r="r" t="t"/>
              <a:pathLst>
                <a:path extrusionOk="0" h="40810" w="25528">
                  <a:moveTo>
                    <a:pt x="347" y="695"/>
                  </a:moveTo>
                  <a:lnTo>
                    <a:pt x="25180" y="18263"/>
                  </a:lnTo>
                  <a:lnTo>
                    <a:pt x="25180" y="40144"/>
                  </a:lnTo>
                  <a:lnTo>
                    <a:pt x="347" y="22547"/>
                  </a:lnTo>
                  <a:lnTo>
                    <a:pt x="347" y="695"/>
                  </a:lnTo>
                  <a:close/>
                  <a:moveTo>
                    <a:pt x="0" y="0"/>
                  </a:moveTo>
                  <a:lnTo>
                    <a:pt x="0" y="22720"/>
                  </a:lnTo>
                  <a:lnTo>
                    <a:pt x="25527" y="40809"/>
                  </a:lnTo>
                  <a:lnTo>
                    <a:pt x="25527" y="1808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3"/>
            <p:cNvSpPr/>
            <p:nvPr/>
          </p:nvSpPr>
          <p:spPr>
            <a:xfrm>
              <a:off x="1131000" y="1323525"/>
              <a:ext cx="637475" cy="1020250"/>
            </a:xfrm>
            <a:custGeom>
              <a:rect b="b" l="l" r="r" t="t"/>
              <a:pathLst>
                <a:path extrusionOk="0" h="40810" w="25499">
                  <a:moveTo>
                    <a:pt x="25151" y="695"/>
                  </a:moveTo>
                  <a:lnTo>
                    <a:pt x="25151" y="22547"/>
                  </a:lnTo>
                  <a:lnTo>
                    <a:pt x="347" y="40144"/>
                  </a:lnTo>
                  <a:lnTo>
                    <a:pt x="347" y="18263"/>
                  </a:lnTo>
                  <a:lnTo>
                    <a:pt x="25151" y="695"/>
                  </a:lnTo>
                  <a:close/>
                  <a:moveTo>
                    <a:pt x="25499" y="0"/>
                  </a:moveTo>
                  <a:lnTo>
                    <a:pt x="0" y="18089"/>
                  </a:lnTo>
                  <a:lnTo>
                    <a:pt x="0" y="40809"/>
                  </a:lnTo>
                  <a:lnTo>
                    <a:pt x="25499" y="22720"/>
                  </a:lnTo>
                  <a:lnTo>
                    <a:pt x="254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 name="Google Shape;1876;p63"/>
          <p:cNvGrpSpPr/>
          <p:nvPr/>
        </p:nvGrpSpPr>
        <p:grpSpPr>
          <a:xfrm>
            <a:off x="8088012" y="3279591"/>
            <a:ext cx="366774" cy="1407888"/>
            <a:chOff x="8088012" y="3279591"/>
            <a:chExt cx="366774" cy="1407888"/>
          </a:xfrm>
        </p:grpSpPr>
        <p:sp>
          <p:nvSpPr>
            <p:cNvPr id="1877" name="Google Shape;1877;p63"/>
            <p:cNvSpPr/>
            <p:nvPr/>
          </p:nvSpPr>
          <p:spPr>
            <a:xfrm>
              <a:off x="8176125" y="4417775"/>
              <a:ext cx="269700" cy="269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8" name="Google Shape;1878;p63"/>
            <p:cNvGrpSpPr/>
            <p:nvPr/>
          </p:nvGrpSpPr>
          <p:grpSpPr>
            <a:xfrm>
              <a:off x="8088012" y="3279591"/>
              <a:ext cx="366774" cy="1407888"/>
              <a:chOff x="5701025" y="2880625"/>
              <a:chExt cx="434875" cy="1669300"/>
            </a:xfrm>
          </p:grpSpPr>
          <p:sp>
            <p:nvSpPr>
              <p:cNvPr id="1879" name="Google Shape;1879;p63"/>
              <p:cNvSpPr/>
              <p:nvPr/>
            </p:nvSpPr>
            <p:spPr>
              <a:xfrm>
                <a:off x="5965125" y="3221425"/>
                <a:ext cx="8700" cy="1204025"/>
              </a:xfrm>
              <a:custGeom>
                <a:rect b="b" l="l" r="r" t="t"/>
                <a:pathLst>
                  <a:path extrusionOk="0" h="48161" w="348">
                    <a:moveTo>
                      <a:pt x="0" y="1"/>
                    </a:moveTo>
                    <a:lnTo>
                      <a:pt x="0" y="48161"/>
                    </a:lnTo>
                    <a:lnTo>
                      <a:pt x="348" y="48161"/>
                    </a:lnTo>
                    <a:lnTo>
                      <a:pt x="348"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3"/>
              <p:cNvSpPr/>
              <p:nvPr/>
            </p:nvSpPr>
            <p:spPr>
              <a:xfrm>
                <a:off x="5803050" y="3061525"/>
                <a:ext cx="332850" cy="166450"/>
              </a:xfrm>
              <a:custGeom>
                <a:rect b="b" l="l" r="r" t="t"/>
                <a:pathLst>
                  <a:path extrusionOk="0" h="6658" w="13314">
                    <a:moveTo>
                      <a:pt x="12475" y="348"/>
                    </a:moveTo>
                    <a:lnTo>
                      <a:pt x="6657" y="6165"/>
                    </a:lnTo>
                    <a:lnTo>
                      <a:pt x="840" y="348"/>
                    </a:lnTo>
                    <a:close/>
                    <a:moveTo>
                      <a:pt x="0" y="0"/>
                    </a:moveTo>
                    <a:lnTo>
                      <a:pt x="6657" y="6657"/>
                    </a:lnTo>
                    <a:lnTo>
                      <a:pt x="13314"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3"/>
              <p:cNvSpPr/>
              <p:nvPr/>
            </p:nvSpPr>
            <p:spPr>
              <a:xfrm>
                <a:off x="5899275" y="3609250"/>
                <a:ext cx="144025" cy="144750"/>
              </a:xfrm>
              <a:custGeom>
                <a:rect b="b" l="l" r="r" t="t"/>
                <a:pathLst>
                  <a:path extrusionOk="0" h="5790" w="5761">
                    <a:moveTo>
                      <a:pt x="2866" y="493"/>
                    </a:moveTo>
                    <a:lnTo>
                      <a:pt x="5268" y="2895"/>
                    </a:lnTo>
                    <a:lnTo>
                      <a:pt x="2866" y="5268"/>
                    </a:lnTo>
                    <a:lnTo>
                      <a:pt x="493" y="2895"/>
                    </a:lnTo>
                    <a:lnTo>
                      <a:pt x="2866" y="493"/>
                    </a:lnTo>
                    <a:close/>
                    <a:moveTo>
                      <a:pt x="2866" y="1"/>
                    </a:moveTo>
                    <a:lnTo>
                      <a:pt x="1" y="2895"/>
                    </a:lnTo>
                    <a:lnTo>
                      <a:pt x="2866" y="5789"/>
                    </a:lnTo>
                    <a:lnTo>
                      <a:pt x="5760" y="2895"/>
                    </a:lnTo>
                    <a:lnTo>
                      <a:pt x="2866"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3"/>
              <p:cNvSpPr/>
              <p:nvPr/>
            </p:nvSpPr>
            <p:spPr>
              <a:xfrm>
                <a:off x="5813900" y="3061525"/>
                <a:ext cx="311875" cy="8700"/>
              </a:xfrm>
              <a:custGeom>
                <a:rect b="b" l="l" r="r" t="t"/>
                <a:pathLst>
                  <a:path extrusionOk="0" h="348" w="12475">
                    <a:moveTo>
                      <a:pt x="0" y="0"/>
                    </a:moveTo>
                    <a:lnTo>
                      <a:pt x="0" y="348"/>
                    </a:lnTo>
                    <a:lnTo>
                      <a:pt x="12475" y="348"/>
                    </a:lnTo>
                    <a:lnTo>
                      <a:pt x="12475"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3"/>
              <p:cNvSpPr/>
              <p:nvPr/>
            </p:nvSpPr>
            <p:spPr>
              <a:xfrm>
                <a:off x="5965125" y="3064425"/>
                <a:ext cx="70200" cy="159200"/>
              </a:xfrm>
              <a:custGeom>
                <a:rect b="b" l="l" r="r" t="t"/>
                <a:pathLst>
                  <a:path extrusionOk="0" h="6368" w="2808">
                    <a:moveTo>
                      <a:pt x="2490" y="0"/>
                    </a:moveTo>
                    <a:lnTo>
                      <a:pt x="0" y="6223"/>
                    </a:lnTo>
                    <a:lnTo>
                      <a:pt x="319" y="6367"/>
                    </a:lnTo>
                    <a:lnTo>
                      <a:pt x="2808" y="116"/>
                    </a:lnTo>
                    <a:lnTo>
                      <a:pt x="2490"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3"/>
              <p:cNvSpPr/>
              <p:nvPr/>
            </p:nvSpPr>
            <p:spPr>
              <a:xfrm>
                <a:off x="5913025" y="3064425"/>
                <a:ext cx="60800" cy="159200"/>
              </a:xfrm>
              <a:custGeom>
                <a:rect b="b" l="l" r="r" t="t"/>
                <a:pathLst>
                  <a:path extrusionOk="0" h="6368" w="2432">
                    <a:moveTo>
                      <a:pt x="348" y="0"/>
                    </a:moveTo>
                    <a:lnTo>
                      <a:pt x="1" y="116"/>
                    </a:lnTo>
                    <a:lnTo>
                      <a:pt x="2084" y="6367"/>
                    </a:lnTo>
                    <a:lnTo>
                      <a:pt x="2432" y="6252"/>
                    </a:lnTo>
                    <a:lnTo>
                      <a:pt x="348"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3"/>
              <p:cNvSpPr/>
              <p:nvPr/>
            </p:nvSpPr>
            <p:spPr>
              <a:xfrm>
                <a:off x="5950650" y="3408100"/>
                <a:ext cx="37650" cy="37650"/>
              </a:xfrm>
              <a:custGeom>
                <a:rect b="b" l="l" r="r" t="t"/>
                <a:pathLst>
                  <a:path extrusionOk="0" h="1506" w="1506">
                    <a:moveTo>
                      <a:pt x="753" y="1"/>
                    </a:moveTo>
                    <a:cubicBezTo>
                      <a:pt x="348" y="1"/>
                      <a:pt x="1" y="348"/>
                      <a:pt x="1" y="753"/>
                    </a:cubicBezTo>
                    <a:cubicBezTo>
                      <a:pt x="1" y="1158"/>
                      <a:pt x="348" y="1506"/>
                      <a:pt x="753" y="1506"/>
                    </a:cubicBezTo>
                    <a:cubicBezTo>
                      <a:pt x="1187" y="1506"/>
                      <a:pt x="1506" y="1158"/>
                      <a:pt x="1506" y="753"/>
                    </a:cubicBezTo>
                    <a:cubicBezTo>
                      <a:pt x="1506" y="348"/>
                      <a:pt x="1187" y="1"/>
                      <a:pt x="753" y="1"/>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3"/>
              <p:cNvSpPr/>
              <p:nvPr/>
            </p:nvSpPr>
            <p:spPr>
              <a:xfrm>
                <a:off x="5950650" y="3914600"/>
                <a:ext cx="37650" cy="37650"/>
              </a:xfrm>
              <a:custGeom>
                <a:rect b="b" l="l" r="r" t="t"/>
                <a:pathLst>
                  <a:path extrusionOk="0" h="1506" w="1506">
                    <a:moveTo>
                      <a:pt x="753" y="1"/>
                    </a:moveTo>
                    <a:cubicBezTo>
                      <a:pt x="348" y="1"/>
                      <a:pt x="1" y="319"/>
                      <a:pt x="1" y="753"/>
                    </a:cubicBezTo>
                    <a:cubicBezTo>
                      <a:pt x="1" y="1158"/>
                      <a:pt x="348" y="1506"/>
                      <a:pt x="753" y="1506"/>
                    </a:cubicBezTo>
                    <a:cubicBezTo>
                      <a:pt x="1187" y="1506"/>
                      <a:pt x="1506" y="1158"/>
                      <a:pt x="1506" y="753"/>
                    </a:cubicBezTo>
                    <a:cubicBezTo>
                      <a:pt x="1506" y="319"/>
                      <a:pt x="1187" y="1"/>
                      <a:pt x="753" y="1"/>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3"/>
              <p:cNvSpPr/>
              <p:nvPr/>
            </p:nvSpPr>
            <p:spPr>
              <a:xfrm>
                <a:off x="5950650" y="4013725"/>
                <a:ext cx="37650" cy="37650"/>
              </a:xfrm>
              <a:custGeom>
                <a:rect b="b" l="l" r="r" t="t"/>
                <a:pathLst>
                  <a:path extrusionOk="0" h="1506" w="1506">
                    <a:moveTo>
                      <a:pt x="753" y="1"/>
                    </a:moveTo>
                    <a:cubicBezTo>
                      <a:pt x="348" y="1"/>
                      <a:pt x="1" y="319"/>
                      <a:pt x="1" y="753"/>
                    </a:cubicBezTo>
                    <a:cubicBezTo>
                      <a:pt x="1" y="1158"/>
                      <a:pt x="348" y="1506"/>
                      <a:pt x="753" y="1506"/>
                    </a:cubicBezTo>
                    <a:cubicBezTo>
                      <a:pt x="1187" y="1506"/>
                      <a:pt x="1506" y="1158"/>
                      <a:pt x="1506" y="753"/>
                    </a:cubicBezTo>
                    <a:cubicBezTo>
                      <a:pt x="1506" y="319"/>
                      <a:pt x="1187" y="1"/>
                      <a:pt x="753" y="1"/>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3"/>
              <p:cNvSpPr/>
              <p:nvPr/>
            </p:nvSpPr>
            <p:spPr>
              <a:xfrm>
                <a:off x="5947750" y="3815475"/>
                <a:ext cx="37650" cy="37650"/>
              </a:xfrm>
              <a:custGeom>
                <a:rect b="b" l="l" r="r" t="t"/>
                <a:pathLst>
                  <a:path extrusionOk="0" h="1506" w="1506">
                    <a:moveTo>
                      <a:pt x="753" y="0"/>
                    </a:moveTo>
                    <a:cubicBezTo>
                      <a:pt x="348" y="0"/>
                      <a:pt x="1" y="348"/>
                      <a:pt x="1" y="753"/>
                    </a:cubicBezTo>
                    <a:cubicBezTo>
                      <a:pt x="1" y="1158"/>
                      <a:pt x="348" y="1505"/>
                      <a:pt x="753" y="1505"/>
                    </a:cubicBezTo>
                    <a:cubicBezTo>
                      <a:pt x="1187" y="1505"/>
                      <a:pt x="1506" y="1158"/>
                      <a:pt x="1506" y="753"/>
                    </a:cubicBezTo>
                    <a:cubicBezTo>
                      <a:pt x="1506" y="348"/>
                      <a:pt x="1187" y="0"/>
                      <a:pt x="753" y="0"/>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3"/>
              <p:cNvSpPr/>
              <p:nvPr/>
            </p:nvSpPr>
            <p:spPr>
              <a:xfrm>
                <a:off x="5804500" y="2880625"/>
                <a:ext cx="330675" cy="165000"/>
              </a:xfrm>
              <a:custGeom>
                <a:rect b="b" l="l" r="r" t="t"/>
                <a:pathLst>
                  <a:path extrusionOk="0" h="6600" w="13227">
                    <a:moveTo>
                      <a:pt x="6599" y="1"/>
                    </a:moveTo>
                    <a:lnTo>
                      <a:pt x="0" y="6600"/>
                    </a:lnTo>
                    <a:lnTo>
                      <a:pt x="13227" y="6600"/>
                    </a:lnTo>
                    <a:lnTo>
                      <a:pt x="6599" y="1"/>
                    </a:lnTo>
                    <a:close/>
                  </a:path>
                </a:pathLst>
              </a:custGeom>
              <a:solidFill>
                <a:schemeClr val="accent2"/>
              </a:solidFill>
              <a:ln cap="flat" cmpd="sng" w="9525">
                <a:solidFill>
                  <a:srgbClr val="4B4F5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3"/>
              <p:cNvSpPr/>
              <p:nvPr/>
            </p:nvSpPr>
            <p:spPr>
              <a:xfrm>
                <a:off x="5701025" y="3805350"/>
                <a:ext cx="353125" cy="353125"/>
              </a:xfrm>
              <a:custGeom>
                <a:rect b="b" l="l" r="r" t="t"/>
                <a:pathLst>
                  <a:path extrusionOk="0" h="14125" w="14125">
                    <a:moveTo>
                      <a:pt x="7062" y="0"/>
                    </a:moveTo>
                    <a:cubicBezTo>
                      <a:pt x="3184" y="0"/>
                      <a:pt x="0" y="3155"/>
                      <a:pt x="0" y="7062"/>
                    </a:cubicBezTo>
                    <a:cubicBezTo>
                      <a:pt x="0" y="10969"/>
                      <a:pt x="3184" y="14124"/>
                      <a:pt x="7062" y="14124"/>
                    </a:cubicBezTo>
                    <a:cubicBezTo>
                      <a:pt x="8307" y="14124"/>
                      <a:pt x="9436" y="13806"/>
                      <a:pt x="10449" y="13256"/>
                    </a:cubicBezTo>
                    <a:cubicBezTo>
                      <a:pt x="10391" y="13169"/>
                      <a:pt x="10362" y="13053"/>
                      <a:pt x="10304" y="12938"/>
                    </a:cubicBezTo>
                    <a:cubicBezTo>
                      <a:pt x="9349" y="13487"/>
                      <a:pt x="8249" y="13777"/>
                      <a:pt x="7062" y="13777"/>
                    </a:cubicBezTo>
                    <a:cubicBezTo>
                      <a:pt x="3358" y="13777"/>
                      <a:pt x="348" y="10767"/>
                      <a:pt x="348" y="7062"/>
                    </a:cubicBezTo>
                    <a:cubicBezTo>
                      <a:pt x="348" y="3358"/>
                      <a:pt x="3358" y="348"/>
                      <a:pt x="7062" y="348"/>
                    </a:cubicBezTo>
                    <a:cubicBezTo>
                      <a:pt x="10767" y="348"/>
                      <a:pt x="13748" y="3329"/>
                      <a:pt x="13777" y="7004"/>
                    </a:cubicBezTo>
                    <a:lnTo>
                      <a:pt x="14124" y="7004"/>
                    </a:lnTo>
                    <a:cubicBezTo>
                      <a:pt x="14124" y="3126"/>
                      <a:pt x="10941" y="0"/>
                      <a:pt x="7062" y="0"/>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3"/>
              <p:cNvSpPr/>
              <p:nvPr/>
            </p:nvSpPr>
            <p:spPr>
              <a:xfrm>
                <a:off x="5701025" y="3834275"/>
                <a:ext cx="88300" cy="143300"/>
              </a:xfrm>
              <a:custGeom>
                <a:rect b="b" l="l" r="r" t="t"/>
                <a:pathLst>
                  <a:path extrusionOk="0" h="5732" w="3532">
                    <a:moveTo>
                      <a:pt x="3155" y="1"/>
                    </a:moveTo>
                    <a:cubicBezTo>
                      <a:pt x="3068" y="2287"/>
                      <a:pt x="1824" y="4255"/>
                      <a:pt x="0" y="5413"/>
                    </a:cubicBezTo>
                    <a:cubicBezTo>
                      <a:pt x="58" y="5500"/>
                      <a:pt x="87" y="5616"/>
                      <a:pt x="145" y="5732"/>
                    </a:cubicBezTo>
                    <a:cubicBezTo>
                      <a:pt x="2084" y="4545"/>
                      <a:pt x="3416" y="2432"/>
                      <a:pt x="3531" y="1"/>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3"/>
              <p:cNvSpPr/>
              <p:nvPr/>
            </p:nvSpPr>
            <p:spPr>
              <a:xfrm>
                <a:off x="6021550" y="3977550"/>
                <a:ext cx="55750" cy="27525"/>
              </a:xfrm>
              <a:custGeom>
                <a:rect b="b" l="l" r="r" t="t"/>
                <a:pathLst>
                  <a:path extrusionOk="0" h="1101" w="2230">
                    <a:moveTo>
                      <a:pt x="1" y="1"/>
                    </a:moveTo>
                    <a:lnTo>
                      <a:pt x="1101" y="1100"/>
                    </a:lnTo>
                    <a:lnTo>
                      <a:pt x="2230" y="1"/>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3"/>
              <p:cNvSpPr/>
              <p:nvPr/>
            </p:nvSpPr>
            <p:spPr>
              <a:xfrm>
                <a:off x="5949200" y="4112125"/>
                <a:ext cx="37650" cy="38375"/>
              </a:xfrm>
              <a:custGeom>
                <a:rect b="b" l="l" r="r" t="t"/>
                <a:pathLst>
                  <a:path extrusionOk="0" h="1535" w="1506">
                    <a:moveTo>
                      <a:pt x="753" y="1"/>
                    </a:moveTo>
                    <a:cubicBezTo>
                      <a:pt x="348" y="1"/>
                      <a:pt x="1" y="348"/>
                      <a:pt x="1" y="753"/>
                    </a:cubicBezTo>
                    <a:cubicBezTo>
                      <a:pt x="1" y="1188"/>
                      <a:pt x="348" y="1535"/>
                      <a:pt x="753" y="1535"/>
                    </a:cubicBezTo>
                    <a:cubicBezTo>
                      <a:pt x="1187" y="1535"/>
                      <a:pt x="1506" y="1188"/>
                      <a:pt x="1506" y="753"/>
                    </a:cubicBezTo>
                    <a:cubicBezTo>
                      <a:pt x="1506" y="348"/>
                      <a:pt x="1158" y="1"/>
                      <a:pt x="753" y="1"/>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3"/>
              <p:cNvSpPr/>
              <p:nvPr/>
            </p:nvSpPr>
            <p:spPr>
              <a:xfrm>
                <a:off x="5860925" y="3317650"/>
                <a:ext cx="218550" cy="218550"/>
              </a:xfrm>
              <a:custGeom>
                <a:rect b="b" l="l" r="r" t="t"/>
                <a:pathLst>
                  <a:path extrusionOk="0" h="8742" w="8742">
                    <a:moveTo>
                      <a:pt x="4371" y="348"/>
                    </a:moveTo>
                    <a:cubicBezTo>
                      <a:pt x="6600" y="348"/>
                      <a:pt x="8394" y="2143"/>
                      <a:pt x="8394" y="4371"/>
                    </a:cubicBezTo>
                    <a:cubicBezTo>
                      <a:pt x="8394" y="6600"/>
                      <a:pt x="6600" y="8394"/>
                      <a:pt x="4371" y="8394"/>
                    </a:cubicBezTo>
                    <a:cubicBezTo>
                      <a:pt x="2142" y="8394"/>
                      <a:pt x="348" y="6600"/>
                      <a:pt x="348" y="4371"/>
                    </a:cubicBezTo>
                    <a:cubicBezTo>
                      <a:pt x="348" y="2143"/>
                      <a:pt x="2142" y="348"/>
                      <a:pt x="4371" y="348"/>
                    </a:cubicBezTo>
                    <a:close/>
                    <a:moveTo>
                      <a:pt x="4371" y="1"/>
                    </a:moveTo>
                    <a:cubicBezTo>
                      <a:pt x="1969" y="1"/>
                      <a:pt x="1" y="1940"/>
                      <a:pt x="1" y="4371"/>
                    </a:cubicBezTo>
                    <a:cubicBezTo>
                      <a:pt x="1" y="6774"/>
                      <a:pt x="1940" y="8742"/>
                      <a:pt x="4371" y="8742"/>
                    </a:cubicBezTo>
                    <a:cubicBezTo>
                      <a:pt x="6773" y="8742"/>
                      <a:pt x="8741" y="6774"/>
                      <a:pt x="8741" y="4371"/>
                    </a:cubicBezTo>
                    <a:cubicBezTo>
                      <a:pt x="8741" y="1969"/>
                      <a:pt x="6773" y="1"/>
                      <a:pt x="4371" y="1"/>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3"/>
              <p:cNvSpPr/>
              <p:nvPr/>
            </p:nvSpPr>
            <p:spPr>
              <a:xfrm>
                <a:off x="6011425" y="3447900"/>
                <a:ext cx="85400" cy="84675"/>
              </a:xfrm>
              <a:custGeom>
                <a:rect b="b" l="l" r="r" t="t"/>
                <a:pathLst>
                  <a:path extrusionOk="0" h="3387" w="3416">
                    <a:moveTo>
                      <a:pt x="1708" y="377"/>
                    </a:moveTo>
                    <a:cubicBezTo>
                      <a:pt x="2461" y="377"/>
                      <a:pt x="3040" y="985"/>
                      <a:pt x="3040" y="1737"/>
                    </a:cubicBezTo>
                    <a:cubicBezTo>
                      <a:pt x="3011" y="2461"/>
                      <a:pt x="2432" y="3040"/>
                      <a:pt x="1679" y="3040"/>
                    </a:cubicBezTo>
                    <a:cubicBezTo>
                      <a:pt x="1303" y="3040"/>
                      <a:pt x="985" y="2895"/>
                      <a:pt x="724" y="2634"/>
                    </a:cubicBezTo>
                    <a:cubicBezTo>
                      <a:pt x="464" y="2374"/>
                      <a:pt x="348" y="2027"/>
                      <a:pt x="348" y="1679"/>
                    </a:cubicBezTo>
                    <a:cubicBezTo>
                      <a:pt x="377" y="956"/>
                      <a:pt x="956" y="377"/>
                      <a:pt x="1708" y="377"/>
                    </a:cubicBezTo>
                    <a:close/>
                    <a:moveTo>
                      <a:pt x="1679" y="1"/>
                    </a:moveTo>
                    <a:cubicBezTo>
                      <a:pt x="782" y="1"/>
                      <a:pt x="30" y="753"/>
                      <a:pt x="1" y="1679"/>
                    </a:cubicBezTo>
                    <a:cubicBezTo>
                      <a:pt x="1" y="2113"/>
                      <a:pt x="174" y="2548"/>
                      <a:pt x="464" y="2866"/>
                    </a:cubicBezTo>
                    <a:cubicBezTo>
                      <a:pt x="782" y="3213"/>
                      <a:pt x="1216" y="3387"/>
                      <a:pt x="1651" y="3387"/>
                    </a:cubicBezTo>
                    <a:lnTo>
                      <a:pt x="1679" y="3387"/>
                    </a:lnTo>
                    <a:cubicBezTo>
                      <a:pt x="2606" y="3387"/>
                      <a:pt x="3358" y="2663"/>
                      <a:pt x="3387" y="1737"/>
                    </a:cubicBezTo>
                    <a:cubicBezTo>
                      <a:pt x="3416" y="811"/>
                      <a:pt x="2663" y="30"/>
                      <a:pt x="16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3"/>
              <p:cNvSpPr/>
              <p:nvPr/>
            </p:nvSpPr>
            <p:spPr>
              <a:xfrm>
                <a:off x="5845000" y="3318375"/>
                <a:ext cx="85425" cy="84700"/>
              </a:xfrm>
              <a:custGeom>
                <a:rect b="b" l="l" r="r" t="t"/>
                <a:pathLst>
                  <a:path extrusionOk="0" h="3388" w="3417">
                    <a:moveTo>
                      <a:pt x="1709" y="348"/>
                    </a:moveTo>
                    <a:cubicBezTo>
                      <a:pt x="2461" y="377"/>
                      <a:pt x="3040" y="985"/>
                      <a:pt x="3040" y="1709"/>
                    </a:cubicBezTo>
                    <a:cubicBezTo>
                      <a:pt x="3011" y="2432"/>
                      <a:pt x="2432" y="3040"/>
                      <a:pt x="1709" y="3040"/>
                    </a:cubicBezTo>
                    <a:lnTo>
                      <a:pt x="1709" y="3214"/>
                    </a:lnTo>
                    <a:lnTo>
                      <a:pt x="1680" y="3040"/>
                    </a:lnTo>
                    <a:cubicBezTo>
                      <a:pt x="1303" y="3040"/>
                      <a:pt x="985" y="2895"/>
                      <a:pt x="725" y="2635"/>
                    </a:cubicBezTo>
                    <a:cubicBezTo>
                      <a:pt x="493" y="2374"/>
                      <a:pt x="348" y="2027"/>
                      <a:pt x="348" y="1680"/>
                    </a:cubicBezTo>
                    <a:cubicBezTo>
                      <a:pt x="377" y="956"/>
                      <a:pt x="956" y="348"/>
                      <a:pt x="1709" y="348"/>
                    </a:cubicBezTo>
                    <a:close/>
                    <a:moveTo>
                      <a:pt x="1709" y="1"/>
                    </a:moveTo>
                    <a:cubicBezTo>
                      <a:pt x="782" y="1"/>
                      <a:pt x="30" y="753"/>
                      <a:pt x="1" y="1651"/>
                    </a:cubicBezTo>
                    <a:cubicBezTo>
                      <a:pt x="1" y="2114"/>
                      <a:pt x="175" y="2548"/>
                      <a:pt x="464" y="2866"/>
                    </a:cubicBezTo>
                    <a:cubicBezTo>
                      <a:pt x="782" y="3185"/>
                      <a:pt x="1217" y="3387"/>
                      <a:pt x="1651" y="3387"/>
                    </a:cubicBezTo>
                    <a:lnTo>
                      <a:pt x="1709" y="3387"/>
                    </a:lnTo>
                    <a:cubicBezTo>
                      <a:pt x="2606" y="3387"/>
                      <a:pt x="3358" y="2635"/>
                      <a:pt x="3387" y="1737"/>
                    </a:cubicBezTo>
                    <a:cubicBezTo>
                      <a:pt x="3416" y="782"/>
                      <a:pt x="2664" y="30"/>
                      <a:pt x="1709" y="1"/>
                    </a:cubicBez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3"/>
              <p:cNvSpPr/>
              <p:nvPr/>
            </p:nvSpPr>
            <p:spPr>
              <a:xfrm>
                <a:off x="5809550" y="4232975"/>
                <a:ext cx="316950" cy="316950"/>
              </a:xfrm>
              <a:custGeom>
                <a:rect b="b" l="l" r="r" t="t"/>
                <a:pathLst>
                  <a:path extrusionOk="0" fill="none" h="12678" w="12678">
                    <a:moveTo>
                      <a:pt x="12678" y="6339"/>
                    </a:moveTo>
                    <a:cubicBezTo>
                      <a:pt x="12678" y="9841"/>
                      <a:pt x="9841" y="12677"/>
                      <a:pt x="6339" y="12677"/>
                    </a:cubicBezTo>
                    <a:cubicBezTo>
                      <a:pt x="2837" y="12677"/>
                      <a:pt x="1" y="9841"/>
                      <a:pt x="1" y="6339"/>
                    </a:cubicBezTo>
                    <a:cubicBezTo>
                      <a:pt x="1" y="2837"/>
                      <a:pt x="2837" y="0"/>
                      <a:pt x="6339" y="0"/>
                    </a:cubicBezTo>
                    <a:cubicBezTo>
                      <a:pt x="9841" y="0"/>
                      <a:pt x="12678" y="2837"/>
                      <a:pt x="12678" y="6339"/>
                    </a:cubicBezTo>
                    <a:close/>
                  </a:path>
                </a:pathLst>
              </a:custGeom>
              <a:noFill/>
              <a:ln cap="flat" cmpd="sng" w="9400">
                <a:solidFill>
                  <a:srgbClr val="4B4F50"/>
                </a:solidFill>
                <a:prstDash val="solid"/>
                <a:miter lim="289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1" name="Shape 1901"/>
        <p:cNvGrpSpPr/>
        <p:nvPr/>
      </p:nvGrpSpPr>
      <p:grpSpPr>
        <a:xfrm>
          <a:off x="0" y="0"/>
          <a:ext cx="0" cy="0"/>
          <a:chOff x="0" y="0"/>
          <a:chExt cx="0" cy="0"/>
        </a:xfrm>
      </p:grpSpPr>
      <p:cxnSp>
        <p:nvCxnSpPr>
          <p:cNvPr id="1902" name="Google Shape;1902;p64"/>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903" name="Google Shape;1903;p64"/>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904" name="Google Shape;1904;p64"/>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4"/>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4">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907" name="Google Shape;1907;p64">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908" name="Google Shape;1908;p64"/>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909" name="Google Shape;1909;p64"/>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
        <p:nvSpPr>
          <p:cNvPr id="1910" name="Google Shape;1910;p64"/>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911" name="Google Shape;1911;p6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VECTOR</a:t>
            </a:r>
            <a:endParaRPr sz="1400"/>
          </a:p>
          <a:p>
            <a:pPr indent="-330200" lvl="0" marL="457200" marR="50800" rtl="0" algn="l">
              <a:lnSpc>
                <a:spcPct val="100000"/>
              </a:lnSpc>
              <a:spcBef>
                <a:spcPts val="1200"/>
              </a:spcBef>
              <a:spcAft>
                <a:spcPts val="0"/>
              </a:spcAft>
              <a:buSzPts val="1600"/>
              <a:buChar char="●"/>
            </a:pPr>
            <a:r>
              <a:rPr lang="en" sz="1400">
                <a:uFill>
                  <a:noFill/>
                </a:uFill>
                <a:hlinkClick r:id="rId8"/>
              </a:rPr>
              <a:t>Geometric</a:t>
            </a:r>
            <a:r>
              <a:rPr lang="en" sz="1400">
                <a:uFill>
                  <a:noFill/>
                </a:uFill>
                <a:hlinkClick r:id="rId9"/>
              </a:rPr>
              <a:t> symbols tattoo collection</a:t>
            </a:r>
            <a:endParaRPr sz="1400"/>
          </a:p>
          <a:p>
            <a:pPr indent="-330200" lvl="0" marL="457200" marR="50800" rtl="0" algn="l">
              <a:lnSpc>
                <a:spcPct val="100000"/>
              </a:lnSpc>
              <a:spcBef>
                <a:spcPts val="0"/>
              </a:spcBef>
              <a:spcAft>
                <a:spcPts val="0"/>
              </a:spcAft>
              <a:buSzPts val="1600"/>
              <a:buChar char="●"/>
            </a:pPr>
            <a:r>
              <a:rPr lang="en" sz="1400">
                <a:uFill>
                  <a:noFill/>
                </a:uFill>
                <a:hlinkClick r:id="rId10"/>
              </a:rPr>
              <a:t>Pack of four tattoos with geometric shapes</a:t>
            </a:r>
            <a:endParaRPr sz="1400"/>
          </a:p>
          <a:p>
            <a:pPr indent="-330200" lvl="0" marL="457200" marR="50800" rtl="0" algn="l">
              <a:lnSpc>
                <a:spcPct val="100000"/>
              </a:lnSpc>
              <a:spcBef>
                <a:spcPts val="0"/>
              </a:spcBef>
              <a:spcAft>
                <a:spcPts val="0"/>
              </a:spcAft>
              <a:buSzPts val="1600"/>
              <a:buChar char="●"/>
            </a:pPr>
            <a:r>
              <a:rPr lang="en" sz="1400">
                <a:uFill>
                  <a:noFill/>
                </a:uFill>
                <a:hlinkClick r:id="rId11"/>
              </a:rPr>
              <a:t>Pack of creative geometric tattoos</a:t>
            </a:r>
            <a:endParaRPr sz="1600"/>
          </a:p>
          <a:p>
            <a:pPr indent="0" lvl="0" marL="0" rtl="0" algn="l">
              <a:spcBef>
                <a:spcPts val="0"/>
              </a:spcBef>
              <a:spcAft>
                <a:spcPts val="0"/>
              </a:spcAft>
              <a:buNone/>
            </a:pPr>
            <a:r>
              <a:t/>
            </a:r>
            <a:endParaRPr sz="1400"/>
          </a:p>
          <a:p>
            <a:pPr indent="0" lvl="0" marL="0" rtl="0" algn="l">
              <a:spcBef>
                <a:spcPts val="1200"/>
              </a:spcBef>
              <a:spcAft>
                <a:spcPts val="0"/>
              </a:spcAft>
              <a:buNone/>
            </a:pPr>
            <a:r>
              <a:rPr lang="en" sz="1400"/>
              <a:t>PHOTOS</a:t>
            </a:r>
            <a:endParaRPr sz="1400"/>
          </a:p>
          <a:p>
            <a:pPr indent="-330200" lvl="0" marL="457200" marR="50800" rtl="0" algn="l">
              <a:lnSpc>
                <a:spcPct val="100000"/>
              </a:lnSpc>
              <a:spcBef>
                <a:spcPts val="1200"/>
              </a:spcBef>
              <a:spcAft>
                <a:spcPts val="0"/>
              </a:spcAft>
              <a:buSzPts val="1600"/>
              <a:buChar char="●"/>
            </a:pPr>
            <a:r>
              <a:rPr lang="en" sz="1400">
                <a:uFill>
                  <a:noFill/>
                </a:uFill>
                <a:hlinkClick r:id="rId12"/>
              </a:rPr>
              <a:t>Smiley woman posing with bouquet of lavender</a:t>
            </a:r>
            <a:endParaRPr sz="1400"/>
          </a:p>
          <a:p>
            <a:pPr indent="-317500" lvl="0" marL="457200" marR="50800" rtl="0" algn="l">
              <a:lnSpc>
                <a:spcPct val="100000"/>
              </a:lnSpc>
              <a:spcBef>
                <a:spcPts val="0"/>
              </a:spcBef>
              <a:spcAft>
                <a:spcPts val="0"/>
              </a:spcAft>
              <a:buSzPts val="1400"/>
              <a:buChar char="●"/>
            </a:pPr>
            <a:r>
              <a:rPr lang="en" sz="1400">
                <a:uFill>
                  <a:noFill/>
                </a:uFill>
                <a:hlinkClick r:id="rId13"/>
              </a:rPr>
              <a:t>Woman smiling and posing with basket of flowers</a:t>
            </a:r>
            <a:endParaRPr sz="1400"/>
          </a:p>
          <a:p>
            <a:pPr indent="-317500" lvl="0" marL="457200" marR="50800" rtl="0" algn="l">
              <a:lnSpc>
                <a:spcPct val="100000"/>
              </a:lnSpc>
              <a:spcBef>
                <a:spcPts val="0"/>
              </a:spcBef>
              <a:spcAft>
                <a:spcPts val="0"/>
              </a:spcAft>
              <a:buSzPts val="1400"/>
              <a:buChar char="●"/>
            </a:pPr>
            <a:r>
              <a:rPr lang="en" sz="1400">
                <a:uFill>
                  <a:noFill/>
                </a:uFill>
                <a:hlinkClick r:id="rId14"/>
              </a:rPr>
              <a:t>Surprised couple on bench with coffee cup</a:t>
            </a:r>
            <a:endParaRPr sz="1400"/>
          </a:p>
          <a:p>
            <a:pPr indent="-317500" lvl="0" marL="457200" marR="50800" rtl="0" algn="l">
              <a:lnSpc>
                <a:spcPct val="100000"/>
              </a:lnSpc>
              <a:spcBef>
                <a:spcPts val="0"/>
              </a:spcBef>
              <a:spcAft>
                <a:spcPts val="0"/>
              </a:spcAft>
              <a:buSzPts val="1400"/>
              <a:buChar char="●"/>
            </a:pPr>
            <a:r>
              <a:rPr lang="en" sz="1400">
                <a:uFill>
                  <a:noFill/>
                </a:uFill>
                <a:hlinkClick r:id="rId15"/>
              </a:rPr>
              <a:t>Smiley woman enjoying a cupcake</a:t>
            </a:r>
            <a:endParaRPr sz="1600"/>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5" name="Shape 1915"/>
        <p:cNvGrpSpPr/>
        <p:nvPr/>
      </p:nvGrpSpPr>
      <p:grpSpPr>
        <a:xfrm>
          <a:off x="0" y="0"/>
          <a:ext cx="0" cy="0"/>
          <a:chOff x="0" y="0"/>
          <a:chExt cx="0" cy="0"/>
        </a:xfrm>
      </p:grpSpPr>
      <p:cxnSp>
        <p:nvCxnSpPr>
          <p:cNvPr id="1916" name="Google Shape;1916;p65"/>
          <p:cNvCxnSpPr/>
          <p:nvPr/>
        </p:nvCxnSpPr>
        <p:spPr>
          <a:xfrm>
            <a:off x="621500" y="2264575"/>
            <a:ext cx="0" cy="2628900"/>
          </a:xfrm>
          <a:prstGeom prst="straightConnector1">
            <a:avLst/>
          </a:prstGeom>
          <a:noFill/>
          <a:ln cap="flat" cmpd="sng" w="19050">
            <a:solidFill>
              <a:schemeClr val="dk2"/>
            </a:solidFill>
            <a:prstDash val="solid"/>
            <a:round/>
            <a:headEnd len="med" w="med" type="none"/>
            <a:tailEnd len="med" w="med" type="none"/>
          </a:ln>
        </p:spPr>
      </p:cxnSp>
      <p:cxnSp>
        <p:nvCxnSpPr>
          <p:cNvPr id="1917" name="Google Shape;1917;p65"/>
          <p:cNvCxnSpPr/>
          <p:nvPr/>
        </p:nvCxnSpPr>
        <p:spPr>
          <a:xfrm>
            <a:off x="628650" y="514350"/>
            <a:ext cx="7922400" cy="0"/>
          </a:xfrm>
          <a:prstGeom prst="straightConnector1">
            <a:avLst/>
          </a:prstGeom>
          <a:noFill/>
          <a:ln cap="flat" cmpd="sng" w="19050">
            <a:solidFill>
              <a:schemeClr val="dk2"/>
            </a:solidFill>
            <a:prstDash val="solid"/>
            <a:round/>
            <a:headEnd len="med" w="med" type="none"/>
            <a:tailEnd len="med" w="med" type="none"/>
          </a:ln>
        </p:spPr>
      </p:cxnSp>
      <p:sp>
        <p:nvSpPr>
          <p:cNvPr id="1918" name="Google Shape;1918;p65"/>
          <p:cNvSpPr/>
          <p:nvPr/>
        </p:nvSpPr>
        <p:spPr>
          <a:xfrm>
            <a:off x="7587850"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5"/>
          <p:cNvSpPr/>
          <p:nvPr/>
        </p:nvSpPr>
        <p:spPr>
          <a:xfrm>
            <a:off x="8022375" y="592400"/>
            <a:ext cx="407700" cy="179700"/>
          </a:xfrm>
          <a:prstGeom prst="roundRect">
            <a:avLst>
              <a:gd fmla="val 50000" name="adj"/>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5">
            <a:hlinkClick action="ppaction://hlinkshowjump?jump=nextslide"/>
          </p:cNvPr>
          <p:cNvSpPr/>
          <p:nvPr/>
        </p:nvSpPr>
        <p:spPr>
          <a:xfrm>
            <a:off x="8064525"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921" name="Google Shape;1921;p65">
            <a:hlinkClick action="ppaction://hlinkshowjump?jump=previousslide"/>
          </p:cNvPr>
          <p:cNvSpPr/>
          <p:nvPr/>
        </p:nvSpPr>
        <p:spPr>
          <a:xfrm flipH="1">
            <a:off x="7630000" y="648950"/>
            <a:ext cx="323400" cy="66600"/>
          </a:xfrm>
          <a:prstGeom prst="rightArrow">
            <a:avLst>
              <a:gd fmla="val 0" name="adj1"/>
              <a:gd fmla="val 81623" name="adj2"/>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922" name="Google Shape;1922;p65"/>
          <p:cNvSpPr txBox="1"/>
          <p:nvPr/>
        </p:nvSpPr>
        <p:spPr>
          <a:xfrm>
            <a:off x="7387875" y="262175"/>
            <a:ext cx="1042200" cy="210900"/>
          </a:xfrm>
          <a:prstGeom prst="rect">
            <a:avLst/>
          </a:prstGeom>
          <a:noFill/>
          <a:ln>
            <a:noFill/>
          </a:ln>
        </p:spPr>
        <p:txBody>
          <a:bodyPr anchorCtr="0" anchor="ctr" bIns="91425" lIns="91425" spcFirstLastPara="1" rIns="0" wrap="square" tIns="91425">
            <a:noAutofit/>
          </a:bodyPr>
          <a:lstStyle/>
          <a:p>
            <a:pPr indent="0" lvl="0" marL="0" rtl="0" algn="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3">
                  <a:extLst>
                    <a:ext uri="{A12FA001-AC4F-418D-AE19-62706E023703}">
                      <ahyp:hlinkClr val="tx"/>
                    </a:ext>
                  </a:extLst>
                </a:hlinkClick>
              </a:rPr>
              <a:t>CONTACT</a:t>
            </a:r>
            <a:endParaRPr>
              <a:solidFill>
                <a:schemeClr val="dk1"/>
              </a:solidFill>
              <a:latin typeface="Quicksand"/>
              <a:ea typeface="Quicksand"/>
              <a:cs typeface="Quicksand"/>
              <a:sym typeface="Quicksand"/>
            </a:endParaRPr>
          </a:p>
        </p:txBody>
      </p:sp>
      <p:sp>
        <p:nvSpPr>
          <p:cNvPr id="1923" name="Google Shape;1923;p65"/>
          <p:cNvSpPr txBox="1"/>
          <p:nvPr/>
        </p:nvSpPr>
        <p:spPr>
          <a:xfrm>
            <a:off x="2471400" y="262175"/>
            <a:ext cx="4201200" cy="210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uFill>
                  <a:noFill/>
                </a:uFill>
                <a:latin typeface="Quicksand"/>
                <a:ea typeface="Quicksand"/>
                <a:cs typeface="Quicksand"/>
                <a:sym typeface="Quicksand"/>
                <a:hlinkClick action="ppaction://hlinksldjump" r:id="rId4">
                  <a:extLst>
                    <a:ext uri="{A12FA001-AC4F-418D-AE19-62706E023703}">
                      <ahyp:hlinkClr val="tx"/>
                    </a:ext>
                  </a:extLst>
                </a:hlinkClick>
              </a:rPr>
              <a:t>HOME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5">
                  <a:extLst>
                    <a:ext uri="{A12FA001-AC4F-418D-AE19-62706E023703}">
                      <ahyp:hlinkClr val="tx"/>
                    </a:ext>
                  </a:extLst>
                </a:hlinkClick>
              </a:rPr>
              <a:t>ABOUT ME</a:t>
            </a:r>
            <a:r>
              <a:rPr lang="en">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6">
                  <a:extLst>
                    <a:ext uri="{A12FA001-AC4F-418D-AE19-62706E023703}">
                      <ahyp:hlinkClr val="tx"/>
                    </a:ext>
                  </a:extLst>
                </a:hlinkClick>
              </a:rPr>
              <a:t>MY WORK</a:t>
            </a:r>
            <a:r>
              <a:rPr lang="en">
                <a:solidFill>
                  <a:schemeClr val="dk1"/>
                </a:solidFill>
                <a:latin typeface="Quicksand"/>
                <a:ea typeface="Quicksand"/>
                <a:cs typeface="Quicksand"/>
                <a:sym typeface="Quicksand"/>
              </a:rPr>
              <a:t> / </a:t>
            </a:r>
            <a:r>
              <a:rPr lang="en">
                <a:solidFill>
                  <a:schemeClr val="dk1"/>
                </a:solidFill>
                <a:uFill>
                  <a:noFill/>
                </a:uFill>
                <a:latin typeface="Quicksand"/>
                <a:ea typeface="Quicksand"/>
                <a:cs typeface="Quicksand"/>
                <a:sym typeface="Quicksand"/>
                <a:hlinkClick action="ppaction://hlinksldjump" r:id="rId7">
                  <a:extLst>
                    <a:ext uri="{A12FA001-AC4F-418D-AE19-62706E023703}">
                      <ahyp:hlinkClr val="tx"/>
                    </a:ext>
                  </a:extLst>
                </a:hlinkClick>
              </a:rPr>
              <a:t>EXPERIENCE</a:t>
            </a:r>
            <a:endParaRPr>
              <a:solidFill>
                <a:schemeClr val="dk1"/>
              </a:solidFill>
              <a:latin typeface="Quicksand"/>
              <a:ea typeface="Quicksand"/>
              <a:cs typeface="Quicksand"/>
              <a:sym typeface="Quicksand"/>
            </a:endParaRPr>
          </a:p>
        </p:txBody>
      </p:sp>
      <p:sp>
        <p:nvSpPr>
          <p:cNvPr id="1924" name="Google Shape;1924;p65"/>
          <p:cNvSpPr txBox="1"/>
          <p:nvPr>
            <p:ph type="title"/>
          </p:nvPr>
        </p:nvSpPr>
        <p:spPr>
          <a:xfrm>
            <a:off x="720000" y="540000"/>
            <a:ext cx="673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925" name="Google Shape;1925;p65"/>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VECTOR</a:t>
            </a:r>
            <a:endParaRPr sz="1400"/>
          </a:p>
          <a:p>
            <a:pPr indent="-330200" lvl="0" marL="457200" marR="50800" rtl="0" algn="l">
              <a:lnSpc>
                <a:spcPct val="100000"/>
              </a:lnSpc>
              <a:spcBef>
                <a:spcPts val="1200"/>
              </a:spcBef>
              <a:spcAft>
                <a:spcPts val="0"/>
              </a:spcAft>
              <a:buSzPts val="1600"/>
              <a:buChar char="●"/>
            </a:pPr>
            <a:r>
              <a:rPr lang="en" sz="1400">
                <a:uFill>
                  <a:noFill/>
                </a:uFill>
                <a:hlinkClick r:id="rId8"/>
              </a:rPr>
              <a:t>Geometric tattoo collection </a:t>
            </a:r>
            <a:endParaRPr/>
          </a:p>
          <a:p>
            <a:pPr indent="-330200" lvl="0" marL="457200" marR="50800" rtl="0" algn="l">
              <a:lnSpc>
                <a:spcPct val="100000"/>
              </a:lnSpc>
              <a:spcBef>
                <a:spcPts val="0"/>
              </a:spcBef>
              <a:spcAft>
                <a:spcPts val="0"/>
              </a:spcAft>
              <a:buSzPts val="1600"/>
              <a:buChar char="●"/>
            </a:pPr>
            <a:r>
              <a:rPr lang="en" sz="1400">
                <a:uFill>
                  <a:noFill/>
                </a:uFill>
                <a:hlinkClick r:id="rId9"/>
              </a:rPr>
              <a:t>Pack of ethnic geometric tattoos</a:t>
            </a:r>
            <a:endParaRPr sz="1400"/>
          </a:p>
          <a:p>
            <a:pPr indent="-317500" lvl="0" marL="457200" marR="50800" rtl="0" algn="l">
              <a:lnSpc>
                <a:spcPct val="100000"/>
              </a:lnSpc>
              <a:spcBef>
                <a:spcPts val="0"/>
              </a:spcBef>
              <a:spcAft>
                <a:spcPts val="0"/>
              </a:spcAft>
              <a:buSzPts val="1400"/>
              <a:buChar char="●"/>
            </a:pPr>
            <a:r>
              <a:rPr lang="en" sz="1400">
                <a:uFill>
                  <a:noFill/>
                </a:uFill>
                <a:hlinkClick r:id="rId10"/>
              </a:rPr>
              <a:t>Collection of tattoo with geometric shapes</a:t>
            </a:r>
            <a:endParaRPr sz="1600"/>
          </a:p>
          <a:p>
            <a:pPr indent="0" lvl="0" marL="0" rtl="0" algn="l">
              <a:spcBef>
                <a:spcPts val="0"/>
              </a:spcBef>
              <a:spcAft>
                <a:spcPts val="0"/>
              </a:spcAft>
              <a:buNone/>
            </a:pPr>
            <a:r>
              <a:t/>
            </a:r>
            <a:endParaRPr sz="1400"/>
          </a:p>
          <a:p>
            <a:pPr indent="0" lvl="0" marL="0" rtl="0" algn="l">
              <a:spcBef>
                <a:spcPts val="1200"/>
              </a:spcBef>
              <a:spcAft>
                <a:spcPts val="0"/>
              </a:spcAft>
              <a:buNone/>
            </a:pPr>
            <a:r>
              <a:rPr lang="en" sz="1400"/>
              <a:t>PHOTOS</a:t>
            </a:r>
            <a:endParaRPr sz="1400"/>
          </a:p>
          <a:p>
            <a:pPr indent="-317500" lvl="0" marL="457200" rtl="0" algn="l">
              <a:lnSpc>
                <a:spcPct val="100000"/>
              </a:lnSpc>
              <a:spcBef>
                <a:spcPts val="1200"/>
              </a:spcBef>
              <a:spcAft>
                <a:spcPts val="0"/>
              </a:spcAft>
              <a:buSzPts val="1400"/>
              <a:buChar char="●"/>
            </a:pPr>
            <a:r>
              <a:rPr lang="en" sz="1400">
                <a:uFill>
                  <a:noFill/>
                </a:uFill>
                <a:hlinkClick r:id="rId11"/>
              </a:rPr>
              <a:t>Close up happy man posing</a:t>
            </a:r>
            <a:endParaRPr sz="1400"/>
          </a:p>
          <a:p>
            <a:pPr indent="-317500" lvl="0" marL="457200" marR="50800" rtl="0" algn="l">
              <a:lnSpc>
                <a:spcPct val="100000"/>
              </a:lnSpc>
              <a:spcBef>
                <a:spcPts val="0"/>
              </a:spcBef>
              <a:spcAft>
                <a:spcPts val="0"/>
              </a:spcAft>
              <a:buSzPts val="1400"/>
              <a:buChar char="●"/>
            </a:pPr>
            <a:r>
              <a:rPr lang="en" sz="1400">
                <a:uFill>
                  <a:noFill/>
                </a:uFill>
                <a:hlinkClick r:id="rId12"/>
              </a:rPr>
              <a:t>Medium shot model posing with copy-space</a:t>
            </a:r>
            <a:endParaRPr sz="1400"/>
          </a:p>
          <a:p>
            <a:pPr indent="-317500" lvl="0" marL="457200" marR="50800" rtl="0" algn="l">
              <a:lnSpc>
                <a:spcPct val="100000"/>
              </a:lnSpc>
              <a:spcBef>
                <a:spcPts val="0"/>
              </a:spcBef>
              <a:spcAft>
                <a:spcPts val="0"/>
              </a:spcAft>
              <a:buSzPts val="1400"/>
              <a:buChar char="●"/>
            </a:pPr>
            <a:r>
              <a:rPr lang="en" sz="1400">
                <a:uFill>
                  <a:noFill/>
                </a:uFill>
                <a:hlinkClick r:id="rId13"/>
              </a:rPr>
              <a:t>Close-up shirtless model posing</a:t>
            </a:r>
            <a:endParaRPr sz="1400"/>
          </a:p>
          <a:p>
            <a:pPr indent="-317500" lvl="0" marL="457200" marR="50800" rtl="0" algn="l">
              <a:lnSpc>
                <a:spcPct val="100000"/>
              </a:lnSpc>
              <a:spcBef>
                <a:spcPts val="0"/>
              </a:spcBef>
              <a:spcAft>
                <a:spcPts val="0"/>
              </a:spcAft>
              <a:buSzPts val="1400"/>
              <a:buChar char="●"/>
            </a:pPr>
            <a:r>
              <a:rPr lang="en" sz="1400">
                <a:uFill>
                  <a:noFill/>
                </a:uFill>
                <a:hlinkClick r:id="rId14"/>
              </a:rPr>
              <a:t>Close-up smiley man posing with copy-space</a:t>
            </a:r>
            <a:endParaRPr sz="1400"/>
          </a:p>
          <a:p>
            <a:pPr indent="-317500" lvl="0" marL="457200" marR="50800" rtl="0" algn="l">
              <a:lnSpc>
                <a:spcPct val="100000"/>
              </a:lnSpc>
              <a:spcBef>
                <a:spcPts val="0"/>
              </a:spcBef>
              <a:spcAft>
                <a:spcPts val="0"/>
              </a:spcAft>
              <a:buSzPts val="1400"/>
              <a:buChar char="●"/>
            </a:pPr>
            <a:r>
              <a:rPr lang="en" sz="1400">
                <a:uFill>
                  <a:noFill/>
                </a:uFill>
                <a:hlinkClick r:id="rId15"/>
              </a:rPr>
              <a:t>Medium shot man with open shirt</a:t>
            </a:r>
            <a:endParaRPr sz="1400"/>
          </a:p>
          <a:p>
            <a:pPr indent="-317500" lvl="0" marL="457200" rtl="0" algn="l">
              <a:lnSpc>
                <a:spcPct val="100000"/>
              </a:lnSpc>
              <a:spcBef>
                <a:spcPts val="0"/>
              </a:spcBef>
              <a:spcAft>
                <a:spcPts val="0"/>
              </a:spcAft>
              <a:buSzPts val="1400"/>
              <a:buChar char="●"/>
            </a:pPr>
            <a:r>
              <a:rPr lang="en" sz="1400">
                <a:uFill>
                  <a:noFill/>
                </a:uFill>
                <a:hlinkClick r:id="rId16"/>
              </a:rPr>
              <a:t>Medium shot shirtless man posing</a:t>
            </a:r>
            <a:endParaRPr sz="1400"/>
          </a:p>
          <a:p>
            <a:pPr indent="0" lvl="0" marL="0" rtl="0" algn="l">
              <a:spcBef>
                <a:spcPts val="1200"/>
              </a:spcBef>
              <a:spcAft>
                <a:spcPts val="1200"/>
              </a:spcAft>
              <a:buNone/>
            </a:pPr>
            <a:r>
              <a:t/>
            </a:r>
            <a:endParaRPr sz="1400"/>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9" name="Shape 1929"/>
        <p:cNvGrpSpPr/>
        <p:nvPr/>
      </p:nvGrpSpPr>
      <p:grpSpPr>
        <a:xfrm>
          <a:off x="0" y="0"/>
          <a:ext cx="0" cy="0"/>
          <a:chOff x="0" y="0"/>
          <a:chExt cx="0" cy="0"/>
        </a:xfrm>
      </p:grpSpPr>
      <p:sp>
        <p:nvSpPr>
          <p:cNvPr id="1930" name="Google Shape;1930;p66"/>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1931" name="Google Shape;1931;p66"/>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1932" name="Google Shape;1932;p66"/>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6" name="Shape 1936"/>
        <p:cNvGrpSpPr/>
        <p:nvPr/>
      </p:nvGrpSpPr>
      <p:grpSpPr>
        <a:xfrm>
          <a:off x="0" y="0"/>
          <a:ext cx="0" cy="0"/>
          <a:chOff x="0" y="0"/>
          <a:chExt cx="0" cy="0"/>
        </a:xfrm>
      </p:grpSpPr>
      <p:sp>
        <p:nvSpPr>
          <p:cNvPr id="1937" name="Google Shape;1937;p67"/>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1938" name="Google Shape;1938;p67"/>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1939" name="Google Shape;1939;p67"/>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43" name="Shape 1943"/>
        <p:cNvGrpSpPr/>
        <p:nvPr/>
      </p:nvGrpSpPr>
      <p:grpSpPr>
        <a:xfrm>
          <a:off x="0" y="0"/>
          <a:ext cx="0" cy="0"/>
          <a:chOff x="0" y="0"/>
          <a:chExt cx="0" cy="0"/>
        </a:xfrm>
      </p:grpSpPr>
      <p:sp>
        <p:nvSpPr>
          <p:cNvPr id="1944" name="Google Shape;1944;p68"/>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945" name="Google Shape;1945;p68"/>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946" name="Google Shape;1946;p68"/>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Tenor Sans</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https://fonts.google.com/specimen/Tenor+Sans</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Quicksans</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https://fonts.google.com/specimen/Quicksand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947" name="Google Shape;1947;p68"/>
          <p:cNvGrpSpPr/>
          <p:nvPr/>
        </p:nvGrpSpPr>
        <p:grpSpPr>
          <a:xfrm>
            <a:off x="2583563" y="3498875"/>
            <a:ext cx="3976875" cy="754200"/>
            <a:chOff x="2052655" y="3498875"/>
            <a:chExt cx="3976875" cy="754200"/>
          </a:xfrm>
        </p:grpSpPr>
        <p:sp>
          <p:nvSpPr>
            <p:cNvPr id="1948" name="Google Shape;1948;p68"/>
            <p:cNvSpPr/>
            <p:nvPr/>
          </p:nvSpPr>
          <p:spPr>
            <a:xfrm>
              <a:off x="3114480" y="34988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8"/>
            <p:cNvSpPr/>
            <p:nvPr/>
          </p:nvSpPr>
          <p:spPr>
            <a:xfrm>
              <a:off x="4176300" y="3498875"/>
              <a:ext cx="791400" cy="754200"/>
            </a:xfrm>
            <a:prstGeom prst="roundRect">
              <a:avLst>
                <a:gd fmla="val 16667" name="adj"/>
              </a:avLst>
            </a:prstGeom>
            <a:solidFill>
              <a:srgbClr val="F6F4E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8"/>
            <p:cNvSpPr/>
            <p:nvPr/>
          </p:nvSpPr>
          <p:spPr>
            <a:xfrm>
              <a:off x="5238120" y="3498875"/>
              <a:ext cx="791400" cy="754200"/>
            </a:xfrm>
            <a:prstGeom prst="roundRect">
              <a:avLst>
                <a:gd fmla="val 16667" name="adj"/>
              </a:avLst>
            </a:prstGeom>
            <a:solidFill>
              <a:srgbClr val="CC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8"/>
            <p:cNvSpPr/>
            <p:nvPr/>
          </p:nvSpPr>
          <p:spPr>
            <a:xfrm>
              <a:off x="2052655" y="3498875"/>
              <a:ext cx="791400" cy="754200"/>
            </a:xfrm>
            <a:prstGeom prst="roundRect">
              <a:avLst>
                <a:gd fmla="val 16667"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8"/>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953" name="Google Shape;1953;p68"/>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#f6f4ec</a:t>
              </a:r>
              <a:endParaRPr sz="1000">
                <a:solidFill>
                  <a:schemeClr val="dk1"/>
                </a:solidFill>
              </a:endParaRPr>
            </a:p>
          </p:txBody>
        </p:sp>
        <p:sp>
          <p:nvSpPr>
            <p:cNvPr id="1954" name="Google Shape;1954;p68"/>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#cc0000</a:t>
              </a:r>
              <a:endParaRPr sz="1000">
                <a:solidFill>
                  <a:srgbClr val="FFFFFF"/>
                </a:solidFill>
              </a:endParaRPr>
            </a:p>
          </p:txBody>
        </p:sp>
        <p:sp>
          <p:nvSpPr>
            <p:cNvPr id="1955" name="Google Shape;1955;p68"/>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9" name="Shape 1959"/>
        <p:cNvGrpSpPr/>
        <p:nvPr/>
      </p:nvGrpSpPr>
      <p:grpSpPr>
        <a:xfrm>
          <a:off x="0" y="0"/>
          <a:ext cx="0" cy="0"/>
          <a:chOff x="0" y="0"/>
          <a:chExt cx="0" cy="0"/>
        </a:xfrm>
      </p:grpSpPr>
      <p:sp>
        <p:nvSpPr>
          <p:cNvPr id="1960" name="Google Shape;1960;p69"/>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1961" name="Google Shape;1961;p69"/>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962" name="Google Shape;1962;p69"/>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963" name="Google Shape;1963;p69"/>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1964" name="Google Shape;1964;p69"/>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1965" name="Google Shape;1965;p69"/>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1966" name="Google Shape;1966;p69"/>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1967" name="Google Shape;1967;p69"/>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1968" name="Google Shape;1968;p69"/>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1969" name="Google Shape;1969;p69"/>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1970" name="Google Shape;1970;p69"/>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1971" name="Google Shape;1971;p69"/>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75" name="Shape 1975"/>
        <p:cNvGrpSpPr/>
        <p:nvPr/>
      </p:nvGrpSpPr>
      <p:grpSpPr>
        <a:xfrm>
          <a:off x="0" y="0"/>
          <a:ext cx="0" cy="0"/>
          <a:chOff x="0" y="0"/>
          <a:chExt cx="0" cy="0"/>
        </a:xfrm>
      </p:grpSpPr>
      <p:sp>
        <p:nvSpPr>
          <p:cNvPr id="1976" name="Google Shape;1976;p70"/>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977" name="Google Shape;1977;p70"/>
          <p:cNvGrpSpPr/>
          <p:nvPr/>
        </p:nvGrpSpPr>
        <p:grpSpPr>
          <a:xfrm>
            <a:off x="5156078" y="3085736"/>
            <a:ext cx="474294" cy="551291"/>
            <a:chOff x="4727025" y="1332775"/>
            <a:chExt cx="59900" cy="69625"/>
          </a:xfrm>
        </p:grpSpPr>
        <p:sp>
          <p:nvSpPr>
            <p:cNvPr id="1978" name="Google Shape;1978;p7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70"/>
          <p:cNvGrpSpPr/>
          <p:nvPr/>
        </p:nvGrpSpPr>
        <p:grpSpPr>
          <a:xfrm>
            <a:off x="5769734" y="2314340"/>
            <a:ext cx="555653" cy="557031"/>
            <a:chOff x="4820425" y="1329900"/>
            <a:chExt cx="70175" cy="70350"/>
          </a:xfrm>
        </p:grpSpPr>
        <p:sp>
          <p:nvSpPr>
            <p:cNvPr id="1981" name="Google Shape;1981;p7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 name="Google Shape;1985;p70"/>
          <p:cNvGrpSpPr/>
          <p:nvPr/>
        </p:nvGrpSpPr>
        <p:grpSpPr>
          <a:xfrm>
            <a:off x="6396103" y="2318845"/>
            <a:ext cx="582574" cy="533871"/>
            <a:chOff x="4903200" y="1331525"/>
            <a:chExt cx="73575" cy="67425"/>
          </a:xfrm>
        </p:grpSpPr>
        <p:sp>
          <p:nvSpPr>
            <p:cNvPr id="1986" name="Google Shape;1986;p7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70"/>
          <p:cNvGrpSpPr/>
          <p:nvPr/>
        </p:nvGrpSpPr>
        <p:grpSpPr>
          <a:xfrm>
            <a:off x="5755581" y="3078709"/>
            <a:ext cx="583960" cy="565345"/>
            <a:chOff x="4815575" y="1416800"/>
            <a:chExt cx="73750" cy="71400"/>
          </a:xfrm>
        </p:grpSpPr>
        <p:sp>
          <p:nvSpPr>
            <p:cNvPr id="1989" name="Google Shape;1989;p7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 name="Google Shape;1992;p70"/>
          <p:cNvGrpSpPr/>
          <p:nvPr/>
        </p:nvGrpSpPr>
        <p:grpSpPr>
          <a:xfrm>
            <a:off x="6390362" y="3108896"/>
            <a:ext cx="589898" cy="504970"/>
            <a:chOff x="4902475" y="1418875"/>
            <a:chExt cx="74500" cy="63775"/>
          </a:xfrm>
        </p:grpSpPr>
        <p:sp>
          <p:nvSpPr>
            <p:cNvPr id="1993" name="Google Shape;1993;p7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70"/>
          <p:cNvGrpSpPr/>
          <p:nvPr/>
        </p:nvGrpSpPr>
        <p:grpSpPr>
          <a:xfrm>
            <a:off x="5765577" y="3826000"/>
            <a:ext cx="563967" cy="567127"/>
            <a:chOff x="4818100" y="1507675"/>
            <a:chExt cx="71225" cy="71625"/>
          </a:xfrm>
        </p:grpSpPr>
        <p:sp>
          <p:nvSpPr>
            <p:cNvPr id="1996" name="Google Shape;1996;p7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70"/>
          <p:cNvGrpSpPr/>
          <p:nvPr/>
        </p:nvGrpSpPr>
        <p:grpSpPr>
          <a:xfrm>
            <a:off x="5079075" y="3829461"/>
            <a:ext cx="628301" cy="588505"/>
            <a:chOff x="4721450" y="1509475"/>
            <a:chExt cx="79350" cy="74325"/>
          </a:xfrm>
        </p:grpSpPr>
        <p:sp>
          <p:nvSpPr>
            <p:cNvPr id="2001" name="Google Shape;2001;p7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 name="Google Shape;2005;p70"/>
          <p:cNvGrpSpPr/>
          <p:nvPr/>
        </p:nvGrpSpPr>
        <p:grpSpPr>
          <a:xfrm>
            <a:off x="6424608" y="3814027"/>
            <a:ext cx="557038" cy="562772"/>
            <a:chOff x="4906800" y="1507500"/>
            <a:chExt cx="70350" cy="71075"/>
          </a:xfrm>
        </p:grpSpPr>
        <p:sp>
          <p:nvSpPr>
            <p:cNvPr id="2006" name="Google Shape;2006;p7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70"/>
          <p:cNvGrpSpPr/>
          <p:nvPr/>
        </p:nvGrpSpPr>
        <p:grpSpPr>
          <a:xfrm>
            <a:off x="4462216" y="2340963"/>
            <a:ext cx="517934" cy="517934"/>
            <a:chOff x="3736598" y="2170606"/>
            <a:chExt cx="404889" cy="404889"/>
          </a:xfrm>
        </p:grpSpPr>
        <p:sp>
          <p:nvSpPr>
            <p:cNvPr id="2012" name="Google Shape;2012;p7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 name="Google Shape;2016;p70"/>
          <p:cNvGrpSpPr/>
          <p:nvPr/>
        </p:nvGrpSpPr>
        <p:grpSpPr>
          <a:xfrm>
            <a:off x="3729277" y="2341061"/>
            <a:ext cx="586986" cy="517740"/>
            <a:chOff x="3161917" y="2170682"/>
            <a:chExt cx="458870" cy="404737"/>
          </a:xfrm>
        </p:grpSpPr>
        <p:sp>
          <p:nvSpPr>
            <p:cNvPr id="2017" name="Google Shape;2017;p7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70"/>
          <p:cNvGrpSpPr/>
          <p:nvPr/>
        </p:nvGrpSpPr>
        <p:grpSpPr>
          <a:xfrm>
            <a:off x="3752299" y="3102400"/>
            <a:ext cx="540943" cy="517963"/>
            <a:chOff x="3179914" y="2889488"/>
            <a:chExt cx="422876" cy="404911"/>
          </a:xfrm>
        </p:grpSpPr>
        <p:sp>
          <p:nvSpPr>
            <p:cNvPr id="2021" name="Google Shape;2021;p7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 name="Google Shape;2027;p70"/>
          <p:cNvGrpSpPr/>
          <p:nvPr/>
        </p:nvGrpSpPr>
        <p:grpSpPr>
          <a:xfrm>
            <a:off x="4453093" y="3102358"/>
            <a:ext cx="536180" cy="518047"/>
            <a:chOff x="3729467" y="2889422"/>
            <a:chExt cx="419153" cy="404977"/>
          </a:xfrm>
        </p:grpSpPr>
        <p:sp>
          <p:nvSpPr>
            <p:cNvPr id="2028" name="Google Shape;2028;p7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70"/>
          <p:cNvGrpSpPr/>
          <p:nvPr/>
        </p:nvGrpSpPr>
        <p:grpSpPr>
          <a:xfrm>
            <a:off x="1990126" y="3445787"/>
            <a:ext cx="965351" cy="134611"/>
            <a:chOff x="4411970" y="2962952"/>
            <a:chExt cx="706544" cy="104212"/>
          </a:xfrm>
        </p:grpSpPr>
        <p:sp>
          <p:nvSpPr>
            <p:cNvPr id="2036" name="Google Shape;2036;p7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70"/>
          <p:cNvGrpSpPr/>
          <p:nvPr/>
        </p:nvGrpSpPr>
        <p:grpSpPr>
          <a:xfrm>
            <a:off x="1990126" y="3041077"/>
            <a:ext cx="960158" cy="289172"/>
            <a:chOff x="4411970" y="2726085"/>
            <a:chExt cx="643107" cy="193659"/>
          </a:xfrm>
        </p:grpSpPr>
        <p:sp>
          <p:nvSpPr>
            <p:cNvPr id="2041" name="Google Shape;2041;p7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70"/>
          <p:cNvGrpSpPr/>
          <p:nvPr/>
        </p:nvGrpSpPr>
        <p:grpSpPr>
          <a:xfrm>
            <a:off x="998624" y="3295400"/>
            <a:ext cx="811503" cy="252584"/>
            <a:chOff x="4411970" y="4340222"/>
            <a:chExt cx="779467" cy="242683"/>
          </a:xfrm>
        </p:grpSpPr>
        <p:sp>
          <p:nvSpPr>
            <p:cNvPr id="2045" name="Google Shape;2045;p7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 name="Google Shape;2048;p70"/>
          <p:cNvGrpSpPr/>
          <p:nvPr/>
        </p:nvGrpSpPr>
        <p:grpSpPr>
          <a:xfrm>
            <a:off x="1990126" y="2709308"/>
            <a:ext cx="965160" cy="216230"/>
            <a:chOff x="4411970" y="2468674"/>
            <a:chExt cx="747317" cy="167425"/>
          </a:xfrm>
        </p:grpSpPr>
        <p:sp>
          <p:nvSpPr>
            <p:cNvPr id="2049" name="Google Shape;2049;p7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1" name="Google Shape;2051;p70"/>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2" name="Google Shape;2052;p70"/>
          <p:cNvGrpSpPr/>
          <p:nvPr/>
        </p:nvGrpSpPr>
        <p:grpSpPr>
          <a:xfrm>
            <a:off x="997692" y="2334687"/>
            <a:ext cx="1959041" cy="208784"/>
            <a:chOff x="6336019" y="3733725"/>
            <a:chExt cx="2566206" cy="351310"/>
          </a:xfrm>
        </p:grpSpPr>
        <p:sp>
          <p:nvSpPr>
            <p:cNvPr id="2053" name="Google Shape;2053;p7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70"/>
          <p:cNvGrpSpPr/>
          <p:nvPr/>
        </p:nvGrpSpPr>
        <p:grpSpPr>
          <a:xfrm>
            <a:off x="1990126" y="3950602"/>
            <a:ext cx="946551" cy="153200"/>
            <a:chOff x="4404545" y="3301592"/>
            <a:chExt cx="782403" cy="129272"/>
          </a:xfrm>
        </p:grpSpPr>
        <p:sp>
          <p:nvSpPr>
            <p:cNvPr id="2058" name="Google Shape;2058;p7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 name="Google Shape;2060;p70"/>
          <p:cNvGrpSpPr/>
          <p:nvPr/>
        </p:nvGrpSpPr>
        <p:grpSpPr>
          <a:xfrm>
            <a:off x="1990126" y="3695937"/>
            <a:ext cx="962257" cy="139127"/>
            <a:chOff x="4411970" y="3131459"/>
            <a:chExt cx="710520" cy="117397"/>
          </a:xfrm>
        </p:grpSpPr>
        <p:sp>
          <p:nvSpPr>
            <p:cNvPr id="2061" name="Google Shape;2061;p7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063" name="Google Shape;2063;p70"/>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4" name="Google Shape;2064;p70"/>
          <p:cNvGrpSpPr/>
          <p:nvPr/>
        </p:nvGrpSpPr>
        <p:grpSpPr>
          <a:xfrm>
            <a:off x="990271" y="3621603"/>
            <a:ext cx="823838" cy="458988"/>
            <a:chOff x="4411970" y="1801825"/>
            <a:chExt cx="734586" cy="409262"/>
          </a:xfrm>
        </p:grpSpPr>
        <p:sp>
          <p:nvSpPr>
            <p:cNvPr id="2065" name="Google Shape;2065;p7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 name="Google Shape;2067;p70"/>
          <p:cNvGrpSpPr/>
          <p:nvPr/>
        </p:nvGrpSpPr>
        <p:grpSpPr>
          <a:xfrm>
            <a:off x="3095243" y="2339173"/>
            <a:ext cx="521514" cy="521514"/>
            <a:chOff x="5681300" y="2527788"/>
            <a:chExt cx="805800" cy="805800"/>
          </a:xfrm>
        </p:grpSpPr>
        <p:sp>
          <p:nvSpPr>
            <p:cNvPr id="2068" name="Google Shape;2068;p7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 name="Google Shape;2070;p70"/>
          <p:cNvGrpSpPr/>
          <p:nvPr/>
        </p:nvGrpSpPr>
        <p:grpSpPr>
          <a:xfrm>
            <a:off x="3089483" y="3094865"/>
            <a:ext cx="533033" cy="533033"/>
            <a:chOff x="4049800" y="640400"/>
            <a:chExt cx="858900" cy="858900"/>
          </a:xfrm>
        </p:grpSpPr>
        <p:sp>
          <p:nvSpPr>
            <p:cNvPr id="2071" name="Google Shape;2071;p7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 name="Google Shape;2073;p70"/>
          <p:cNvGrpSpPr/>
          <p:nvPr/>
        </p:nvGrpSpPr>
        <p:grpSpPr>
          <a:xfrm>
            <a:off x="3014966" y="3772543"/>
            <a:ext cx="682068" cy="682068"/>
            <a:chOff x="5080188" y="927900"/>
            <a:chExt cx="961200" cy="961200"/>
          </a:xfrm>
        </p:grpSpPr>
        <p:sp>
          <p:nvSpPr>
            <p:cNvPr id="2074" name="Google Shape;2074;p7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 name="Google Shape;2082;p70"/>
          <p:cNvGrpSpPr/>
          <p:nvPr/>
        </p:nvGrpSpPr>
        <p:grpSpPr>
          <a:xfrm>
            <a:off x="4478465" y="3869234"/>
            <a:ext cx="505650" cy="504006"/>
            <a:chOff x="6039282" y="1042577"/>
            <a:chExt cx="734315" cy="731929"/>
          </a:xfrm>
        </p:grpSpPr>
        <p:sp>
          <p:nvSpPr>
            <p:cNvPr id="2083" name="Google Shape;2083;p7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70"/>
          <p:cNvGrpSpPr/>
          <p:nvPr/>
        </p:nvGrpSpPr>
        <p:grpSpPr>
          <a:xfrm>
            <a:off x="5091067" y="2298862"/>
            <a:ext cx="567744" cy="602136"/>
            <a:chOff x="1825800" y="1651625"/>
            <a:chExt cx="539989" cy="571775"/>
          </a:xfrm>
        </p:grpSpPr>
        <p:sp>
          <p:nvSpPr>
            <p:cNvPr id="2105" name="Google Shape;2105;p7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 name="Google Shape;2109;p70"/>
          <p:cNvGrpSpPr/>
          <p:nvPr/>
        </p:nvGrpSpPr>
        <p:grpSpPr>
          <a:xfrm>
            <a:off x="3765995" y="3855579"/>
            <a:ext cx="508123" cy="507955"/>
            <a:chOff x="1897577" y="2802432"/>
            <a:chExt cx="492176" cy="492014"/>
          </a:xfrm>
        </p:grpSpPr>
        <p:sp>
          <p:nvSpPr>
            <p:cNvPr id="2110" name="Google Shape;2110;p7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70"/>
          <p:cNvGrpSpPr/>
          <p:nvPr/>
        </p:nvGrpSpPr>
        <p:grpSpPr>
          <a:xfrm>
            <a:off x="997525" y="4169123"/>
            <a:ext cx="809227" cy="200842"/>
            <a:chOff x="2013045" y="4813233"/>
            <a:chExt cx="921986" cy="228854"/>
          </a:xfrm>
        </p:grpSpPr>
        <p:sp>
          <p:nvSpPr>
            <p:cNvPr id="2123" name="Google Shape;2123;p7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 name="Google Shape;2125;p70"/>
          <p:cNvGrpSpPr/>
          <p:nvPr/>
        </p:nvGrpSpPr>
        <p:grpSpPr>
          <a:xfrm>
            <a:off x="1005985" y="2656004"/>
            <a:ext cx="792421" cy="269941"/>
            <a:chOff x="1046767" y="4756633"/>
            <a:chExt cx="859646" cy="292841"/>
          </a:xfrm>
        </p:grpSpPr>
        <p:sp>
          <p:nvSpPr>
            <p:cNvPr id="2126" name="Google Shape;2126;p7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9" name="Google Shape;2129;p7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3" name="Google Shape;2133;p70"/>
          <p:cNvGrpSpPr/>
          <p:nvPr/>
        </p:nvGrpSpPr>
        <p:grpSpPr>
          <a:xfrm>
            <a:off x="7141841" y="2550562"/>
            <a:ext cx="166473" cy="141497"/>
            <a:chOff x="4660325" y="1866850"/>
            <a:chExt cx="68350" cy="58100"/>
          </a:xfrm>
        </p:grpSpPr>
        <p:sp>
          <p:nvSpPr>
            <p:cNvPr id="2134" name="Google Shape;2134;p7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 name="Google Shape;2136;p70"/>
          <p:cNvGrpSpPr/>
          <p:nvPr/>
        </p:nvGrpSpPr>
        <p:grpSpPr>
          <a:xfrm>
            <a:off x="7451186" y="2576286"/>
            <a:ext cx="162515" cy="90049"/>
            <a:chOff x="4791775" y="1877500"/>
            <a:chExt cx="66725" cy="36975"/>
          </a:xfrm>
        </p:grpSpPr>
        <p:sp>
          <p:nvSpPr>
            <p:cNvPr id="2137" name="Google Shape;2137;p7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 name="Google Shape;2139;p70"/>
          <p:cNvGrpSpPr/>
          <p:nvPr/>
        </p:nvGrpSpPr>
        <p:grpSpPr>
          <a:xfrm>
            <a:off x="7772899" y="2576286"/>
            <a:ext cx="144979" cy="90049"/>
            <a:chOff x="4923925" y="1877500"/>
            <a:chExt cx="59525" cy="36975"/>
          </a:xfrm>
        </p:grpSpPr>
        <p:sp>
          <p:nvSpPr>
            <p:cNvPr id="2140" name="Google Shape;2140;p7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70"/>
          <p:cNvGrpSpPr/>
          <p:nvPr/>
        </p:nvGrpSpPr>
        <p:grpSpPr>
          <a:xfrm>
            <a:off x="8067390" y="2558477"/>
            <a:ext cx="141447" cy="125667"/>
            <a:chOff x="5058450" y="1870100"/>
            <a:chExt cx="58075" cy="51600"/>
          </a:xfrm>
        </p:grpSpPr>
        <p:sp>
          <p:nvSpPr>
            <p:cNvPr id="2143" name="Google Shape;2143;p7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70"/>
          <p:cNvGrpSpPr/>
          <p:nvPr/>
        </p:nvGrpSpPr>
        <p:grpSpPr>
          <a:xfrm>
            <a:off x="7481905" y="2980885"/>
            <a:ext cx="101077" cy="107645"/>
            <a:chOff x="4811425" y="2065025"/>
            <a:chExt cx="41500" cy="44200"/>
          </a:xfrm>
        </p:grpSpPr>
        <p:sp>
          <p:nvSpPr>
            <p:cNvPr id="2146" name="Google Shape;2146;p7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 name="Google Shape;2148;p70"/>
          <p:cNvGrpSpPr/>
          <p:nvPr/>
        </p:nvGrpSpPr>
        <p:grpSpPr>
          <a:xfrm>
            <a:off x="7774342" y="2981098"/>
            <a:ext cx="120867" cy="107218"/>
            <a:chOff x="4929875" y="2065025"/>
            <a:chExt cx="49625" cy="44025"/>
          </a:xfrm>
        </p:grpSpPr>
        <p:sp>
          <p:nvSpPr>
            <p:cNvPr id="2149" name="Google Shape;2149;p7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 name="Google Shape;2151;p70"/>
          <p:cNvGrpSpPr/>
          <p:nvPr/>
        </p:nvGrpSpPr>
        <p:grpSpPr>
          <a:xfrm>
            <a:off x="8103011" y="2984112"/>
            <a:ext cx="70206" cy="101191"/>
            <a:chOff x="5083925" y="2066350"/>
            <a:chExt cx="28825" cy="41550"/>
          </a:xfrm>
        </p:grpSpPr>
        <p:sp>
          <p:nvSpPr>
            <p:cNvPr id="2152" name="Google Shape;2152;p7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 name="Google Shape;2154;p70"/>
          <p:cNvGrpSpPr/>
          <p:nvPr/>
        </p:nvGrpSpPr>
        <p:grpSpPr>
          <a:xfrm>
            <a:off x="7134565" y="2999759"/>
            <a:ext cx="181026" cy="69896"/>
            <a:chOff x="4659775" y="2072775"/>
            <a:chExt cx="74325" cy="28700"/>
          </a:xfrm>
        </p:grpSpPr>
        <p:sp>
          <p:nvSpPr>
            <p:cNvPr id="2155" name="Google Shape;2155;p7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 name="Google Shape;2158;p70"/>
          <p:cNvGrpSpPr/>
          <p:nvPr/>
        </p:nvGrpSpPr>
        <p:grpSpPr>
          <a:xfrm>
            <a:off x="8054421" y="2790324"/>
            <a:ext cx="167387" cy="89197"/>
            <a:chOff x="4662475" y="1976500"/>
            <a:chExt cx="68725" cy="36625"/>
          </a:xfrm>
        </p:grpSpPr>
        <p:sp>
          <p:nvSpPr>
            <p:cNvPr id="2159" name="Google Shape;2159;p7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 name="Google Shape;2162;p70"/>
          <p:cNvGrpSpPr/>
          <p:nvPr/>
        </p:nvGrpSpPr>
        <p:grpSpPr>
          <a:xfrm>
            <a:off x="7751326" y="2793764"/>
            <a:ext cx="166899" cy="82317"/>
            <a:chOff x="4920150" y="1977875"/>
            <a:chExt cx="68525" cy="33800"/>
          </a:xfrm>
        </p:grpSpPr>
        <p:sp>
          <p:nvSpPr>
            <p:cNvPr id="2163" name="Google Shape;2163;p7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70"/>
          <p:cNvGrpSpPr/>
          <p:nvPr/>
        </p:nvGrpSpPr>
        <p:grpSpPr>
          <a:xfrm>
            <a:off x="7162483" y="3197682"/>
            <a:ext cx="125190" cy="127859"/>
            <a:chOff x="4676550" y="2160575"/>
            <a:chExt cx="51400" cy="52500"/>
          </a:xfrm>
        </p:grpSpPr>
        <p:sp>
          <p:nvSpPr>
            <p:cNvPr id="2167" name="Google Shape;2167;p7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 name="Google Shape;2170;p70"/>
          <p:cNvGrpSpPr/>
          <p:nvPr/>
        </p:nvGrpSpPr>
        <p:grpSpPr>
          <a:xfrm>
            <a:off x="7459741" y="3204714"/>
            <a:ext cx="145405" cy="113794"/>
            <a:chOff x="4768325" y="2163475"/>
            <a:chExt cx="59700" cy="46725"/>
          </a:xfrm>
        </p:grpSpPr>
        <p:sp>
          <p:nvSpPr>
            <p:cNvPr id="2171" name="Google Shape;2171;p7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3" name="Google Shape;2173;p7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9" name="Google Shape;2179;p70"/>
          <p:cNvGrpSpPr/>
          <p:nvPr/>
        </p:nvGrpSpPr>
        <p:grpSpPr>
          <a:xfrm>
            <a:off x="7476059" y="3459808"/>
            <a:ext cx="112768" cy="106853"/>
            <a:chOff x="4768575" y="2253950"/>
            <a:chExt cx="46300" cy="43875"/>
          </a:xfrm>
        </p:grpSpPr>
        <p:sp>
          <p:nvSpPr>
            <p:cNvPr id="2180" name="Google Shape;2180;p7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 name="Google Shape;2182;p70"/>
          <p:cNvGrpSpPr/>
          <p:nvPr/>
        </p:nvGrpSpPr>
        <p:grpSpPr>
          <a:xfrm>
            <a:off x="7775682" y="3948834"/>
            <a:ext cx="118187" cy="146246"/>
            <a:chOff x="4960900" y="2433225"/>
            <a:chExt cx="48525" cy="60050"/>
          </a:xfrm>
        </p:grpSpPr>
        <p:sp>
          <p:nvSpPr>
            <p:cNvPr id="2183" name="Google Shape;2183;p7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70"/>
          <p:cNvGrpSpPr/>
          <p:nvPr/>
        </p:nvGrpSpPr>
        <p:grpSpPr>
          <a:xfrm>
            <a:off x="7464247" y="4212895"/>
            <a:ext cx="136394" cy="143810"/>
            <a:chOff x="4854075" y="2527625"/>
            <a:chExt cx="56000" cy="59050"/>
          </a:xfrm>
        </p:grpSpPr>
        <p:sp>
          <p:nvSpPr>
            <p:cNvPr id="2186" name="Google Shape;2186;p7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8" name="Google Shape;2188;p7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1" name="Google Shape;2191;p70"/>
          <p:cNvGrpSpPr/>
          <p:nvPr/>
        </p:nvGrpSpPr>
        <p:grpSpPr>
          <a:xfrm>
            <a:off x="8088458" y="3676639"/>
            <a:ext cx="99312" cy="160797"/>
            <a:chOff x="5059700" y="2334775"/>
            <a:chExt cx="40775" cy="66025"/>
          </a:xfrm>
        </p:grpSpPr>
        <p:sp>
          <p:nvSpPr>
            <p:cNvPr id="2192" name="Google Shape;2192;p7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 name="Google Shape;2201;p70"/>
          <p:cNvGrpSpPr/>
          <p:nvPr/>
        </p:nvGrpSpPr>
        <p:grpSpPr>
          <a:xfrm>
            <a:off x="8045622" y="3941771"/>
            <a:ext cx="184984" cy="160371"/>
            <a:chOff x="5037700" y="2430325"/>
            <a:chExt cx="75950" cy="65850"/>
          </a:xfrm>
        </p:grpSpPr>
        <p:sp>
          <p:nvSpPr>
            <p:cNvPr id="2202" name="Google Shape;2202;p7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70"/>
          <p:cNvGrpSpPr/>
          <p:nvPr/>
        </p:nvGrpSpPr>
        <p:grpSpPr>
          <a:xfrm>
            <a:off x="7465128" y="3708223"/>
            <a:ext cx="173014" cy="97629"/>
            <a:chOff x="4756975" y="2341800"/>
            <a:chExt cx="91975" cy="51925"/>
          </a:xfrm>
        </p:grpSpPr>
        <p:sp>
          <p:nvSpPr>
            <p:cNvPr id="2205" name="Google Shape;2205;p7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 name="Google Shape;2225;p70"/>
          <p:cNvGrpSpPr/>
          <p:nvPr/>
        </p:nvGrpSpPr>
        <p:grpSpPr>
          <a:xfrm>
            <a:off x="7732065" y="4196920"/>
            <a:ext cx="212497" cy="175761"/>
            <a:chOff x="4943575" y="2516350"/>
            <a:chExt cx="98675" cy="81700"/>
          </a:xfrm>
        </p:grpSpPr>
        <p:sp>
          <p:nvSpPr>
            <p:cNvPr id="2226" name="Google Shape;2226;p7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4" name="Google Shape;2304;p7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0"/>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0"/>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2" name="Shape 2312"/>
        <p:cNvGrpSpPr/>
        <p:nvPr/>
      </p:nvGrpSpPr>
      <p:grpSpPr>
        <a:xfrm>
          <a:off x="0" y="0"/>
          <a:ext cx="0" cy="0"/>
          <a:chOff x="0" y="0"/>
          <a:chExt cx="0" cy="0"/>
        </a:xfrm>
      </p:grpSpPr>
      <p:grpSp>
        <p:nvGrpSpPr>
          <p:cNvPr id="2313" name="Google Shape;2313;p71"/>
          <p:cNvGrpSpPr/>
          <p:nvPr/>
        </p:nvGrpSpPr>
        <p:grpSpPr>
          <a:xfrm>
            <a:off x="3642951" y="1176740"/>
            <a:ext cx="2078182" cy="1366558"/>
            <a:chOff x="235800" y="830650"/>
            <a:chExt cx="6978450" cy="4588844"/>
          </a:xfrm>
        </p:grpSpPr>
        <p:sp>
          <p:nvSpPr>
            <p:cNvPr id="2314" name="Google Shape;2314;p7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 name="Google Shape;2320;p71"/>
          <p:cNvGrpSpPr/>
          <p:nvPr/>
        </p:nvGrpSpPr>
        <p:grpSpPr>
          <a:xfrm>
            <a:off x="749629" y="2988892"/>
            <a:ext cx="2622876" cy="1333540"/>
            <a:chOff x="238125" y="1038125"/>
            <a:chExt cx="7146800" cy="3633625"/>
          </a:xfrm>
        </p:grpSpPr>
        <p:sp>
          <p:nvSpPr>
            <p:cNvPr id="2321" name="Google Shape;2321;p7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71"/>
          <p:cNvGrpSpPr/>
          <p:nvPr/>
        </p:nvGrpSpPr>
        <p:grpSpPr>
          <a:xfrm>
            <a:off x="5961311" y="1231136"/>
            <a:ext cx="2435960" cy="1297725"/>
            <a:chOff x="233350" y="949250"/>
            <a:chExt cx="7137300" cy="3802300"/>
          </a:xfrm>
        </p:grpSpPr>
        <p:sp>
          <p:nvSpPr>
            <p:cNvPr id="3894" name="Google Shape;3894;p7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71"/>
          <p:cNvGrpSpPr/>
          <p:nvPr/>
        </p:nvGrpSpPr>
        <p:grpSpPr>
          <a:xfrm>
            <a:off x="7714435" y="3194726"/>
            <a:ext cx="104231" cy="320340"/>
            <a:chOff x="7564426" y="3224343"/>
            <a:chExt cx="119985" cy="368801"/>
          </a:xfrm>
        </p:grpSpPr>
        <p:sp>
          <p:nvSpPr>
            <p:cNvPr id="3946" name="Google Shape;3946;p7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8" name="Google Shape;3948;p71"/>
          <p:cNvGrpSpPr/>
          <p:nvPr/>
        </p:nvGrpSpPr>
        <p:grpSpPr>
          <a:xfrm>
            <a:off x="7413923" y="3188827"/>
            <a:ext cx="189489" cy="332132"/>
            <a:chOff x="8370831" y="3202002"/>
            <a:chExt cx="218129" cy="382376"/>
          </a:xfrm>
        </p:grpSpPr>
        <p:sp>
          <p:nvSpPr>
            <p:cNvPr id="3949" name="Google Shape;3949;p7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1" name="Google Shape;3951;p71"/>
          <p:cNvGrpSpPr/>
          <p:nvPr/>
        </p:nvGrpSpPr>
        <p:grpSpPr>
          <a:xfrm>
            <a:off x="8137312" y="3599959"/>
            <a:ext cx="309429" cy="267000"/>
            <a:chOff x="6742064" y="3750480"/>
            <a:chExt cx="399315" cy="344560"/>
          </a:xfrm>
        </p:grpSpPr>
        <p:sp>
          <p:nvSpPr>
            <p:cNvPr id="3952" name="Google Shape;3952;p7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71"/>
          <p:cNvGrpSpPr/>
          <p:nvPr/>
        </p:nvGrpSpPr>
        <p:grpSpPr>
          <a:xfrm>
            <a:off x="7676331" y="3951006"/>
            <a:ext cx="180437" cy="281608"/>
            <a:chOff x="7248525" y="3739696"/>
            <a:chExt cx="230531" cy="359790"/>
          </a:xfrm>
        </p:grpSpPr>
        <p:sp>
          <p:nvSpPr>
            <p:cNvPr id="3955" name="Google Shape;3955;p7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7" name="Google Shape;3957;p71"/>
          <p:cNvGrpSpPr/>
          <p:nvPr/>
        </p:nvGrpSpPr>
        <p:grpSpPr>
          <a:xfrm>
            <a:off x="7922251" y="3594231"/>
            <a:ext cx="162896" cy="278710"/>
            <a:chOff x="7601242" y="3729267"/>
            <a:chExt cx="222566" cy="380803"/>
          </a:xfrm>
        </p:grpSpPr>
        <p:sp>
          <p:nvSpPr>
            <p:cNvPr id="3958" name="Google Shape;3958;p7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0" name="Google Shape;3960;p71"/>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1" name="Google Shape;3961;p71"/>
          <p:cNvGrpSpPr/>
          <p:nvPr/>
        </p:nvGrpSpPr>
        <p:grpSpPr>
          <a:xfrm>
            <a:off x="7411896" y="3595371"/>
            <a:ext cx="193543" cy="275990"/>
            <a:chOff x="8304647" y="3738687"/>
            <a:chExt cx="225076" cy="320956"/>
          </a:xfrm>
        </p:grpSpPr>
        <p:sp>
          <p:nvSpPr>
            <p:cNvPr id="3962" name="Google Shape;3962;p7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5" name="Google Shape;3965;p71"/>
          <p:cNvGrpSpPr/>
          <p:nvPr/>
        </p:nvGrpSpPr>
        <p:grpSpPr>
          <a:xfrm>
            <a:off x="7684389" y="3595371"/>
            <a:ext cx="178492" cy="275990"/>
            <a:chOff x="8615101" y="3738687"/>
            <a:chExt cx="207573" cy="320956"/>
          </a:xfrm>
        </p:grpSpPr>
        <p:sp>
          <p:nvSpPr>
            <p:cNvPr id="3966" name="Google Shape;3966;p7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9" name="Google Shape;3969;p71"/>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0" name="Google Shape;3970;p71"/>
          <p:cNvGrpSpPr/>
          <p:nvPr/>
        </p:nvGrpSpPr>
        <p:grpSpPr>
          <a:xfrm>
            <a:off x="7909920" y="3998032"/>
            <a:ext cx="187557" cy="187557"/>
            <a:chOff x="8565775" y="671075"/>
            <a:chExt cx="441000" cy="441000"/>
          </a:xfrm>
        </p:grpSpPr>
        <p:sp>
          <p:nvSpPr>
            <p:cNvPr id="3971" name="Google Shape;3971;p7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3" name="Google Shape;3973;p71"/>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1"/>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5" name="Google Shape;3975;p71"/>
          <p:cNvGrpSpPr/>
          <p:nvPr/>
        </p:nvGrpSpPr>
        <p:grpSpPr>
          <a:xfrm>
            <a:off x="6064392" y="3070557"/>
            <a:ext cx="587865" cy="517731"/>
            <a:chOff x="6000718" y="3070557"/>
            <a:chExt cx="587865" cy="517731"/>
          </a:xfrm>
        </p:grpSpPr>
        <p:sp>
          <p:nvSpPr>
            <p:cNvPr id="3976" name="Google Shape;3976;p7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6" name="Google Shape;3986;p71"/>
          <p:cNvGrpSpPr/>
          <p:nvPr/>
        </p:nvGrpSpPr>
        <p:grpSpPr>
          <a:xfrm>
            <a:off x="6079197" y="3714217"/>
            <a:ext cx="557665" cy="516387"/>
            <a:chOff x="6015523" y="3714217"/>
            <a:chExt cx="557665" cy="516387"/>
          </a:xfrm>
        </p:grpSpPr>
        <p:grpSp>
          <p:nvGrpSpPr>
            <p:cNvPr id="3987" name="Google Shape;3987;p71"/>
            <p:cNvGrpSpPr/>
            <p:nvPr/>
          </p:nvGrpSpPr>
          <p:grpSpPr>
            <a:xfrm>
              <a:off x="6036094" y="3716980"/>
              <a:ext cx="529822" cy="510480"/>
              <a:chOff x="3148311" y="-545634"/>
              <a:chExt cx="1006118" cy="969572"/>
            </a:xfrm>
          </p:grpSpPr>
          <p:sp>
            <p:nvSpPr>
              <p:cNvPr id="3988" name="Google Shape;3988;p7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8" name="Google Shape;3998;p7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9" name="Google Shape;3999;p71"/>
          <p:cNvGrpSpPr/>
          <p:nvPr/>
        </p:nvGrpSpPr>
        <p:grpSpPr>
          <a:xfrm>
            <a:off x="6707979" y="3073628"/>
            <a:ext cx="576302" cy="511871"/>
            <a:chOff x="6644304" y="3073628"/>
            <a:chExt cx="576302" cy="511871"/>
          </a:xfrm>
        </p:grpSpPr>
        <p:grpSp>
          <p:nvGrpSpPr>
            <p:cNvPr id="4000" name="Google Shape;4000;p71"/>
            <p:cNvGrpSpPr/>
            <p:nvPr/>
          </p:nvGrpSpPr>
          <p:grpSpPr>
            <a:xfrm>
              <a:off x="6712169" y="3073651"/>
              <a:ext cx="481611" cy="506713"/>
              <a:chOff x="1833536" y="-546641"/>
              <a:chExt cx="914567" cy="962419"/>
            </a:xfrm>
          </p:grpSpPr>
          <p:grpSp>
            <p:nvGrpSpPr>
              <p:cNvPr id="4001" name="Google Shape;4001;p71"/>
              <p:cNvGrpSpPr/>
              <p:nvPr/>
            </p:nvGrpSpPr>
            <p:grpSpPr>
              <a:xfrm>
                <a:off x="1833536" y="-524249"/>
                <a:ext cx="914567" cy="940027"/>
                <a:chOff x="1833536" y="-524249"/>
                <a:chExt cx="914567" cy="940027"/>
              </a:xfrm>
            </p:grpSpPr>
            <p:sp>
              <p:nvSpPr>
                <p:cNvPr id="4002" name="Google Shape;4002;p7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7" name="Google Shape;4007;p7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1" name="Google Shape;4011;p7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2" name="Google Shape;4012;p71"/>
          <p:cNvGrpSpPr/>
          <p:nvPr/>
        </p:nvGrpSpPr>
        <p:grpSpPr>
          <a:xfrm>
            <a:off x="6715725" y="3714143"/>
            <a:ext cx="560636" cy="516497"/>
            <a:chOff x="6652051" y="3714143"/>
            <a:chExt cx="560636" cy="516497"/>
          </a:xfrm>
        </p:grpSpPr>
        <p:grpSp>
          <p:nvGrpSpPr>
            <p:cNvPr id="4013" name="Google Shape;4013;p71"/>
            <p:cNvGrpSpPr/>
            <p:nvPr/>
          </p:nvGrpSpPr>
          <p:grpSpPr>
            <a:xfrm>
              <a:off x="6669657" y="3716715"/>
              <a:ext cx="466768" cy="464314"/>
              <a:chOff x="3139766" y="765669"/>
              <a:chExt cx="886380" cy="881888"/>
            </a:xfrm>
          </p:grpSpPr>
          <p:grpSp>
            <p:nvGrpSpPr>
              <p:cNvPr id="4014" name="Google Shape;4014;p71"/>
              <p:cNvGrpSpPr/>
              <p:nvPr/>
            </p:nvGrpSpPr>
            <p:grpSpPr>
              <a:xfrm>
                <a:off x="3139766" y="765669"/>
                <a:ext cx="886380" cy="881888"/>
                <a:chOff x="3139766" y="765669"/>
                <a:chExt cx="886380" cy="881888"/>
              </a:xfrm>
            </p:grpSpPr>
            <p:sp>
              <p:nvSpPr>
                <p:cNvPr id="4015" name="Google Shape;4015;p7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4" name="Google Shape;4024;p7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8" name="Google Shape;4028;p7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9" name="Google Shape;4029;p71"/>
          <p:cNvGrpSpPr/>
          <p:nvPr/>
        </p:nvGrpSpPr>
        <p:grpSpPr>
          <a:xfrm>
            <a:off x="625184" y="1201451"/>
            <a:ext cx="2665073" cy="1317140"/>
            <a:chOff x="793334" y="1192826"/>
            <a:chExt cx="2665073" cy="1317140"/>
          </a:xfrm>
        </p:grpSpPr>
        <p:sp>
          <p:nvSpPr>
            <p:cNvPr id="4030" name="Google Shape;4030;p7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71"/>
          <p:cNvGrpSpPr/>
          <p:nvPr/>
        </p:nvGrpSpPr>
        <p:grpSpPr>
          <a:xfrm>
            <a:off x="3597785" y="3065882"/>
            <a:ext cx="2241344" cy="1330656"/>
            <a:chOff x="3597785" y="3065882"/>
            <a:chExt cx="2241344" cy="1330656"/>
          </a:xfrm>
        </p:grpSpPr>
        <p:grpSp>
          <p:nvGrpSpPr>
            <p:cNvPr id="7998" name="Google Shape;7998;p71"/>
            <p:cNvGrpSpPr/>
            <p:nvPr/>
          </p:nvGrpSpPr>
          <p:grpSpPr>
            <a:xfrm>
              <a:off x="5296908" y="3937355"/>
              <a:ext cx="143198" cy="32380"/>
              <a:chOff x="5296908" y="3937355"/>
              <a:chExt cx="143198" cy="32380"/>
            </a:xfrm>
          </p:grpSpPr>
          <p:sp>
            <p:nvSpPr>
              <p:cNvPr id="7999" name="Google Shape;7999;p71"/>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0" name="Google Shape;8000;p71"/>
              <p:cNvGrpSpPr/>
              <p:nvPr/>
            </p:nvGrpSpPr>
            <p:grpSpPr>
              <a:xfrm>
                <a:off x="5402331" y="3937355"/>
                <a:ext cx="37776" cy="32380"/>
                <a:chOff x="5402331" y="3937355"/>
                <a:chExt cx="37776" cy="32380"/>
              </a:xfrm>
            </p:grpSpPr>
            <p:sp>
              <p:nvSpPr>
                <p:cNvPr id="8001" name="Google Shape;8001;p71"/>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1"/>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71"/>
              <p:cNvGrpSpPr/>
              <p:nvPr/>
            </p:nvGrpSpPr>
            <p:grpSpPr>
              <a:xfrm>
                <a:off x="5296908" y="3937355"/>
                <a:ext cx="37783" cy="32380"/>
                <a:chOff x="5296908" y="3937355"/>
                <a:chExt cx="37783" cy="32380"/>
              </a:xfrm>
            </p:grpSpPr>
            <p:sp>
              <p:nvSpPr>
                <p:cNvPr id="8004" name="Google Shape;8004;p71"/>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1"/>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6" name="Google Shape;8006;p71"/>
            <p:cNvGrpSpPr/>
            <p:nvPr/>
          </p:nvGrpSpPr>
          <p:grpSpPr>
            <a:xfrm>
              <a:off x="4724163" y="3119631"/>
              <a:ext cx="120838" cy="84218"/>
              <a:chOff x="4724163" y="3119631"/>
              <a:chExt cx="120838" cy="84218"/>
            </a:xfrm>
          </p:grpSpPr>
          <p:grpSp>
            <p:nvGrpSpPr>
              <p:cNvPr id="8007" name="Google Shape;8007;p71"/>
              <p:cNvGrpSpPr/>
              <p:nvPr/>
            </p:nvGrpSpPr>
            <p:grpSpPr>
              <a:xfrm>
                <a:off x="4746712" y="3132773"/>
                <a:ext cx="86869" cy="56424"/>
                <a:chOff x="4746712" y="3132773"/>
                <a:chExt cx="86869" cy="56424"/>
              </a:xfrm>
            </p:grpSpPr>
            <p:sp>
              <p:nvSpPr>
                <p:cNvPr id="8008" name="Google Shape;8008;p71"/>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1"/>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71"/>
              <p:cNvGrpSpPr/>
              <p:nvPr/>
            </p:nvGrpSpPr>
            <p:grpSpPr>
              <a:xfrm>
                <a:off x="4773634" y="3143336"/>
                <a:ext cx="37776" cy="32451"/>
                <a:chOff x="4773634" y="3143336"/>
                <a:chExt cx="37776" cy="32451"/>
              </a:xfrm>
            </p:grpSpPr>
            <p:sp>
              <p:nvSpPr>
                <p:cNvPr id="8011" name="Google Shape;8011;p71"/>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1"/>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71"/>
              <p:cNvGrpSpPr/>
              <p:nvPr/>
            </p:nvGrpSpPr>
            <p:grpSpPr>
              <a:xfrm>
                <a:off x="4724163" y="3131248"/>
                <a:ext cx="37776" cy="32459"/>
                <a:chOff x="4724163" y="3131248"/>
                <a:chExt cx="37776" cy="32459"/>
              </a:xfrm>
            </p:grpSpPr>
            <p:sp>
              <p:nvSpPr>
                <p:cNvPr id="8014" name="Google Shape;8014;p71"/>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1"/>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71"/>
              <p:cNvGrpSpPr/>
              <p:nvPr/>
            </p:nvGrpSpPr>
            <p:grpSpPr>
              <a:xfrm>
                <a:off x="4755081" y="3176054"/>
                <a:ext cx="32357" cy="27795"/>
                <a:chOff x="4755081" y="3176054"/>
                <a:chExt cx="32357" cy="27795"/>
              </a:xfrm>
            </p:grpSpPr>
            <p:sp>
              <p:nvSpPr>
                <p:cNvPr id="8017" name="Google Shape;8017;p71"/>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1"/>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71"/>
              <p:cNvGrpSpPr/>
              <p:nvPr/>
            </p:nvGrpSpPr>
            <p:grpSpPr>
              <a:xfrm>
                <a:off x="4812550" y="3119631"/>
                <a:ext cx="32451" cy="27803"/>
                <a:chOff x="4812550" y="3119631"/>
                <a:chExt cx="32451" cy="27803"/>
              </a:xfrm>
            </p:grpSpPr>
            <p:sp>
              <p:nvSpPr>
                <p:cNvPr id="8020" name="Google Shape;8020;p71"/>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1"/>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2" name="Google Shape;8022;p71"/>
            <p:cNvGrpSpPr/>
            <p:nvPr/>
          </p:nvGrpSpPr>
          <p:grpSpPr>
            <a:xfrm>
              <a:off x="5382826" y="4027197"/>
              <a:ext cx="268967" cy="250422"/>
              <a:chOff x="5382826" y="4027197"/>
              <a:chExt cx="268967" cy="250422"/>
            </a:xfrm>
          </p:grpSpPr>
          <p:grpSp>
            <p:nvGrpSpPr>
              <p:cNvPr id="8023" name="Google Shape;8023;p71"/>
              <p:cNvGrpSpPr/>
              <p:nvPr/>
            </p:nvGrpSpPr>
            <p:grpSpPr>
              <a:xfrm>
                <a:off x="5405280" y="4042510"/>
                <a:ext cx="237570" cy="218647"/>
                <a:chOff x="5405280" y="4042510"/>
                <a:chExt cx="237570" cy="218647"/>
              </a:xfrm>
            </p:grpSpPr>
            <p:sp>
              <p:nvSpPr>
                <p:cNvPr id="8024" name="Google Shape;8024;p71"/>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1"/>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1"/>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1"/>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1"/>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1"/>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71"/>
              <p:cNvGrpSpPr/>
              <p:nvPr/>
            </p:nvGrpSpPr>
            <p:grpSpPr>
              <a:xfrm>
                <a:off x="5382826" y="4125549"/>
                <a:ext cx="37776" cy="32380"/>
                <a:chOff x="5382826" y="4125549"/>
                <a:chExt cx="37776" cy="32380"/>
              </a:xfrm>
            </p:grpSpPr>
            <p:sp>
              <p:nvSpPr>
                <p:cNvPr id="8031" name="Google Shape;8031;p71"/>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1"/>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71"/>
              <p:cNvGrpSpPr/>
              <p:nvPr/>
            </p:nvGrpSpPr>
            <p:grpSpPr>
              <a:xfrm>
                <a:off x="5475680" y="4195587"/>
                <a:ext cx="37783" cy="32364"/>
                <a:chOff x="5475680" y="4195587"/>
                <a:chExt cx="37783" cy="32364"/>
              </a:xfrm>
            </p:grpSpPr>
            <p:sp>
              <p:nvSpPr>
                <p:cNvPr id="8034" name="Google Shape;8034;p71"/>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1"/>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71"/>
              <p:cNvGrpSpPr/>
              <p:nvPr/>
            </p:nvGrpSpPr>
            <p:grpSpPr>
              <a:xfrm>
                <a:off x="5532575" y="4027197"/>
                <a:ext cx="33308" cy="32262"/>
                <a:chOff x="5532575" y="4027197"/>
                <a:chExt cx="33308" cy="32262"/>
              </a:xfrm>
            </p:grpSpPr>
            <p:sp>
              <p:nvSpPr>
                <p:cNvPr id="8037" name="Google Shape;8037;p71"/>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1"/>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71"/>
              <p:cNvGrpSpPr/>
              <p:nvPr/>
            </p:nvGrpSpPr>
            <p:grpSpPr>
              <a:xfrm>
                <a:off x="5590706" y="4245348"/>
                <a:ext cx="33497" cy="32270"/>
                <a:chOff x="5590706" y="4245348"/>
                <a:chExt cx="33497" cy="32270"/>
              </a:xfrm>
            </p:grpSpPr>
            <p:sp>
              <p:nvSpPr>
                <p:cNvPr id="8040" name="Google Shape;8040;p71"/>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1"/>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71"/>
              <p:cNvGrpSpPr/>
              <p:nvPr/>
            </p:nvGrpSpPr>
            <p:grpSpPr>
              <a:xfrm>
                <a:off x="5618681" y="4109677"/>
                <a:ext cx="33112" cy="32357"/>
                <a:chOff x="5618681" y="4109677"/>
                <a:chExt cx="33112" cy="32357"/>
              </a:xfrm>
            </p:grpSpPr>
            <p:sp>
              <p:nvSpPr>
                <p:cNvPr id="8043" name="Google Shape;8043;p71"/>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1"/>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71"/>
              <p:cNvGrpSpPr/>
              <p:nvPr/>
            </p:nvGrpSpPr>
            <p:grpSpPr>
              <a:xfrm>
                <a:off x="5479298" y="4128262"/>
                <a:ext cx="31405" cy="26906"/>
                <a:chOff x="5479298" y="4128262"/>
                <a:chExt cx="31405" cy="26906"/>
              </a:xfrm>
            </p:grpSpPr>
            <p:sp>
              <p:nvSpPr>
                <p:cNvPr id="8046" name="Google Shape;8046;p71"/>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1"/>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71"/>
              <p:cNvGrpSpPr/>
              <p:nvPr/>
            </p:nvGrpSpPr>
            <p:grpSpPr>
              <a:xfrm>
                <a:off x="5582903" y="4180116"/>
                <a:ext cx="31499" cy="26898"/>
                <a:chOff x="5582903" y="4180116"/>
                <a:chExt cx="31499" cy="26898"/>
              </a:xfrm>
            </p:grpSpPr>
            <p:sp>
              <p:nvSpPr>
                <p:cNvPr id="8049" name="Google Shape;8049;p71"/>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1"/>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1" name="Google Shape;8051;p71"/>
            <p:cNvGrpSpPr/>
            <p:nvPr/>
          </p:nvGrpSpPr>
          <p:grpSpPr>
            <a:xfrm>
              <a:off x="3977681" y="3230323"/>
              <a:ext cx="94584" cy="84085"/>
              <a:chOff x="3977681" y="3230323"/>
              <a:chExt cx="94584" cy="84085"/>
            </a:xfrm>
          </p:grpSpPr>
          <p:grpSp>
            <p:nvGrpSpPr>
              <p:cNvPr id="8052" name="Google Shape;8052;p71"/>
              <p:cNvGrpSpPr/>
              <p:nvPr/>
            </p:nvGrpSpPr>
            <p:grpSpPr>
              <a:xfrm>
                <a:off x="4000135" y="3243041"/>
                <a:ext cx="59570" cy="57186"/>
                <a:chOff x="4000135" y="3243041"/>
                <a:chExt cx="59570" cy="57186"/>
              </a:xfrm>
            </p:grpSpPr>
            <p:sp>
              <p:nvSpPr>
                <p:cNvPr id="8053" name="Google Shape;8053;p71"/>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1"/>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1"/>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71"/>
              <p:cNvGrpSpPr/>
              <p:nvPr/>
            </p:nvGrpSpPr>
            <p:grpSpPr>
              <a:xfrm>
                <a:off x="3977681" y="3245872"/>
                <a:ext cx="37783" cy="32380"/>
                <a:chOff x="3977681" y="3245872"/>
                <a:chExt cx="37783" cy="32380"/>
              </a:xfrm>
            </p:grpSpPr>
            <p:sp>
              <p:nvSpPr>
                <p:cNvPr id="8057" name="Google Shape;8057;p71"/>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1"/>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71"/>
              <p:cNvGrpSpPr/>
              <p:nvPr/>
            </p:nvGrpSpPr>
            <p:grpSpPr>
              <a:xfrm>
                <a:off x="4040860" y="3262672"/>
                <a:ext cx="31405" cy="27001"/>
                <a:chOff x="4040860" y="3262672"/>
                <a:chExt cx="31405" cy="27001"/>
              </a:xfrm>
            </p:grpSpPr>
            <p:sp>
              <p:nvSpPr>
                <p:cNvPr id="8060" name="Google Shape;8060;p71"/>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1"/>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71"/>
              <p:cNvGrpSpPr/>
              <p:nvPr/>
            </p:nvGrpSpPr>
            <p:grpSpPr>
              <a:xfrm>
                <a:off x="4021072" y="3230323"/>
                <a:ext cx="31397" cy="26906"/>
                <a:chOff x="4021072" y="3230323"/>
                <a:chExt cx="31397" cy="26906"/>
              </a:xfrm>
            </p:grpSpPr>
            <p:sp>
              <p:nvSpPr>
                <p:cNvPr id="8063" name="Google Shape;8063;p71"/>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1"/>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71"/>
              <p:cNvGrpSpPr/>
              <p:nvPr/>
            </p:nvGrpSpPr>
            <p:grpSpPr>
              <a:xfrm>
                <a:off x="4001472" y="3287462"/>
                <a:ext cx="31499" cy="26945"/>
                <a:chOff x="4001472" y="3287462"/>
                <a:chExt cx="31499" cy="26945"/>
              </a:xfrm>
            </p:grpSpPr>
            <p:sp>
              <p:nvSpPr>
                <p:cNvPr id="8066" name="Google Shape;8066;p71"/>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1"/>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8" name="Google Shape;8068;p71"/>
            <p:cNvGrpSpPr/>
            <p:nvPr/>
          </p:nvGrpSpPr>
          <p:grpSpPr>
            <a:xfrm>
              <a:off x="4084715" y="3258865"/>
              <a:ext cx="184961" cy="137268"/>
              <a:chOff x="4084715" y="3258865"/>
              <a:chExt cx="184961" cy="137268"/>
            </a:xfrm>
          </p:grpSpPr>
          <p:grpSp>
            <p:nvGrpSpPr>
              <p:cNvPr id="8069" name="Google Shape;8069;p71"/>
              <p:cNvGrpSpPr/>
              <p:nvPr/>
            </p:nvGrpSpPr>
            <p:grpSpPr>
              <a:xfrm>
                <a:off x="4107453" y="3271583"/>
                <a:ext cx="153470" cy="110275"/>
                <a:chOff x="4107453" y="3271583"/>
                <a:chExt cx="153470" cy="110275"/>
              </a:xfrm>
            </p:grpSpPr>
            <p:sp>
              <p:nvSpPr>
                <p:cNvPr id="8070" name="Google Shape;8070;p71"/>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1"/>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1"/>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1"/>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71"/>
              <p:cNvGrpSpPr/>
              <p:nvPr/>
            </p:nvGrpSpPr>
            <p:grpSpPr>
              <a:xfrm>
                <a:off x="4136947" y="3258865"/>
                <a:ext cx="31499" cy="27001"/>
                <a:chOff x="4136947" y="3258865"/>
                <a:chExt cx="31499" cy="27001"/>
              </a:xfrm>
            </p:grpSpPr>
            <p:sp>
              <p:nvSpPr>
                <p:cNvPr id="8075" name="Google Shape;8075;p71"/>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1"/>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71"/>
              <p:cNvGrpSpPr/>
              <p:nvPr/>
            </p:nvGrpSpPr>
            <p:grpSpPr>
              <a:xfrm>
                <a:off x="4084715" y="3266478"/>
                <a:ext cx="31468" cy="26898"/>
                <a:chOff x="4084715" y="3266478"/>
                <a:chExt cx="31468" cy="26898"/>
              </a:xfrm>
            </p:grpSpPr>
            <p:sp>
              <p:nvSpPr>
                <p:cNvPr id="8078" name="Google Shape;8078;p71"/>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1"/>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71"/>
              <p:cNvGrpSpPr/>
              <p:nvPr/>
            </p:nvGrpSpPr>
            <p:grpSpPr>
              <a:xfrm>
                <a:off x="4159213" y="3279849"/>
                <a:ext cx="31405" cy="26945"/>
                <a:chOff x="4159213" y="3279849"/>
                <a:chExt cx="31405" cy="26945"/>
              </a:xfrm>
            </p:grpSpPr>
            <p:sp>
              <p:nvSpPr>
                <p:cNvPr id="8081" name="Google Shape;8081;p71"/>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1"/>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71"/>
              <p:cNvGrpSpPr/>
              <p:nvPr/>
            </p:nvGrpSpPr>
            <p:grpSpPr>
              <a:xfrm>
                <a:off x="4201550" y="3266502"/>
                <a:ext cx="31405" cy="26883"/>
                <a:chOff x="4201550" y="3266502"/>
                <a:chExt cx="31405" cy="26883"/>
              </a:xfrm>
            </p:grpSpPr>
            <p:sp>
              <p:nvSpPr>
                <p:cNvPr id="8084" name="Google Shape;8084;p71"/>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1"/>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71"/>
              <p:cNvGrpSpPr/>
              <p:nvPr/>
            </p:nvGrpSpPr>
            <p:grpSpPr>
              <a:xfrm>
                <a:off x="4201550" y="3338278"/>
                <a:ext cx="31405" cy="26930"/>
                <a:chOff x="4201550" y="3338278"/>
                <a:chExt cx="31405" cy="26930"/>
              </a:xfrm>
            </p:grpSpPr>
            <p:sp>
              <p:nvSpPr>
                <p:cNvPr id="8087" name="Google Shape;8087;p71"/>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1"/>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71"/>
              <p:cNvGrpSpPr/>
              <p:nvPr/>
            </p:nvGrpSpPr>
            <p:grpSpPr>
              <a:xfrm>
                <a:off x="4238272" y="3369132"/>
                <a:ext cx="31405" cy="27001"/>
                <a:chOff x="4238272" y="3369132"/>
                <a:chExt cx="31405" cy="27001"/>
              </a:xfrm>
            </p:grpSpPr>
            <p:sp>
              <p:nvSpPr>
                <p:cNvPr id="8090" name="Google Shape;8090;p71"/>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1"/>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2" name="Google Shape;8092;p71"/>
            <p:cNvGrpSpPr/>
            <p:nvPr/>
          </p:nvGrpSpPr>
          <p:grpSpPr>
            <a:xfrm>
              <a:off x="4068639" y="3200169"/>
              <a:ext cx="77643" cy="37272"/>
              <a:chOff x="4068639" y="3200169"/>
              <a:chExt cx="77643" cy="37272"/>
            </a:xfrm>
          </p:grpSpPr>
          <p:sp>
            <p:nvSpPr>
              <p:cNvPr id="8093" name="Google Shape;8093;p71"/>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4" name="Google Shape;8094;p71"/>
              <p:cNvGrpSpPr/>
              <p:nvPr/>
            </p:nvGrpSpPr>
            <p:grpSpPr>
              <a:xfrm>
                <a:off x="4114878" y="3200169"/>
                <a:ext cx="31405" cy="26993"/>
                <a:chOff x="4114878" y="3200169"/>
                <a:chExt cx="31405" cy="26993"/>
              </a:xfrm>
            </p:grpSpPr>
            <p:sp>
              <p:nvSpPr>
                <p:cNvPr id="8095" name="Google Shape;8095;p71"/>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1"/>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71"/>
              <p:cNvGrpSpPr/>
              <p:nvPr/>
            </p:nvGrpSpPr>
            <p:grpSpPr>
              <a:xfrm>
                <a:off x="4068639" y="3210535"/>
                <a:ext cx="31499" cy="26906"/>
                <a:chOff x="4068639" y="3210535"/>
                <a:chExt cx="31499" cy="26906"/>
              </a:xfrm>
            </p:grpSpPr>
            <p:sp>
              <p:nvSpPr>
                <p:cNvPr id="8098" name="Google Shape;8098;p71"/>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1"/>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0" name="Google Shape;8100;p71"/>
            <p:cNvGrpSpPr/>
            <p:nvPr/>
          </p:nvGrpSpPr>
          <p:grpSpPr>
            <a:xfrm>
              <a:off x="3869702" y="3066935"/>
              <a:ext cx="382664" cy="190294"/>
              <a:chOff x="3869702" y="3066935"/>
              <a:chExt cx="382664" cy="190294"/>
            </a:xfrm>
          </p:grpSpPr>
          <p:grpSp>
            <p:nvGrpSpPr>
              <p:cNvPr id="8101" name="Google Shape;8101;p71"/>
              <p:cNvGrpSpPr/>
              <p:nvPr/>
            </p:nvGrpSpPr>
            <p:grpSpPr>
              <a:xfrm>
                <a:off x="3888633" y="3082351"/>
                <a:ext cx="351172" cy="160698"/>
                <a:chOff x="3888633" y="3082351"/>
                <a:chExt cx="351172" cy="160698"/>
              </a:xfrm>
            </p:grpSpPr>
            <p:sp>
              <p:nvSpPr>
                <p:cNvPr id="8102" name="Google Shape;8102;p71"/>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1"/>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1"/>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1"/>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1"/>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1"/>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71"/>
              <p:cNvGrpSpPr/>
              <p:nvPr/>
            </p:nvGrpSpPr>
            <p:grpSpPr>
              <a:xfrm>
                <a:off x="4143703" y="3066935"/>
                <a:ext cx="37783" cy="32357"/>
                <a:chOff x="4143703" y="3066935"/>
                <a:chExt cx="37783" cy="32357"/>
              </a:xfrm>
            </p:grpSpPr>
            <p:sp>
              <p:nvSpPr>
                <p:cNvPr id="8109" name="Google Shape;8109;p71"/>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1"/>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71"/>
              <p:cNvGrpSpPr/>
              <p:nvPr/>
            </p:nvGrpSpPr>
            <p:grpSpPr>
              <a:xfrm>
                <a:off x="4044565" y="3103563"/>
                <a:ext cx="37783" cy="32451"/>
                <a:chOff x="4044565" y="3103563"/>
                <a:chExt cx="37783" cy="32451"/>
              </a:xfrm>
            </p:grpSpPr>
            <p:sp>
              <p:nvSpPr>
                <p:cNvPr id="8112" name="Google Shape;8112;p71"/>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1"/>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71"/>
              <p:cNvGrpSpPr/>
              <p:nvPr/>
            </p:nvGrpSpPr>
            <p:grpSpPr>
              <a:xfrm>
                <a:off x="4017454" y="3188237"/>
                <a:ext cx="37776" cy="32357"/>
                <a:chOff x="4017454" y="3188237"/>
                <a:chExt cx="37776" cy="32357"/>
              </a:xfrm>
            </p:grpSpPr>
            <p:sp>
              <p:nvSpPr>
                <p:cNvPr id="8115" name="Google Shape;8115;p71"/>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1"/>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71"/>
              <p:cNvGrpSpPr/>
              <p:nvPr/>
            </p:nvGrpSpPr>
            <p:grpSpPr>
              <a:xfrm>
                <a:off x="3921548" y="3157509"/>
                <a:ext cx="37783" cy="32357"/>
                <a:chOff x="3921548" y="3157509"/>
                <a:chExt cx="37783" cy="32357"/>
              </a:xfrm>
            </p:grpSpPr>
            <p:sp>
              <p:nvSpPr>
                <p:cNvPr id="8118" name="Google Shape;8118;p71"/>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1"/>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71"/>
              <p:cNvGrpSpPr/>
              <p:nvPr/>
            </p:nvGrpSpPr>
            <p:grpSpPr>
              <a:xfrm>
                <a:off x="3939056" y="3211620"/>
                <a:ext cx="37783" cy="32380"/>
                <a:chOff x="3939056" y="3211620"/>
                <a:chExt cx="37783" cy="32380"/>
              </a:xfrm>
            </p:grpSpPr>
            <p:sp>
              <p:nvSpPr>
                <p:cNvPr id="8121" name="Google Shape;8121;p71"/>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1"/>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71"/>
              <p:cNvGrpSpPr/>
              <p:nvPr/>
            </p:nvGrpSpPr>
            <p:grpSpPr>
              <a:xfrm>
                <a:off x="4176240" y="3136965"/>
                <a:ext cx="31405" cy="26930"/>
                <a:chOff x="4176240" y="3136965"/>
                <a:chExt cx="31405" cy="26930"/>
              </a:xfrm>
            </p:grpSpPr>
            <p:sp>
              <p:nvSpPr>
                <p:cNvPr id="8124" name="Google Shape;8124;p71"/>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1"/>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71"/>
              <p:cNvGrpSpPr/>
              <p:nvPr/>
            </p:nvGrpSpPr>
            <p:grpSpPr>
              <a:xfrm>
                <a:off x="4133148" y="3152593"/>
                <a:ext cx="31499" cy="27001"/>
                <a:chOff x="4133148" y="3152593"/>
                <a:chExt cx="31499" cy="27001"/>
              </a:xfrm>
            </p:grpSpPr>
            <p:sp>
              <p:nvSpPr>
                <p:cNvPr id="8127" name="Google Shape;8127;p71"/>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1"/>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71"/>
              <p:cNvGrpSpPr/>
              <p:nvPr/>
            </p:nvGrpSpPr>
            <p:grpSpPr>
              <a:xfrm>
                <a:off x="4220866" y="3073534"/>
                <a:ext cx="31499" cy="26898"/>
                <a:chOff x="4220866" y="3073534"/>
                <a:chExt cx="31499" cy="26898"/>
              </a:xfrm>
            </p:grpSpPr>
            <p:sp>
              <p:nvSpPr>
                <p:cNvPr id="8130" name="Google Shape;8130;p71"/>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1"/>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71"/>
              <p:cNvGrpSpPr/>
              <p:nvPr/>
            </p:nvGrpSpPr>
            <p:grpSpPr>
              <a:xfrm>
                <a:off x="3869702" y="3230323"/>
                <a:ext cx="31499" cy="26906"/>
                <a:chOff x="3869702" y="3230323"/>
                <a:chExt cx="31499" cy="26906"/>
              </a:xfrm>
            </p:grpSpPr>
            <p:sp>
              <p:nvSpPr>
                <p:cNvPr id="8133" name="Google Shape;8133;p71"/>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1"/>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5" name="Google Shape;8135;p71"/>
            <p:cNvGrpSpPr/>
            <p:nvPr/>
          </p:nvGrpSpPr>
          <p:grpSpPr>
            <a:xfrm>
              <a:off x="4271383" y="3065882"/>
              <a:ext cx="304556" cy="341663"/>
              <a:chOff x="4271383" y="3065882"/>
              <a:chExt cx="304556" cy="341663"/>
            </a:xfrm>
          </p:grpSpPr>
          <p:grpSp>
            <p:nvGrpSpPr>
              <p:cNvPr id="8136" name="Google Shape;8136;p71"/>
              <p:cNvGrpSpPr/>
              <p:nvPr/>
            </p:nvGrpSpPr>
            <p:grpSpPr>
              <a:xfrm>
                <a:off x="4293838" y="3078639"/>
                <a:ext cx="269353" cy="311973"/>
                <a:chOff x="4293838" y="3078639"/>
                <a:chExt cx="269353" cy="311973"/>
              </a:xfrm>
            </p:grpSpPr>
            <p:sp>
              <p:nvSpPr>
                <p:cNvPr id="8137" name="Google Shape;8137;p71"/>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1"/>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1"/>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1"/>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1"/>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1"/>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1"/>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1"/>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1"/>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1"/>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1"/>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1"/>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1"/>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1"/>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1"/>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1"/>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1"/>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71"/>
              <p:cNvGrpSpPr/>
              <p:nvPr/>
            </p:nvGrpSpPr>
            <p:grpSpPr>
              <a:xfrm>
                <a:off x="4538164" y="3342061"/>
                <a:ext cx="37776" cy="32380"/>
                <a:chOff x="4538164" y="3342061"/>
                <a:chExt cx="37776" cy="32380"/>
              </a:xfrm>
            </p:grpSpPr>
            <p:sp>
              <p:nvSpPr>
                <p:cNvPr id="8155" name="Google Shape;8155;p71"/>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1"/>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71"/>
              <p:cNvGrpSpPr/>
              <p:nvPr/>
            </p:nvGrpSpPr>
            <p:grpSpPr>
              <a:xfrm>
                <a:off x="4271383" y="3194742"/>
                <a:ext cx="37783" cy="32420"/>
                <a:chOff x="4271383" y="3194742"/>
                <a:chExt cx="37783" cy="32420"/>
              </a:xfrm>
            </p:grpSpPr>
            <p:sp>
              <p:nvSpPr>
                <p:cNvPr id="8158" name="Google Shape;8158;p71"/>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1"/>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71"/>
              <p:cNvGrpSpPr/>
              <p:nvPr/>
            </p:nvGrpSpPr>
            <p:grpSpPr>
              <a:xfrm>
                <a:off x="4284416" y="3084058"/>
                <a:ext cx="37783" cy="32357"/>
                <a:chOff x="4284416" y="3084058"/>
                <a:chExt cx="37783" cy="32357"/>
              </a:xfrm>
            </p:grpSpPr>
            <p:sp>
              <p:nvSpPr>
                <p:cNvPr id="8161" name="Google Shape;8161;p71"/>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1"/>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71"/>
              <p:cNvGrpSpPr/>
              <p:nvPr/>
            </p:nvGrpSpPr>
            <p:grpSpPr>
              <a:xfrm>
                <a:off x="4478697" y="3297561"/>
                <a:ext cx="37776" cy="32451"/>
                <a:chOff x="4478697" y="3297561"/>
                <a:chExt cx="37776" cy="32451"/>
              </a:xfrm>
            </p:grpSpPr>
            <p:sp>
              <p:nvSpPr>
                <p:cNvPr id="8164" name="Google Shape;8164;p71"/>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1"/>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71"/>
              <p:cNvGrpSpPr/>
              <p:nvPr/>
            </p:nvGrpSpPr>
            <p:grpSpPr>
              <a:xfrm>
                <a:off x="4411813" y="3331711"/>
                <a:ext cx="37776" cy="32451"/>
                <a:chOff x="4411813" y="3331711"/>
                <a:chExt cx="37776" cy="32451"/>
              </a:xfrm>
            </p:grpSpPr>
            <p:sp>
              <p:nvSpPr>
                <p:cNvPr id="8167" name="Google Shape;8167;p71"/>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1"/>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71"/>
              <p:cNvGrpSpPr/>
              <p:nvPr/>
            </p:nvGrpSpPr>
            <p:grpSpPr>
              <a:xfrm>
                <a:off x="4337984" y="3375188"/>
                <a:ext cx="37776" cy="32357"/>
                <a:chOff x="4337984" y="3375188"/>
                <a:chExt cx="37776" cy="32357"/>
              </a:xfrm>
            </p:grpSpPr>
            <p:sp>
              <p:nvSpPr>
                <p:cNvPr id="8170" name="Google Shape;8170;p71"/>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1"/>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71"/>
              <p:cNvGrpSpPr/>
              <p:nvPr/>
            </p:nvGrpSpPr>
            <p:grpSpPr>
              <a:xfrm>
                <a:off x="4494867" y="3090530"/>
                <a:ext cx="37878" cy="32451"/>
                <a:chOff x="4494867" y="3090530"/>
                <a:chExt cx="37878" cy="32451"/>
              </a:xfrm>
            </p:grpSpPr>
            <p:sp>
              <p:nvSpPr>
                <p:cNvPr id="8173" name="Google Shape;8173;p71"/>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1"/>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71"/>
              <p:cNvGrpSpPr/>
              <p:nvPr/>
            </p:nvGrpSpPr>
            <p:grpSpPr>
              <a:xfrm>
                <a:off x="4525124" y="3207774"/>
                <a:ext cx="37783" cy="32420"/>
                <a:chOff x="4525124" y="3207774"/>
                <a:chExt cx="37783" cy="32420"/>
              </a:xfrm>
            </p:grpSpPr>
            <p:sp>
              <p:nvSpPr>
                <p:cNvPr id="8176" name="Google Shape;8176;p71"/>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1"/>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71"/>
              <p:cNvGrpSpPr/>
              <p:nvPr/>
            </p:nvGrpSpPr>
            <p:grpSpPr>
              <a:xfrm>
                <a:off x="4440544" y="3176479"/>
                <a:ext cx="31499" cy="26898"/>
                <a:chOff x="4440544" y="3176479"/>
                <a:chExt cx="31499" cy="26898"/>
              </a:xfrm>
            </p:grpSpPr>
            <p:sp>
              <p:nvSpPr>
                <p:cNvPr id="8179" name="Google Shape;8179;p71"/>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1"/>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71"/>
              <p:cNvGrpSpPr/>
              <p:nvPr/>
            </p:nvGrpSpPr>
            <p:grpSpPr>
              <a:xfrm>
                <a:off x="4350545" y="3156400"/>
                <a:ext cx="31405" cy="27001"/>
                <a:chOff x="4350545" y="3156400"/>
                <a:chExt cx="31405" cy="27001"/>
              </a:xfrm>
            </p:grpSpPr>
            <p:sp>
              <p:nvSpPr>
                <p:cNvPr id="8182" name="Google Shape;8182;p71"/>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1"/>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71"/>
              <p:cNvGrpSpPr/>
              <p:nvPr/>
            </p:nvGrpSpPr>
            <p:grpSpPr>
              <a:xfrm>
                <a:off x="4376703" y="3255058"/>
                <a:ext cx="31405" cy="27001"/>
                <a:chOff x="4376703" y="3255058"/>
                <a:chExt cx="31405" cy="27001"/>
              </a:xfrm>
            </p:grpSpPr>
            <p:sp>
              <p:nvSpPr>
                <p:cNvPr id="8185" name="Google Shape;8185;p71"/>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1"/>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71"/>
              <p:cNvGrpSpPr/>
              <p:nvPr/>
            </p:nvGrpSpPr>
            <p:grpSpPr>
              <a:xfrm>
                <a:off x="4331322" y="3283656"/>
                <a:ext cx="31405" cy="26945"/>
                <a:chOff x="4331322" y="3283656"/>
                <a:chExt cx="31405" cy="26945"/>
              </a:xfrm>
            </p:grpSpPr>
            <p:sp>
              <p:nvSpPr>
                <p:cNvPr id="8188" name="Google Shape;8188;p71"/>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1"/>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71"/>
              <p:cNvGrpSpPr/>
              <p:nvPr/>
            </p:nvGrpSpPr>
            <p:grpSpPr>
              <a:xfrm>
                <a:off x="4380510" y="3065882"/>
                <a:ext cx="31405" cy="26938"/>
                <a:chOff x="4380510" y="3065882"/>
                <a:chExt cx="31405" cy="26938"/>
              </a:xfrm>
            </p:grpSpPr>
            <p:sp>
              <p:nvSpPr>
                <p:cNvPr id="8191" name="Google Shape;8191;p71"/>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1"/>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3" name="Google Shape;8193;p71"/>
            <p:cNvGrpSpPr/>
            <p:nvPr/>
          </p:nvGrpSpPr>
          <p:grpSpPr>
            <a:xfrm>
              <a:off x="4558998" y="3188237"/>
              <a:ext cx="1280131" cy="1052746"/>
              <a:chOff x="4558998" y="3188237"/>
              <a:chExt cx="1280131" cy="1052746"/>
            </a:xfrm>
          </p:grpSpPr>
          <p:sp>
            <p:nvSpPr>
              <p:cNvPr id="8194" name="Google Shape;8194;p71"/>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5" name="Google Shape;8195;p71"/>
              <p:cNvGrpSpPr/>
              <p:nvPr/>
            </p:nvGrpSpPr>
            <p:grpSpPr>
              <a:xfrm>
                <a:off x="4579164" y="3203653"/>
                <a:ext cx="1244833" cy="1020397"/>
                <a:chOff x="4579164" y="3203653"/>
                <a:chExt cx="1244833" cy="1020397"/>
              </a:xfrm>
            </p:grpSpPr>
            <p:sp>
              <p:nvSpPr>
                <p:cNvPr id="8196" name="Google Shape;8196;p71"/>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1"/>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8" name="Google Shape;8198;p71"/>
                <p:cNvGrpSpPr/>
                <p:nvPr/>
              </p:nvGrpSpPr>
              <p:grpSpPr>
                <a:xfrm>
                  <a:off x="4579164" y="3203653"/>
                  <a:ext cx="1244833" cy="1020397"/>
                  <a:chOff x="4579164" y="3203653"/>
                  <a:chExt cx="1244833" cy="1020397"/>
                </a:xfrm>
              </p:grpSpPr>
              <p:sp>
                <p:nvSpPr>
                  <p:cNvPr id="8199" name="Google Shape;8199;p71"/>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1"/>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1" name="Google Shape;8201;p71"/>
                  <p:cNvGrpSpPr/>
                  <p:nvPr/>
                </p:nvGrpSpPr>
                <p:grpSpPr>
                  <a:xfrm>
                    <a:off x="4579164" y="3203653"/>
                    <a:ext cx="1244833" cy="1020397"/>
                    <a:chOff x="4579164" y="3203653"/>
                    <a:chExt cx="1244833" cy="1020397"/>
                  </a:xfrm>
                </p:grpSpPr>
                <p:sp>
                  <p:nvSpPr>
                    <p:cNvPr id="8202" name="Google Shape;8202;p71"/>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1"/>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1"/>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1"/>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1"/>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1"/>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1"/>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1"/>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0" name="Google Shape;8210;p71"/>
                    <p:cNvGrpSpPr/>
                    <p:nvPr/>
                  </p:nvGrpSpPr>
                  <p:grpSpPr>
                    <a:xfrm>
                      <a:off x="4579164" y="3203653"/>
                      <a:ext cx="1244833" cy="1020397"/>
                      <a:chOff x="4579164" y="3203653"/>
                      <a:chExt cx="1244833" cy="1020397"/>
                    </a:xfrm>
                  </p:grpSpPr>
                  <p:sp>
                    <p:nvSpPr>
                      <p:cNvPr id="8211" name="Google Shape;8211;p71"/>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1"/>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1"/>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1"/>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1"/>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1"/>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1"/>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1"/>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1"/>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1"/>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1"/>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1"/>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1"/>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1"/>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5" name="Google Shape;8225;p71"/>
                      <p:cNvGrpSpPr/>
                      <p:nvPr/>
                    </p:nvGrpSpPr>
                    <p:grpSpPr>
                      <a:xfrm>
                        <a:off x="4579164" y="3203653"/>
                        <a:ext cx="1244833" cy="1020397"/>
                        <a:chOff x="4579164" y="3203653"/>
                        <a:chExt cx="1244833" cy="1020397"/>
                      </a:xfrm>
                    </p:grpSpPr>
                    <p:sp>
                      <p:nvSpPr>
                        <p:cNvPr id="8226" name="Google Shape;8226;p71"/>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1"/>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1"/>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1"/>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1"/>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1"/>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1"/>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1"/>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1"/>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1"/>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1"/>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1"/>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1"/>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1"/>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1"/>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1"/>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1"/>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1"/>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1"/>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1"/>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1"/>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1"/>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1"/>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1"/>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0" name="Google Shape;8250;p71"/>
                        <p:cNvGrpSpPr/>
                        <p:nvPr/>
                      </p:nvGrpSpPr>
                      <p:grpSpPr>
                        <a:xfrm>
                          <a:off x="4579164" y="3203653"/>
                          <a:ext cx="1244833" cy="1020397"/>
                          <a:chOff x="4579164" y="3203653"/>
                          <a:chExt cx="1244833" cy="1020397"/>
                        </a:xfrm>
                      </p:grpSpPr>
                      <p:sp>
                        <p:nvSpPr>
                          <p:cNvPr id="8251" name="Google Shape;8251;p71"/>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2" name="Google Shape;8252;p71"/>
                          <p:cNvGrpSpPr/>
                          <p:nvPr/>
                        </p:nvGrpSpPr>
                        <p:grpSpPr>
                          <a:xfrm>
                            <a:off x="4579164" y="3203653"/>
                            <a:ext cx="1244833" cy="1020397"/>
                            <a:chOff x="4579164" y="3203653"/>
                            <a:chExt cx="1244833" cy="1020397"/>
                          </a:xfrm>
                        </p:grpSpPr>
                        <p:sp>
                          <p:nvSpPr>
                            <p:cNvPr id="8253" name="Google Shape;8253;p71"/>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1"/>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1"/>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1"/>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1"/>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1"/>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1"/>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0" name="Google Shape;8260;p71"/>
                            <p:cNvGrpSpPr/>
                            <p:nvPr/>
                          </p:nvGrpSpPr>
                          <p:grpSpPr>
                            <a:xfrm>
                              <a:off x="4579164" y="3203653"/>
                              <a:ext cx="1244833" cy="1020397"/>
                              <a:chOff x="4579164" y="3203653"/>
                              <a:chExt cx="1244833" cy="1020397"/>
                            </a:xfrm>
                          </p:grpSpPr>
                          <p:sp>
                            <p:nvSpPr>
                              <p:cNvPr id="8261" name="Google Shape;8261;p71"/>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1"/>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1"/>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1"/>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1"/>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1"/>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1"/>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1"/>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1"/>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1"/>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1"/>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1"/>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1"/>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4" name="Google Shape;8274;p71"/>
                              <p:cNvGrpSpPr/>
                              <p:nvPr/>
                            </p:nvGrpSpPr>
                            <p:grpSpPr>
                              <a:xfrm>
                                <a:off x="4579164" y="3203653"/>
                                <a:ext cx="1244833" cy="1020397"/>
                                <a:chOff x="4579164" y="3203653"/>
                                <a:chExt cx="1244833" cy="1020397"/>
                              </a:xfrm>
                            </p:grpSpPr>
                            <p:sp>
                              <p:nvSpPr>
                                <p:cNvPr id="8275" name="Google Shape;8275;p71"/>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1"/>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1"/>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1"/>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1"/>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1"/>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1"/>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2" name="Google Shape;8282;p71"/>
                                <p:cNvGrpSpPr/>
                                <p:nvPr/>
                              </p:nvGrpSpPr>
                              <p:grpSpPr>
                                <a:xfrm>
                                  <a:off x="4579164" y="3203653"/>
                                  <a:ext cx="1244833" cy="1020397"/>
                                  <a:chOff x="4579164" y="3203653"/>
                                  <a:chExt cx="1244833" cy="1020397"/>
                                </a:xfrm>
                              </p:grpSpPr>
                              <p:sp>
                                <p:nvSpPr>
                                  <p:cNvPr id="8283" name="Google Shape;8283;p71"/>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1"/>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1"/>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1"/>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1"/>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8" name="Google Shape;8288;p71"/>
                                  <p:cNvGrpSpPr/>
                                  <p:nvPr/>
                                </p:nvGrpSpPr>
                                <p:grpSpPr>
                                  <a:xfrm>
                                    <a:off x="4579164" y="3203653"/>
                                    <a:ext cx="1244833" cy="1020397"/>
                                    <a:chOff x="4579164" y="3203653"/>
                                    <a:chExt cx="1244833" cy="1020397"/>
                                  </a:xfrm>
                                </p:grpSpPr>
                                <p:sp>
                                  <p:nvSpPr>
                                    <p:cNvPr id="8289" name="Google Shape;8289;p71"/>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1"/>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1"/>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1"/>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293" name="Google Shape;8293;p71"/>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1"/>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1"/>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296" name="Google Shape;8296;p71"/>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297" name="Google Shape;8297;p71"/>
              <p:cNvGrpSpPr/>
              <p:nvPr/>
            </p:nvGrpSpPr>
            <p:grpSpPr>
              <a:xfrm>
                <a:off x="4595437" y="3598775"/>
                <a:ext cx="37776" cy="32451"/>
                <a:chOff x="4595437" y="3598775"/>
                <a:chExt cx="37776" cy="32451"/>
              </a:xfrm>
            </p:grpSpPr>
            <p:sp>
              <p:nvSpPr>
                <p:cNvPr id="8298" name="Google Shape;8298;p71"/>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1"/>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71"/>
              <p:cNvGrpSpPr/>
              <p:nvPr/>
            </p:nvGrpSpPr>
            <p:grpSpPr>
              <a:xfrm>
                <a:off x="4641864" y="3524443"/>
                <a:ext cx="37776" cy="32380"/>
                <a:chOff x="4641864" y="3524443"/>
                <a:chExt cx="37776" cy="32380"/>
              </a:xfrm>
            </p:grpSpPr>
            <p:sp>
              <p:nvSpPr>
                <p:cNvPr id="8301" name="Google Shape;8301;p71"/>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1"/>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71"/>
              <p:cNvGrpSpPr/>
              <p:nvPr/>
            </p:nvGrpSpPr>
            <p:grpSpPr>
              <a:xfrm>
                <a:off x="4648431" y="3893901"/>
                <a:ext cx="37776" cy="32357"/>
                <a:chOff x="4648431" y="3893901"/>
                <a:chExt cx="37776" cy="32357"/>
              </a:xfrm>
            </p:grpSpPr>
            <p:sp>
              <p:nvSpPr>
                <p:cNvPr id="8304" name="Google Shape;8304;p71"/>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1"/>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71"/>
              <p:cNvGrpSpPr/>
              <p:nvPr/>
            </p:nvGrpSpPr>
            <p:grpSpPr>
              <a:xfrm>
                <a:off x="4567752" y="3722908"/>
                <a:ext cx="37870" cy="32380"/>
                <a:chOff x="4567752" y="3722908"/>
                <a:chExt cx="37870" cy="32380"/>
              </a:xfrm>
            </p:grpSpPr>
            <p:sp>
              <p:nvSpPr>
                <p:cNvPr id="8307" name="Google Shape;8307;p71"/>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1"/>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71"/>
              <p:cNvGrpSpPr/>
              <p:nvPr/>
            </p:nvGrpSpPr>
            <p:grpSpPr>
              <a:xfrm>
                <a:off x="4617506" y="3652052"/>
                <a:ext cx="37783" cy="32357"/>
                <a:chOff x="4617506" y="3652052"/>
                <a:chExt cx="37783" cy="32357"/>
              </a:xfrm>
            </p:grpSpPr>
            <p:sp>
              <p:nvSpPr>
                <p:cNvPr id="8310" name="Google Shape;8310;p71"/>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1"/>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71"/>
              <p:cNvGrpSpPr/>
              <p:nvPr/>
            </p:nvGrpSpPr>
            <p:grpSpPr>
              <a:xfrm>
                <a:off x="4739005" y="3554149"/>
                <a:ext cx="37870" cy="32357"/>
                <a:chOff x="4739005" y="3554149"/>
                <a:chExt cx="37870" cy="32357"/>
              </a:xfrm>
            </p:grpSpPr>
            <p:sp>
              <p:nvSpPr>
                <p:cNvPr id="8313" name="Google Shape;8313;p71"/>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1"/>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71"/>
              <p:cNvGrpSpPr/>
              <p:nvPr/>
            </p:nvGrpSpPr>
            <p:grpSpPr>
              <a:xfrm>
                <a:off x="4806557" y="3630258"/>
                <a:ext cx="37776" cy="32364"/>
                <a:chOff x="4806557" y="3630258"/>
                <a:chExt cx="37776" cy="32364"/>
              </a:xfrm>
            </p:grpSpPr>
            <p:sp>
              <p:nvSpPr>
                <p:cNvPr id="8316" name="Google Shape;8316;p71"/>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1"/>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71"/>
              <p:cNvGrpSpPr/>
              <p:nvPr/>
            </p:nvGrpSpPr>
            <p:grpSpPr>
              <a:xfrm>
                <a:off x="4737007" y="4004357"/>
                <a:ext cx="37870" cy="32357"/>
                <a:chOff x="4737007" y="4004357"/>
                <a:chExt cx="37870" cy="32357"/>
              </a:xfrm>
            </p:grpSpPr>
            <p:sp>
              <p:nvSpPr>
                <p:cNvPr id="8319" name="Google Shape;8319;p71"/>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1"/>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71"/>
              <p:cNvGrpSpPr/>
              <p:nvPr/>
            </p:nvGrpSpPr>
            <p:grpSpPr>
              <a:xfrm>
                <a:off x="4773634" y="4208627"/>
                <a:ext cx="37776" cy="32357"/>
                <a:chOff x="4773634" y="4208627"/>
                <a:chExt cx="37776" cy="32357"/>
              </a:xfrm>
            </p:grpSpPr>
            <p:sp>
              <p:nvSpPr>
                <p:cNvPr id="8322" name="Google Shape;8322;p71"/>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1"/>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71"/>
              <p:cNvGrpSpPr/>
              <p:nvPr/>
            </p:nvGrpSpPr>
            <p:grpSpPr>
              <a:xfrm>
                <a:off x="4888282" y="4074764"/>
                <a:ext cx="37776" cy="32451"/>
                <a:chOff x="4888282" y="4074764"/>
                <a:chExt cx="37776" cy="32451"/>
              </a:xfrm>
            </p:grpSpPr>
            <p:sp>
              <p:nvSpPr>
                <p:cNvPr id="8325" name="Google Shape;8325;p71"/>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1"/>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71"/>
              <p:cNvGrpSpPr/>
              <p:nvPr/>
            </p:nvGrpSpPr>
            <p:grpSpPr>
              <a:xfrm>
                <a:off x="4901315" y="3804271"/>
                <a:ext cx="37776" cy="32364"/>
                <a:chOff x="4901315" y="3804271"/>
                <a:chExt cx="37776" cy="32364"/>
              </a:xfrm>
            </p:grpSpPr>
            <p:sp>
              <p:nvSpPr>
                <p:cNvPr id="8328" name="Google Shape;8328;p71"/>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1"/>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71"/>
              <p:cNvGrpSpPr/>
              <p:nvPr/>
            </p:nvGrpSpPr>
            <p:grpSpPr>
              <a:xfrm>
                <a:off x="4866394" y="3715035"/>
                <a:ext cx="37846" cy="32357"/>
                <a:chOff x="4866394" y="3715035"/>
                <a:chExt cx="37846" cy="32357"/>
              </a:xfrm>
            </p:grpSpPr>
            <p:sp>
              <p:nvSpPr>
                <p:cNvPr id="8331" name="Google Shape;8331;p71"/>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1"/>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71"/>
              <p:cNvGrpSpPr/>
              <p:nvPr/>
            </p:nvGrpSpPr>
            <p:grpSpPr>
              <a:xfrm>
                <a:off x="4979233" y="3839798"/>
                <a:ext cx="37878" cy="32420"/>
                <a:chOff x="4979233" y="3839798"/>
                <a:chExt cx="37878" cy="32420"/>
              </a:xfrm>
            </p:grpSpPr>
            <p:sp>
              <p:nvSpPr>
                <p:cNvPr id="8334" name="Google Shape;8334;p71"/>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1"/>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71"/>
              <p:cNvGrpSpPr/>
              <p:nvPr/>
            </p:nvGrpSpPr>
            <p:grpSpPr>
              <a:xfrm>
                <a:off x="4790662" y="3679147"/>
                <a:ext cx="37783" cy="32380"/>
                <a:chOff x="4790662" y="3679147"/>
                <a:chExt cx="37783" cy="32380"/>
              </a:xfrm>
            </p:grpSpPr>
            <p:sp>
              <p:nvSpPr>
                <p:cNvPr id="8337" name="Google Shape;8337;p71"/>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1"/>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71"/>
              <p:cNvGrpSpPr/>
              <p:nvPr/>
            </p:nvGrpSpPr>
            <p:grpSpPr>
              <a:xfrm>
                <a:off x="4857263" y="3557861"/>
                <a:ext cx="37776" cy="32357"/>
                <a:chOff x="4857263" y="3557861"/>
                <a:chExt cx="37776" cy="32357"/>
              </a:xfrm>
            </p:grpSpPr>
            <p:sp>
              <p:nvSpPr>
                <p:cNvPr id="8340" name="Google Shape;8340;p71"/>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1"/>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71"/>
              <p:cNvGrpSpPr/>
              <p:nvPr/>
            </p:nvGrpSpPr>
            <p:grpSpPr>
              <a:xfrm>
                <a:off x="4883902" y="3648033"/>
                <a:ext cx="37783" cy="32380"/>
                <a:chOff x="4883902" y="3648033"/>
                <a:chExt cx="37783" cy="32380"/>
              </a:xfrm>
            </p:grpSpPr>
            <p:sp>
              <p:nvSpPr>
                <p:cNvPr id="8343" name="Google Shape;8343;p71"/>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1"/>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71"/>
              <p:cNvGrpSpPr/>
              <p:nvPr/>
            </p:nvGrpSpPr>
            <p:grpSpPr>
              <a:xfrm>
                <a:off x="4907780" y="3347220"/>
                <a:ext cx="37878" cy="32357"/>
                <a:chOff x="4907780" y="3347220"/>
                <a:chExt cx="37878" cy="32357"/>
              </a:xfrm>
            </p:grpSpPr>
            <p:sp>
              <p:nvSpPr>
                <p:cNvPr id="8346" name="Google Shape;8346;p71"/>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1"/>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71"/>
              <p:cNvGrpSpPr/>
              <p:nvPr/>
            </p:nvGrpSpPr>
            <p:grpSpPr>
              <a:xfrm>
                <a:off x="5065048" y="3738150"/>
                <a:ext cx="37783" cy="32364"/>
                <a:chOff x="5065048" y="3738150"/>
                <a:chExt cx="37783" cy="32364"/>
              </a:xfrm>
            </p:grpSpPr>
            <p:sp>
              <p:nvSpPr>
                <p:cNvPr id="8349" name="Google Shape;8349;p71"/>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1"/>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71"/>
              <p:cNvGrpSpPr/>
              <p:nvPr/>
            </p:nvGrpSpPr>
            <p:grpSpPr>
              <a:xfrm>
                <a:off x="5071616" y="3284615"/>
                <a:ext cx="37783" cy="32357"/>
                <a:chOff x="5071616" y="3284615"/>
                <a:chExt cx="37783" cy="32357"/>
              </a:xfrm>
            </p:grpSpPr>
            <p:sp>
              <p:nvSpPr>
                <p:cNvPr id="8352" name="Google Shape;8352;p71"/>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1"/>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71"/>
              <p:cNvGrpSpPr/>
              <p:nvPr/>
            </p:nvGrpSpPr>
            <p:grpSpPr>
              <a:xfrm>
                <a:off x="5389291" y="3759921"/>
                <a:ext cx="37783" cy="32380"/>
                <a:chOff x="5389291" y="3759921"/>
                <a:chExt cx="37783" cy="32380"/>
              </a:xfrm>
            </p:grpSpPr>
            <p:sp>
              <p:nvSpPr>
                <p:cNvPr id="8355" name="Google Shape;8355;p71"/>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1"/>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71"/>
              <p:cNvGrpSpPr/>
              <p:nvPr/>
            </p:nvGrpSpPr>
            <p:grpSpPr>
              <a:xfrm>
                <a:off x="5431534" y="3632932"/>
                <a:ext cx="37878" cy="32451"/>
                <a:chOff x="5431534" y="3632932"/>
                <a:chExt cx="37878" cy="32451"/>
              </a:xfrm>
            </p:grpSpPr>
            <p:sp>
              <p:nvSpPr>
                <p:cNvPr id="8358" name="Google Shape;8358;p71"/>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1"/>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71"/>
              <p:cNvGrpSpPr/>
              <p:nvPr/>
            </p:nvGrpSpPr>
            <p:grpSpPr>
              <a:xfrm>
                <a:off x="5540755" y="3544829"/>
                <a:ext cx="37783" cy="32357"/>
                <a:chOff x="5540755" y="3544829"/>
                <a:chExt cx="37783" cy="32357"/>
              </a:xfrm>
            </p:grpSpPr>
            <p:sp>
              <p:nvSpPr>
                <p:cNvPr id="8361" name="Google Shape;8361;p71"/>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1"/>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71"/>
              <p:cNvGrpSpPr/>
              <p:nvPr/>
            </p:nvGrpSpPr>
            <p:grpSpPr>
              <a:xfrm>
                <a:off x="5579293" y="3412107"/>
                <a:ext cx="37776" cy="32357"/>
                <a:chOff x="5579293" y="3412107"/>
                <a:chExt cx="37776" cy="32357"/>
              </a:xfrm>
            </p:grpSpPr>
            <p:sp>
              <p:nvSpPr>
                <p:cNvPr id="8364" name="Google Shape;8364;p71"/>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1"/>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71"/>
              <p:cNvGrpSpPr/>
              <p:nvPr/>
            </p:nvGrpSpPr>
            <p:grpSpPr>
              <a:xfrm>
                <a:off x="5801346" y="3284615"/>
                <a:ext cx="37783" cy="32357"/>
                <a:chOff x="5801346" y="3284615"/>
                <a:chExt cx="37783" cy="32357"/>
              </a:xfrm>
            </p:grpSpPr>
            <p:sp>
              <p:nvSpPr>
                <p:cNvPr id="8367" name="Google Shape;8367;p71"/>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1"/>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71"/>
              <p:cNvGrpSpPr/>
              <p:nvPr/>
            </p:nvGrpSpPr>
            <p:grpSpPr>
              <a:xfrm>
                <a:off x="5763578" y="3399067"/>
                <a:ext cx="37776" cy="32364"/>
                <a:chOff x="5763578" y="3399067"/>
                <a:chExt cx="37776" cy="32364"/>
              </a:xfrm>
            </p:grpSpPr>
            <p:sp>
              <p:nvSpPr>
                <p:cNvPr id="8370" name="Google Shape;8370;p71"/>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1"/>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71"/>
              <p:cNvGrpSpPr/>
              <p:nvPr/>
            </p:nvGrpSpPr>
            <p:grpSpPr>
              <a:xfrm>
                <a:off x="5395858" y="3230952"/>
                <a:ext cx="37776" cy="32364"/>
                <a:chOff x="5395858" y="3230952"/>
                <a:chExt cx="37776" cy="32364"/>
              </a:xfrm>
            </p:grpSpPr>
            <p:sp>
              <p:nvSpPr>
                <p:cNvPr id="8373" name="Google Shape;8373;p71"/>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1"/>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71"/>
              <p:cNvGrpSpPr/>
              <p:nvPr/>
            </p:nvGrpSpPr>
            <p:grpSpPr>
              <a:xfrm>
                <a:off x="5264088" y="3188237"/>
                <a:ext cx="37776" cy="32357"/>
                <a:chOff x="5264088" y="3188237"/>
                <a:chExt cx="37776" cy="32357"/>
              </a:xfrm>
            </p:grpSpPr>
            <p:sp>
              <p:nvSpPr>
                <p:cNvPr id="8376" name="Google Shape;8376;p71"/>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1"/>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71"/>
              <p:cNvGrpSpPr/>
              <p:nvPr/>
            </p:nvGrpSpPr>
            <p:grpSpPr>
              <a:xfrm>
                <a:off x="5585758" y="3237425"/>
                <a:ext cx="37878" cy="32357"/>
                <a:chOff x="5585758" y="3237425"/>
                <a:chExt cx="37878" cy="32357"/>
              </a:xfrm>
            </p:grpSpPr>
            <p:sp>
              <p:nvSpPr>
                <p:cNvPr id="8379" name="Google Shape;8379;p71"/>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1"/>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71"/>
              <p:cNvGrpSpPr/>
              <p:nvPr/>
            </p:nvGrpSpPr>
            <p:grpSpPr>
              <a:xfrm>
                <a:off x="4874196" y="3291088"/>
                <a:ext cx="37878" cy="32451"/>
                <a:chOff x="4874196" y="3291088"/>
                <a:chExt cx="37878" cy="32451"/>
              </a:xfrm>
            </p:grpSpPr>
            <p:sp>
              <p:nvSpPr>
                <p:cNvPr id="8382" name="Google Shape;8382;p71"/>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1"/>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71"/>
              <p:cNvGrpSpPr/>
              <p:nvPr/>
            </p:nvGrpSpPr>
            <p:grpSpPr>
              <a:xfrm>
                <a:off x="5197770" y="3785466"/>
                <a:ext cx="37783" cy="32427"/>
                <a:chOff x="5197770" y="3785466"/>
                <a:chExt cx="37783" cy="32427"/>
              </a:xfrm>
            </p:grpSpPr>
            <p:sp>
              <p:nvSpPr>
                <p:cNvPr id="8385" name="Google Shape;8385;p71"/>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1"/>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71"/>
              <p:cNvGrpSpPr/>
              <p:nvPr/>
            </p:nvGrpSpPr>
            <p:grpSpPr>
              <a:xfrm>
                <a:off x="5177699" y="3492117"/>
                <a:ext cx="37776" cy="32357"/>
                <a:chOff x="5177699" y="3492117"/>
                <a:chExt cx="37776" cy="32357"/>
              </a:xfrm>
            </p:grpSpPr>
            <p:sp>
              <p:nvSpPr>
                <p:cNvPr id="8388" name="Google Shape;8388;p71"/>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1"/>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71"/>
              <p:cNvGrpSpPr/>
              <p:nvPr/>
            </p:nvGrpSpPr>
            <p:grpSpPr>
              <a:xfrm>
                <a:off x="5349431" y="3622346"/>
                <a:ext cx="37870" cy="32380"/>
                <a:chOff x="5349431" y="3622346"/>
                <a:chExt cx="37870" cy="32380"/>
              </a:xfrm>
            </p:grpSpPr>
            <p:sp>
              <p:nvSpPr>
                <p:cNvPr id="8391" name="Google Shape;8391;p71"/>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1"/>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71"/>
              <p:cNvGrpSpPr/>
              <p:nvPr/>
            </p:nvGrpSpPr>
            <p:grpSpPr>
              <a:xfrm>
                <a:off x="5068855" y="3563980"/>
                <a:ext cx="53954" cy="46223"/>
                <a:chOff x="5068855" y="3563980"/>
                <a:chExt cx="53954" cy="46223"/>
              </a:xfrm>
            </p:grpSpPr>
            <p:sp>
              <p:nvSpPr>
                <p:cNvPr id="8394" name="Google Shape;8394;p71"/>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1"/>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71"/>
              <p:cNvGrpSpPr/>
              <p:nvPr/>
            </p:nvGrpSpPr>
            <p:grpSpPr>
              <a:xfrm>
                <a:off x="5037654" y="3392507"/>
                <a:ext cx="37870" cy="32451"/>
                <a:chOff x="5037654" y="3392507"/>
                <a:chExt cx="37870" cy="32451"/>
              </a:xfrm>
            </p:grpSpPr>
            <p:sp>
              <p:nvSpPr>
                <p:cNvPr id="8397" name="Google Shape;8397;p71"/>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1"/>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71"/>
              <p:cNvGrpSpPr/>
              <p:nvPr/>
            </p:nvGrpSpPr>
            <p:grpSpPr>
              <a:xfrm>
                <a:off x="5456560" y="3368629"/>
                <a:ext cx="37870" cy="32451"/>
                <a:chOff x="5456560" y="3368629"/>
                <a:chExt cx="37870" cy="32451"/>
              </a:xfrm>
            </p:grpSpPr>
            <p:sp>
              <p:nvSpPr>
                <p:cNvPr id="8400" name="Google Shape;8400;p71"/>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1"/>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71"/>
              <p:cNvGrpSpPr/>
              <p:nvPr/>
            </p:nvGrpSpPr>
            <p:grpSpPr>
              <a:xfrm>
                <a:off x="4755749" y="3501516"/>
                <a:ext cx="46246" cy="39608"/>
                <a:chOff x="4755749" y="3501516"/>
                <a:chExt cx="46246" cy="39608"/>
              </a:xfrm>
            </p:grpSpPr>
            <p:sp>
              <p:nvSpPr>
                <p:cNvPr id="8403" name="Google Shape;8403;p71"/>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1"/>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71"/>
              <p:cNvGrpSpPr/>
              <p:nvPr/>
            </p:nvGrpSpPr>
            <p:grpSpPr>
              <a:xfrm>
                <a:off x="4681346" y="3485582"/>
                <a:ext cx="37783" cy="32427"/>
                <a:chOff x="4681346" y="3485582"/>
                <a:chExt cx="37783" cy="32427"/>
              </a:xfrm>
            </p:grpSpPr>
            <p:sp>
              <p:nvSpPr>
                <p:cNvPr id="8406" name="Google Shape;8406;p71"/>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1"/>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71"/>
              <p:cNvGrpSpPr/>
              <p:nvPr/>
            </p:nvGrpSpPr>
            <p:grpSpPr>
              <a:xfrm>
                <a:off x="4767067" y="3291088"/>
                <a:ext cx="37878" cy="32451"/>
                <a:chOff x="4767067" y="3291088"/>
                <a:chExt cx="37878" cy="32451"/>
              </a:xfrm>
            </p:grpSpPr>
            <p:sp>
              <p:nvSpPr>
                <p:cNvPr id="8409" name="Google Shape;8409;p71"/>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1"/>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71"/>
              <p:cNvGrpSpPr/>
              <p:nvPr/>
            </p:nvGrpSpPr>
            <p:grpSpPr>
              <a:xfrm>
                <a:off x="4687819" y="3405539"/>
                <a:ext cx="37776" cy="32451"/>
                <a:chOff x="4687819" y="3405539"/>
                <a:chExt cx="37776" cy="32451"/>
              </a:xfrm>
            </p:grpSpPr>
            <p:sp>
              <p:nvSpPr>
                <p:cNvPr id="8412" name="Google Shape;8412;p71"/>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1"/>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71"/>
              <p:cNvGrpSpPr/>
              <p:nvPr/>
            </p:nvGrpSpPr>
            <p:grpSpPr>
              <a:xfrm>
                <a:off x="4923101" y="3444809"/>
                <a:ext cx="52813" cy="45318"/>
                <a:chOff x="4923101" y="3444809"/>
                <a:chExt cx="52813" cy="45318"/>
              </a:xfrm>
            </p:grpSpPr>
            <p:sp>
              <p:nvSpPr>
                <p:cNvPr id="8415" name="Google Shape;8415;p71"/>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1"/>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71"/>
              <p:cNvGrpSpPr/>
              <p:nvPr/>
            </p:nvGrpSpPr>
            <p:grpSpPr>
              <a:xfrm>
                <a:off x="4846040" y="3654750"/>
                <a:ext cx="31405" cy="26993"/>
                <a:chOff x="4846040" y="3654750"/>
                <a:chExt cx="31405" cy="26993"/>
              </a:xfrm>
            </p:grpSpPr>
            <p:sp>
              <p:nvSpPr>
                <p:cNvPr id="8418" name="Google Shape;8418;p71"/>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1"/>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71"/>
              <p:cNvGrpSpPr/>
              <p:nvPr/>
            </p:nvGrpSpPr>
            <p:grpSpPr>
              <a:xfrm>
                <a:off x="4925673" y="3691700"/>
                <a:ext cx="40253" cy="34472"/>
                <a:chOff x="4925673" y="3691700"/>
                <a:chExt cx="40253" cy="34472"/>
              </a:xfrm>
            </p:grpSpPr>
            <p:sp>
              <p:nvSpPr>
                <p:cNvPr id="8421" name="Google Shape;8421;p71"/>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1"/>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71"/>
              <p:cNvGrpSpPr/>
              <p:nvPr/>
            </p:nvGrpSpPr>
            <p:grpSpPr>
              <a:xfrm>
                <a:off x="4894653" y="3740848"/>
                <a:ext cx="31405" cy="26906"/>
                <a:chOff x="4894653" y="3740848"/>
                <a:chExt cx="31405" cy="26906"/>
              </a:xfrm>
            </p:grpSpPr>
            <p:sp>
              <p:nvSpPr>
                <p:cNvPr id="8424" name="Google Shape;8424;p71"/>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1"/>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71"/>
              <p:cNvGrpSpPr/>
              <p:nvPr/>
            </p:nvGrpSpPr>
            <p:grpSpPr>
              <a:xfrm>
                <a:off x="4962300" y="3696348"/>
                <a:ext cx="38255" cy="32773"/>
                <a:chOff x="4962300" y="3696348"/>
                <a:chExt cx="38255" cy="32773"/>
              </a:xfrm>
            </p:grpSpPr>
            <p:sp>
              <p:nvSpPr>
                <p:cNvPr id="8427" name="Google Shape;8427;p71"/>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1"/>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71"/>
              <p:cNvGrpSpPr/>
              <p:nvPr/>
            </p:nvGrpSpPr>
            <p:grpSpPr>
              <a:xfrm>
                <a:off x="4980185" y="3743349"/>
                <a:ext cx="31499" cy="26969"/>
                <a:chOff x="4980185" y="3743349"/>
                <a:chExt cx="31499" cy="26969"/>
              </a:xfrm>
            </p:grpSpPr>
            <p:sp>
              <p:nvSpPr>
                <p:cNvPr id="8430" name="Google Shape;8430;p71"/>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1"/>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71"/>
              <p:cNvGrpSpPr/>
              <p:nvPr/>
            </p:nvGrpSpPr>
            <p:grpSpPr>
              <a:xfrm>
                <a:off x="5013768" y="3734312"/>
                <a:ext cx="31499" cy="26969"/>
                <a:chOff x="5013768" y="3734312"/>
                <a:chExt cx="31499" cy="26969"/>
              </a:xfrm>
            </p:grpSpPr>
            <p:sp>
              <p:nvSpPr>
                <p:cNvPr id="8433" name="Google Shape;8433;p71"/>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1"/>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71"/>
              <p:cNvGrpSpPr/>
              <p:nvPr/>
            </p:nvGrpSpPr>
            <p:grpSpPr>
              <a:xfrm>
                <a:off x="5036703" y="3764545"/>
                <a:ext cx="31499" cy="26898"/>
                <a:chOff x="5036703" y="3764545"/>
                <a:chExt cx="31499" cy="26898"/>
              </a:xfrm>
            </p:grpSpPr>
            <p:sp>
              <p:nvSpPr>
                <p:cNvPr id="8436" name="Google Shape;8436;p71"/>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1"/>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71"/>
              <p:cNvGrpSpPr/>
              <p:nvPr/>
            </p:nvGrpSpPr>
            <p:grpSpPr>
              <a:xfrm>
                <a:off x="4953546" y="3768352"/>
                <a:ext cx="31405" cy="26898"/>
                <a:chOff x="4953546" y="3768352"/>
                <a:chExt cx="31405" cy="26898"/>
              </a:xfrm>
            </p:grpSpPr>
            <p:sp>
              <p:nvSpPr>
                <p:cNvPr id="8439" name="Google Shape;8439;p71"/>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1"/>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71"/>
              <p:cNvGrpSpPr/>
              <p:nvPr/>
            </p:nvGrpSpPr>
            <p:grpSpPr>
              <a:xfrm>
                <a:off x="4964770" y="3814016"/>
                <a:ext cx="31499" cy="26993"/>
                <a:chOff x="4964770" y="3814016"/>
                <a:chExt cx="31499" cy="26993"/>
              </a:xfrm>
            </p:grpSpPr>
            <p:sp>
              <p:nvSpPr>
                <p:cNvPr id="8442" name="Google Shape;8442;p71"/>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1"/>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71"/>
              <p:cNvGrpSpPr/>
              <p:nvPr/>
            </p:nvGrpSpPr>
            <p:grpSpPr>
              <a:xfrm>
                <a:off x="4923290" y="3800504"/>
                <a:ext cx="31468" cy="26898"/>
                <a:chOff x="4923290" y="3800504"/>
                <a:chExt cx="31468" cy="26898"/>
              </a:xfrm>
            </p:grpSpPr>
            <p:sp>
              <p:nvSpPr>
                <p:cNvPr id="8445" name="Google Shape;8445;p71"/>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1"/>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71"/>
              <p:cNvGrpSpPr/>
              <p:nvPr/>
            </p:nvGrpSpPr>
            <p:grpSpPr>
              <a:xfrm>
                <a:off x="5108534" y="3650943"/>
                <a:ext cx="31405" cy="26993"/>
                <a:chOff x="5108534" y="3650943"/>
                <a:chExt cx="31405" cy="26993"/>
              </a:xfrm>
            </p:grpSpPr>
            <p:sp>
              <p:nvSpPr>
                <p:cNvPr id="8448" name="Google Shape;8448;p71"/>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1"/>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71"/>
              <p:cNvGrpSpPr/>
              <p:nvPr/>
            </p:nvGrpSpPr>
            <p:grpSpPr>
              <a:xfrm>
                <a:off x="5119380" y="3760739"/>
                <a:ext cx="31499" cy="26993"/>
                <a:chOff x="5119380" y="3760739"/>
                <a:chExt cx="31499" cy="26993"/>
              </a:xfrm>
            </p:grpSpPr>
            <p:sp>
              <p:nvSpPr>
                <p:cNvPr id="8451" name="Google Shape;8451;p71"/>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1"/>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71"/>
              <p:cNvGrpSpPr/>
              <p:nvPr/>
            </p:nvGrpSpPr>
            <p:grpSpPr>
              <a:xfrm>
                <a:off x="5119380" y="3788235"/>
                <a:ext cx="31499" cy="26993"/>
                <a:chOff x="5119380" y="3788235"/>
                <a:chExt cx="31499" cy="26993"/>
              </a:xfrm>
            </p:grpSpPr>
            <p:sp>
              <p:nvSpPr>
                <p:cNvPr id="8454" name="Google Shape;8454;p71"/>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1"/>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71"/>
              <p:cNvGrpSpPr/>
              <p:nvPr/>
            </p:nvGrpSpPr>
            <p:grpSpPr>
              <a:xfrm>
                <a:off x="5158005" y="3875284"/>
                <a:ext cx="31405" cy="27001"/>
                <a:chOff x="5158005" y="3875284"/>
                <a:chExt cx="31405" cy="27001"/>
              </a:xfrm>
            </p:grpSpPr>
            <p:sp>
              <p:nvSpPr>
                <p:cNvPr id="8457" name="Google Shape;8457;p71"/>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1"/>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71"/>
              <p:cNvGrpSpPr/>
              <p:nvPr/>
            </p:nvGrpSpPr>
            <p:grpSpPr>
              <a:xfrm>
                <a:off x="5233163" y="3764545"/>
                <a:ext cx="31499" cy="26898"/>
                <a:chOff x="5233163" y="3764545"/>
                <a:chExt cx="31499" cy="26898"/>
              </a:xfrm>
            </p:grpSpPr>
            <p:sp>
              <p:nvSpPr>
                <p:cNvPr id="8460" name="Google Shape;8460;p71"/>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1"/>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71"/>
              <p:cNvGrpSpPr/>
              <p:nvPr/>
            </p:nvGrpSpPr>
            <p:grpSpPr>
              <a:xfrm>
                <a:off x="5276168" y="3805545"/>
                <a:ext cx="31499" cy="26906"/>
                <a:chOff x="5276168" y="3805545"/>
                <a:chExt cx="31499" cy="26906"/>
              </a:xfrm>
            </p:grpSpPr>
            <p:sp>
              <p:nvSpPr>
                <p:cNvPr id="8463" name="Google Shape;8463;p71"/>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1"/>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71"/>
              <p:cNvGrpSpPr/>
              <p:nvPr/>
            </p:nvGrpSpPr>
            <p:grpSpPr>
              <a:xfrm>
                <a:off x="5294053" y="3851933"/>
                <a:ext cx="31405" cy="26945"/>
                <a:chOff x="5294053" y="3851933"/>
                <a:chExt cx="31405" cy="26945"/>
              </a:xfrm>
            </p:grpSpPr>
            <p:sp>
              <p:nvSpPr>
                <p:cNvPr id="8466" name="Google Shape;8466;p71"/>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1"/>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71"/>
              <p:cNvGrpSpPr/>
              <p:nvPr/>
            </p:nvGrpSpPr>
            <p:grpSpPr>
              <a:xfrm>
                <a:off x="5341723" y="3851902"/>
                <a:ext cx="31405" cy="26977"/>
                <a:chOff x="5341723" y="3851902"/>
                <a:chExt cx="31405" cy="26977"/>
              </a:xfrm>
            </p:grpSpPr>
            <p:sp>
              <p:nvSpPr>
                <p:cNvPr id="8469" name="Google Shape;8469;p71"/>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1"/>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71"/>
              <p:cNvGrpSpPr/>
              <p:nvPr/>
            </p:nvGrpSpPr>
            <p:grpSpPr>
              <a:xfrm>
                <a:off x="5054871" y="3507855"/>
                <a:ext cx="31405" cy="26993"/>
                <a:chOff x="5054871" y="3507855"/>
                <a:chExt cx="31405" cy="26993"/>
              </a:xfrm>
            </p:grpSpPr>
            <p:sp>
              <p:nvSpPr>
                <p:cNvPr id="8472" name="Google Shape;8472;p71"/>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1"/>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71"/>
              <p:cNvGrpSpPr/>
              <p:nvPr/>
            </p:nvGrpSpPr>
            <p:grpSpPr>
              <a:xfrm>
                <a:off x="4876579" y="3675325"/>
                <a:ext cx="31405" cy="26969"/>
                <a:chOff x="4876579" y="3675325"/>
                <a:chExt cx="31405" cy="26969"/>
              </a:xfrm>
            </p:grpSpPr>
            <p:sp>
              <p:nvSpPr>
                <p:cNvPr id="8475" name="Google Shape;8475;p71"/>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1"/>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71"/>
              <p:cNvGrpSpPr/>
              <p:nvPr/>
            </p:nvGrpSpPr>
            <p:grpSpPr>
              <a:xfrm>
                <a:off x="4842233" y="3688333"/>
                <a:ext cx="31405" cy="26993"/>
                <a:chOff x="4842233" y="3688333"/>
                <a:chExt cx="31405" cy="26993"/>
              </a:xfrm>
            </p:grpSpPr>
            <p:sp>
              <p:nvSpPr>
                <p:cNvPr id="8478" name="Google Shape;8478;p71"/>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1"/>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71"/>
              <p:cNvGrpSpPr/>
              <p:nvPr/>
            </p:nvGrpSpPr>
            <p:grpSpPr>
              <a:xfrm>
                <a:off x="5187876" y="3608032"/>
                <a:ext cx="31405" cy="27001"/>
                <a:chOff x="5187876" y="3608032"/>
                <a:chExt cx="31405" cy="27001"/>
              </a:xfrm>
            </p:grpSpPr>
            <p:sp>
              <p:nvSpPr>
                <p:cNvPr id="8481" name="Google Shape;8481;p71"/>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1"/>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3" name="Google Shape;8483;p71"/>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1"/>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5" name="Google Shape;8485;p71"/>
              <p:cNvGrpSpPr/>
              <p:nvPr/>
            </p:nvGrpSpPr>
            <p:grpSpPr>
              <a:xfrm>
                <a:off x="5269224" y="3304167"/>
                <a:ext cx="40253" cy="34402"/>
                <a:chOff x="5269224" y="3304167"/>
                <a:chExt cx="40253" cy="34402"/>
              </a:xfrm>
            </p:grpSpPr>
            <p:sp>
              <p:nvSpPr>
                <p:cNvPr id="8486" name="Google Shape;8486;p71"/>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1"/>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71"/>
              <p:cNvGrpSpPr/>
              <p:nvPr/>
            </p:nvGrpSpPr>
            <p:grpSpPr>
              <a:xfrm>
                <a:off x="5327354" y="3476615"/>
                <a:ext cx="49864" cy="42723"/>
                <a:chOff x="5327354" y="3476615"/>
                <a:chExt cx="49864" cy="42723"/>
              </a:xfrm>
            </p:grpSpPr>
            <p:sp>
              <p:nvSpPr>
                <p:cNvPr id="8489" name="Google Shape;8489;p71"/>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1"/>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1" name="Google Shape;8491;p71"/>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1"/>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3" name="Google Shape;8493;p71"/>
              <p:cNvGrpSpPr/>
              <p:nvPr/>
            </p:nvGrpSpPr>
            <p:grpSpPr>
              <a:xfrm>
                <a:off x="5341723" y="3775957"/>
                <a:ext cx="31405" cy="26898"/>
                <a:chOff x="5341723" y="3775957"/>
                <a:chExt cx="31405" cy="26898"/>
              </a:xfrm>
            </p:grpSpPr>
            <p:sp>
              <p:nvSpPr>
                <p:cNvPr id="8494" name="Google Shape;8494;p71"/>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1"/>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71"/>
              <p:cNvGrpSpPr/>
              <p:nvPr/>
            </p:nvGrpSpPr>
            <p:grpSpPr>
              <a:xfrm>
                <a:off x="5439053" y="3699274"/>
                <a:ext cx="31405" cy="26898"/>
                <a:chOff x="5439053" y="3699274"/>
                <a:chExt cx="31405" cy="26898"/>
              </a:xfrm>
            </p:grpSpPr>
            <p:sp>
              <p:nvSpPr>
                <p:cNvPr id="8497" name="Google Shape;8497;p71"/>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1"/>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71"/>
              <p:cNvGrpSpPr/>
              <p:nvPr/>
            </p:nvGrpSpPr>
            <p:grpSpPr>
              <a:xfrm>
                <a:off x="5412414" y="3622307"/>
                <a:ext cx="31499" cy="26993"/>
                <a:chOff x="5412414" y="3622307"/>
                <a:chExt cx="31499" cy="26993"/>
              </a:xfrm>
            </p:grpSpPr>
            <p:sp>
              <p:nvSpPr>
                <p:cNvPr id="8500" name="Google Shape;8500;p71"/>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1"/>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71"/>
              <p:cNvGrpSpPr/>
              <p:nvPr/>
            </p:nvGrpSpPr>
            <p:grpSpPr>
              <a:xfrm>
                <a:off x="5476254" y="3473949"/>
                <a:ext cx="26835" cy="26930"/>
                <a:chOff x="5476254" y="3473949"/>
                <a:chExt cx="26835" cy="26930"/>
              </a:xfrm>
            </p:grpSpPr>
            <p:sp>
              <p:nvSpPr>
                <p:cNvPr id="8503" name="Google Shape;8503;p71"/>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1"/>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71"/>
              <p:cNvGrpSpPr/>
              <p:nvPr/>
            </p:nvGrpSpPr>
            <p:grpSpPr>
              <a:xfrm>
                <a:off x="5564547" y="3481594"/>
                <a:ext cx="31397" cy="26898"/>
                <a:chOff x="5564547" y="3481594"/>
                <a:chExt cx="31397" cy="26898"/>
              </a:xfrm>
            </p:grpSpPr>
            <p:sp>
              <p:nvSpPr>
                <p:cNvPr id="8506" name="Google Shape;8506;p71"/>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1"/>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71"/>
              <p:cNvGrpSpPr/>
              <p:nvPr/>
            </p:nvGrpSpPr>
            <p:grpSpPr>
              <a:xfrm>
                <a:off x="5534101" y="3470174"/>
                <a:ext cx="31397" cy="26906"/>
                <a:chOff x="5534101" y="3470174"/>
                <a:chExt cx="31397" cy="26906"/>
              </a:xfrm>
            </p:grpSpPr>
            <p:sp>
              <p:nvSpPr>
                <p:cNvPr id="8509" name="Google Shape;8509;p71"/>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1"/>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71"/>
              <p:cNvGrpSpPr/>
              <p:nvPr/>
            </p:nvGrpSpPr>
            <p:grpSpPr>
              <a:xfrm>
                <a:off x="5610879" y="3314486"/>
                <a:ext cx="31499" cy="26938"/>
                <a:chOff x="5610879" y="3314486"/>
                <a:chExt cx="31499" cy="26938"/>
              </a:xfrm>
            </p:grpSpPr>
            <p:sp>
              <p:nvSpPr>
                <p:cNvPr id="8512" name="Google Shape;8512;p71"/>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1"/>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71"/>
              <p:cNvGrpSpPr/>
              <p:nvPr/>
            </p:nvGrpSpPr>
            <p:grpSpPr>
              <a:xfrm>
                <a:off x="4834525" y="3501382"/>
                <a:ext cx="31499" cy="26898"/>
                <a:chOff x="4834525" y="3501382"/>
                <a:chExt cx="31499" cy="26898"/>
              </a:xfrm>
            </p:grpSpPr>
            <p:sp>
              <p:nvSpPr>
                <p:cNvPr id="8515" name="Google Shape;8515;p71"/>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1"/>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71"/>
              <p:cNvGrpSpPr/>
              <p:nvPr/>
            </p:nvGrpSpPr>
            <p:grpSpPr>
              <a:xfrm>
                <a:off x="4898460" y="3580158"/>
                <a:ext cx="31405" cy="26898"/>
                <a:chOff x="4898460" y="3580158"/>
                <a:chExt cx="31405" cy="26898"/>
              </a:xfrm>
            </p:grpSpPr>
            <p:sp>
              <p:nvSpPr>
                <p:cNvPr id="8518" name="Google Shape;8518;p71"/>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1"/>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71"/>
              <p:cNvGrpSpPr/>
              <p:nvPr/>
            </p:nvGrpSpPr>
            <p:grpSpPr>
              <a:xfrm>
                <a:off x="4882667" y="3608032"/>
                <a:ext cx="31499" cy="27001"/>
                <a:chOff x="4882667" y="3608032"/>
                <a:chExt cx="31499" cy="27001"/>
              </a:xfrm>
            </p:grpSpPr>
            <p:sp>
              <p:nvSpPr>
                <p:cNvPr id="8521" name="Google Shape;8521;p71"/>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1"/>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71"/>
              <p:cNvGrpSpPr/>
              <p:nvPr/>
            </p:nvGrpSpPr>
            <p:grpSpPr>
              <a:xfrm>
                <a:off x="4843373" y="3631407"/>
                <a:ext cx="16273" cy="16186"/>
                <a:chOff x="4843373" y="3631407"/>
                <a:chExt cx="16273" cy="16186"/>
              </a:xfrm>
            </p:grpSpPr>
            <p:sp>
              <p:nvSpPr>
                <p:cNvPr id="8524" name="Google Shape;8524;p71"/>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1"/>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71"/>
              <p:cNvGrpSpPr/>
              <p:nvPr/>
            </p:nvGrpSpPr>
            <p:grpSpPr>
              <a:xfrm>
                <a:off x="4727773" y="3591578"/>
                <a:ext cx="31499" cy="26898"/>
                <a:chOff x="4727773" y="3591578"/>
                <a:chExt cx="31499" cy="26898"/>
              </a:xfrm>
            </p:grpSpPr>
            <p:sp>
              <p:nvSpPr>
                <p:cNvPr id="8527" name="Google Shape;8527;p71"/>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1"/>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9" name="Google Shape;8529;p71"/>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1"/>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1" name="Google Shape;8531;p71"/>
              <p:cNvGrpSpPr/>
              <p:nvPr/>
            </p:nvGrpSpPr>
            <p:grpSpPr>
              <a:xfrm>
                <a:off x="4609421" y="3577398"/>
                <a:ext cx="31499" cy="27001"/>
                <a:chOff x="4609421" y="3577398"/>
                <a:chExt cx="31499" cy="27001"/>
              </a:xfrm>
            </p:grpSpPr>
            <p:sp>
              <p:nvSpPr>
                <p:cNvPr id="8532" name="Google Shape;8532;p71"/>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1"/>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71"/>
              <p:cNvGrpSpPr/>
              <p:nvPr/>
            </p:nvGrpSpPr>
            <p:grpSpPr>
              <a:xfrm>
                <a:off x="4649289" y="3577398"/>
                <a:ext cx="31499" cy="27001"/>
                <a:chOff x="4649289" y="3577398"/>
                <a:chExt cx="31499" cy="27001"/>
              </a:xfrm>
            </p:grpSpPr>
            <p:sp>
              <p:nvSpPr>
                <p:cNvPr id="8535" name="Google Shape;8535;p71"/>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1"/>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71"/>
              <p:cNvGrpSpPr/>
              <p:nvPr/>
            </p:nvGrpSpPr>
            <p:grpSpPr>
              <a:xfrm>
                <a:off x="4605614" y="3639523"/>
                <a:ext cx="31499" cy="26906"/>
                <a:chOff x="4605614" y="3639523"/>
                <a:chExt cx="31499" cy="26906"/>
              </a:xfrm>
            </p:grpSpPr>
            <p:sp>
              <p:nvSpPr>
                <p:cNvPr id="8538" name="Google Shape;8538;p71"/>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1"/>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71"/>
              <p:cNvGrpSpPr/>
              <p:nvPr/>
            </p:nvGrpSpPr>
            <p:grpSpPr>
              <a:xfrm>
                <a:off x="4785149" y="3618846"/>
                <a:ext cx="26930" cy="26843"/>
                <a:chOff x="4785149" y="3618846"/>
                <a:chExt cx="26930" cy="26843"/>
              </a:xfrm>
            </p:grpSpPr>
            <p:sp>
              <p:nvSpPr>
                <p:cNvPr id="8541" name="Google Shape;8541;p71"/>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1"/>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71"/>
              <p:cNvGrpSpPr/>
              <p:nvPr/>
            </p:nvGrpSpPr>
            <p:grpSpPr>
              <a:xfrm>
                <a:off x="4810167" y="3601567"/>
                <a:ext cx="31405" cy="26898"/>
                <a:chOff x="4810167" y="3601567"/>
                <a:chExt cx="31405" cy="26898"/>
              </a:xfrm>
            </p:grpSpPr>
            <p:sp>
              <p:nvSpPr>
                <p:cNvPr id="8544" name="Google Shape;8544;p71"/>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1"/>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71"/>
              <p:cNvGrpSpPr/>
              <p:nvPr/>
            </p:nvGrpSpPr>
            <p:grpSpPr>
              <a:xfrm>
                <a:off x="4831002" y="3373230"/>
                <a:ext cx="31405" cy="26898"/>
                <a:chOff x="4831002" y="3373230"/>
                <a:chExt cx="31405" cy="26898"/>
              </a:xfrm>
            </p:grpSpPr>
            <p:sp>
              <p:nvSpPr>
                <p:cNvPr id="8547" name="Google Shape;8547;p71"/>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1"/>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71"/>
              <p:cNvGrpSpPr/>
              <p:nvPr/>
            </p:nvGrpSpPr>
            <p:grpSpPr>
              <a:xfrm>
                <a:off x="4719311" y="3355054"/>
                <a:ext cx="31499" cy="27001"/>
                <a:chOff x="4719311" y="3355054"/>
                <a:chExt cx="31499" cy="27001"/>
              </a:xfrm>
            </p:grpSpPr>
            <p:sp>
              <p:nvSpPr>
                <p:cNvPr id="8550" name="Google Shape;8550;p71"/>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1"/>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71"/>
              <p:cNvGrpSpPr/>
              <p:nvPr/>
            </p:nvGrpSpPr>
            <p:grpSpPr>
              <a:xfrm>
                <a:off x="4798755" y="3450260"/>
                <a:ext cx="26930" cy="26930"/>
                <a:chOff x="4798755" y="3450260"/>
                <a:chExt cx="26930" cy="26930"/>
              </a:xfrm>
            </p:grpSpPr>
            <p:sp>
              <p:nvSpPr>
                <p:cNvPr id="8553" name="Google Shape;8553;p71"/>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1"/>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71"/>
              <p:cNvGrpSpPr/>
              <p:nvPr/>
            </p:nvGrpSpPr>
            <p:grpSpPr>
              <a:xfrm>
                <a:off x="4645576" y="3467555"/>
                <a:ext cx="31405" cy="26953"/>
                <a:chOff x="4645576" y="3467555"/>
                <a:chExt cx="31405" cy="26953"/>
              </a:xfrm>
            </p:grpSpPr>
            <p:sp>
              <p:nvSpPr>
                <p:cNvPr id="8556" name="Google Shape;8556;p71"/>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1"/>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71"/>
              <p:cNvGrpSpPr/>
              <p:nvPr/>
            </p:nvGrpSpPr>
            <p:grpSpPr>
              <a:xfrm>
                <a:off x="4687631" y="3583965"/>
                <a:ext cx="31499" cy="26898"/>
                <a:chOff x="4687631" y="3583965"/>
                <a:chExt cx="31499" cy="26898"/>
              </a:xfrm>
            </p:grpSpPr>
            <p:sp>
              <p:nvSpPr>
                <p:cNvPr id="8559" name="Google Shape;8559;p71"/>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1"/>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71"/>
              <p:cNvGrpSpPr/>
              <p:nvPr/>
            </p:nvGrpSpPr>
            <p:grpSpPr>
              <a:xfrm>
                <a:off x="4719311" y="3471314"/>
                <a:ext cx="31499" cy="27001"/>
                <a:chOff x="4719311" y="3471314"/>
                <a:chExt cx="31499" cy="27001"/>
              </a:xfrm>
            </p:grpSpPr>
            <p:sp>
              <p:nvSpPr>
                <p:cNvPr id="8562" name="Google Shape;8562;p71"/>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1"/>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71"/>
              <p:cNvGrpSpPr/>
              <p:nvPr/>
            </p:nvGrpSpPr>
            <p:grpSpPr>
              <a:xfrm>
                <a:off x="4719311" y="3434404"/>
                <a:ext cx="31499" cy="26898"/>
                <a:chOff x="4719311" y="3434404"/>
                <a:chExt cx="31499" cy="26898"/>
              </a:xfrm>
            </p:grpSpPr>
            <p:sp>
              <p:nvSpPr>
                <p:cNvPr id="8565" name="Google Shape;8565;p71"/>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1"/>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71"/>
              <p:cNvGrpSpPr/>
              <p:nvPr/>
            </p:nvGrpSpPr>
            <p:grpSpPr>
              <a:xfrm>
                <a:off x="4768876" y="3401772"/>
                <a:ext cx="31499" cy="26898"/>
                <a:chOff x="4768876" y="3401772"/>
                <a:chExt cx="31499" cy="26898"/>
              </a:xfrm>
            </p:grpSpPr>
            <p:sp>
              <p:nvSpPr>
                <p:cNvPr id="8568" name="Google Shape;8568;p71"/>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1"/>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71"/>
              <p:cNvGrpSpPr/>
              <p:nvPr/>
            </p:nvGrpSpPr>
            <p:grpSpPr>
              <a:xfrm>
                <a:off x="4762214" y="3471377"/>
                <a:ext cx="26938" cy="26938"/>
                <a:chOff x="4762214" y="3471377"/>
                <a:chExt cx="26938" cy="26938"/>
              </a:xfrm>
            </p:grpSpPr>
            <p:sp>
              <p:nvSpPr>
                <p:cNvPr id="8571" name="Google Shape;8571;p71"/>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1"/>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71"/>
              <p:cNvGrpSpPr/>
              <p:nvPr/>
            </p:nvGrpSpPr>
            <p:grpSpPr>
              <a:xfrm>
                <a:off x="4790473" y="3344782"/>
                <a:ext cx="31405" cy="26898"/>
                <a:chOff x="4790473" y="3344782"/>
                <a:chExt cx="31405" cy="26898"/>
              </a:xfrm>
            </p:grpSpPr>
            <p:sp>
              <p:nvSpPr>
                <p:cNvPr id="8574" name="Google Shape;8574;p71"/>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1"/>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71"/>
              <p:cNvGrpSpPr/>
              <p:nvPr/>
            </p:nvGrpSpPr>
            <p:grpSpPr>
              <a:xfrm>
                <a:off x="4823774" y="3950733"/>
                <a:ext cx="37398" cy="32034"/>
                <a:chOff x="4823774" y="3950733"/>
                <a:chExt cx="37398" cy="32034"/>
              </a:xfrm>
            </p:grpSpPr>
            <p:sp>
              <p:nvSpPr>
                <p:cNvPr id="8577" name="Google Shape;8577;p71"/>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1"/>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71"/>
              <p:cNvGrpSpPr/>
              <p:nvPr/>
            </p:nvGrpSpPr>
            <p:grpSpPr>
              <a:xfrm>
                <a:off x="4823396" y="4110566"/>
                <a:ext cx="31405" cy="26906"/>
                <a:chOff x="4823396" y="4110566"/>
                <a:chExt cx="31405" cy="26906"/>
              </a:xfrm>
            </p:grpSpPr>
            <p:sp>
              <p:nvSpPr>
                <p:cNvPr id="8580" name="Google Shape;8580;p71"/>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1"/>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71"/>
              <p:cNvGrpSpPr/>
              <p:nvPr/>
            </p:nvGrpSpPr>
            <p:grpSpPr>
              <a:xfrm>
                <a:off x="4838332" y="3821150"/>
                <a:ext cx="31499" cy="26898"/>
                <a:chOff x="4838332" y="3821150"/>
                <a:chExt cx="31499" cy="26898"/>
              </a:xfrm>
            </p:grpSpPr>
            <p:sp>
              <p:nvSpPr>
                <p:cNvPr id="8583" name="Google Shape;8583;p71"/>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1"/>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71"/>
              <p:cNvGrpSpPr/>
              <p:nvPr/>
            </p:nvGrpSpPr>
            <p:grpSpPr>
              <a:xfrm>
                <a:off x="4661275" y="3815007"/>
                <a:ext cx="36824" cy="31523"/>
                <a:chOff x="4661275" y="3815007"/>
                <a:chExt cx="36824" cy="31523"/>
              </a:xfrm>
            </p:grpSpPr>
            <p:sp>
              <p:nvSpPr>
                <p:cNvPr id="8586" name="Google Shape;8586;p71"/>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1"/>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71"/>
              <p:cNvGrpSpPr/>
              <p:nvPr/>
            </p:nvGrpSpPr>
            <p:grpSpPr>
              <a:xfrm>
                <a:off x="4558998" y="3851037"/>
                <a:ext cx="33591" cy="28699"/>
                <a:chOff x="4558998" y="3851037"/>
                <a:chExt cx="33591" cy="28699"/>
              </a:xfrm>
            </p:grpSpPr>
            <p:sp>
              <p:nvSpPr>
                <p:cNvPr id="8589" name="Google Shape;8589;p71"/>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1"/>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71"/>
              <p:cNvGrpSpPr/>
              <p:nvPr/>
            </p:nvGrpSpPr>
            <p:grpSpPr>
              <a:xfrm>
                <a:off x="4696762" y="3638587"/>
                <a:ext cx="33591" cy="28794"/>
                <a:chOff x="4696762" y="3638587"/>
                <a:chExt cx="33591" cy="28794"/>
              </a:xfrm>
            </p:grpSpPr>
            <p:sp>
              <p:nvSpPr>
                <p:cNvPr id="8592" name="Google Shape;8592;p71"/>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1"/>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71"/>
              <p:cNvGrpSpPr/>
              <p:nvPr/>
            </p:nvGrpSpPr>
            <p:grpSpPr>
              <a:xfrm>
                <a:off x="4929479" y="3939140"/>
                <a:ext cx="33497" cy="28692"/>
                <a:chOff x="4929479" y="3939140"/>
                <a:chExt cx="33497" cy="28692"/>
              </a:xfrm>
            </p:grpSpPr>
            <p:sp>
              <p:nvSpPr>
                <p:cNvPr id="8595" name="Google Shape;8595;p71"/>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1"/>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71"/>
              <p:cNvGrpSpPr/>
              <p:nvPr/>
            </p:nvGrpSpPr>
            <p:grpSpPr>
              <a:xfrm>
                <a:off x="4907119" y="3986039"/>
                <a:ext cx="33497" cy="28699"/>
                <a:chOff x="4907119" y="3986039"/>
                <a:chExt cx="33497" cy="28699"/>
              </a:xfrm>
            </p:grpSpPr>
            <p:sp>
              <p:nvSpPr>
                <p:cNvPr id="8598" name="Google Shape;8598;p71"/>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1"/>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71"/>
              <p:cNvGrpSpPr/>
              <p:nvPr/>
            </p:nvGrpSpPr>
            <p:grpSpPr>
              <a:xfrm>
                <a:off x="4911783" y="4048102"/>
                <a:ext cx="33591" cy="28762"/>
                <a:chOff x="4911783" y="4048102"/>
                <a:chExt cx="33591" cy="28762"/>
              </a:xfrm>
            </p:grpSpPr>
            <p:sp>
              <p:nvSpPr>
                <p:cNvPr id="8601" name="Google Shape;8601;p71"/>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1"/>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3" name="Google Shape;8603;p71"/>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1"/>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5" name="Google Shape;8605;p71"/>
              <p:cNvGrpSpPr/>
              <p:nvPr/>
            </p:nvGrpSpPr>
            <p:grpSpPr>
              <a:xfrm>
                <a:off x="4762623" y="3837847"/>
                <a:ext cx="42416" cy="36273"/>
                <a:chOff x="4762623" y="3837847"/>
                <a:chExt cx="42416" cy="36273"/>
              </a:xfrm>
            </p:grpSpPr>
            <p:sp>
              <p:nvSpPr>
                <p:cNvPr id="8606" name="Google Shape;8606;p71"/>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1"/>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71"/>
              <p:cNvGrpSpPr/>
              <p:nvPr/>
            </p:nvGrpSpPr>
            <p:grpSpPr>
              <a:xfrm>
                <a:off x="4746044" y="4104966"/>
                <a:ext cx="33497" cy="28699"/>
                <a:chOff x="4746044" y="4104966"/>
                <a:chExt cx="33497" cy="28699"/>
              </a:xfrm>
            </p:grpSpPr>
            <p:sp>
              <p:nvSpPr>
                <p:cNvPr id="8609" name="Google Shape;8609;p71"/>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1"/>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71"/>
              <p:cNvGrpSpPr/>
              <p:nvPr/>
            </p:nvGrpSpPr>
            <p:grpSpPr>
              <a:xfrm>
                <a:off x="4859646" y="4162554"/>
                <a:ext cx="33591" cy="28762"/>
                <a:chOff x="4859646" y="4162554"/>
                <a:chExt cx="33591" cy="28762"/>
              </a:xfrm>
            </p:grpSpPr>
            <p:sp>
              <p:nvSpPr>
                <p:cNvPr id="8612" name="Google Shape;8612;p71"/>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1"/>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4" name="Google Shape;8614;p71"/>
            <p:cNvGrpSpPr/>
            <p:nvPr/>
          </p:nvGrpSpPr>
          <p:grpSpPr>
            <a:xfrm>
              <a:off x="3597785" y="3274438"/>
              <a:ext cx="855610" cy="1122100"/>
              <a:chOff x="3597785" y="3274438"/>
              <a:chExt cx="855610" cy="1122100"/>
            </a:xfrm>
          </p:grpSpPr>
          <p:grpSp>
            <p:nvGrpSpPr>
              <p:cNvPr id="8615" name="Google Shape;8615;p71"/>
              <p:cNvGrpSpPr/>
              <p:nvPr/>
            </p:nvGrpSpPr>
            <p:grpSpPr>
              <a:xfrm>
                <a:off x="3617857" y="3284717"/>
                <a:ext cx="826785" cy="1099165"/>
                <a:chOff x="3617857" y="3284717"/>
                <a:chExt cx="826785" cy="1099165"/>
              </a:xfrm>
            </p:grpSpPr>
            <p:sp>
              <p:nvSpPr>
                <p:cNvPr id="8616" name="Google Shape;8616;p71"/>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1"/>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1"/>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1"/>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1"/>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1"/>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1"/>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1"/>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1"/>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1"/>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1"/>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1"/>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1"/>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1"/>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1"/>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1"/>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1"/>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1"/>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1"/>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1"/>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1"/>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1"/>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1"/>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1"/>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1"/>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1"/>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1"/>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1"/>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1"/>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1"/>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1"/>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1"/>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1"/>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1"/>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1"/>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1"/>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1"/>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1"/>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1"/>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1"/>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1"/>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1"/>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1"/>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1"/>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1"/>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1"/>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1"/>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1"/>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1"/>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1"/>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1"/>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1"/>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1"/>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1"/>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1"/>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1"/>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71"/>
              <p:cNvGrpSpPr/>
              <p:nvPr/>
            </p:nvGrpSpPr>
            <p:grpSpPr>
              <a:xfrm>
                <a:off x="4180904" y="4251758"/>
                <a:ext cx="37783" cy="32420"/>
                <a:chOff x="4180904" y="4251758"/>
                <a:chExt cx="37783" cy="32420"/>
              </a:xfrm>
            </p:grpSpPr>
            <p:sp>
              <p:nvSpPr>
                <p:cNvPr id="8673" name="Google Shape;8673;p71"/>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1"/>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71"/>
              <p:cNvGrpSpPr/>
              <p:nvPr/>
            </p:nvGrpSpPr>
            <p:grpSpPr>
              <a:xfrm>
                <a:off x="4201644" y="4081324"/>
                <a:ext cx="37783" cy="32364"/>
                <a:chOff x="4201644" y="4081324"/>
                <a:chExt cx="37783" cy="32364"/>
              </a:xfrm>
            </p:grpSpPr>
            <p:sp>
              <p:nvSpPr>
                <p:cNvPr id="8676" name="Google Shape;8676;p71"/>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1"/>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71"/>
              <p:cNvGrpSpPr/>
              <p:nvPr/>
            </p:nvGrpSpPr>
            <p:grpSpPr>
              <a:xfrm>
                <a:off x="4284416" y="3887428"/>
                <a:ext cx="37783" cy="32451"/>
                <a:chOff x="4284416" y="3887428"/>
                <a:chExt cx="37783" cy="32451"/>
              </a:xfrm>
            </p:grpSpPr>
            <p:sp>
              <p:nvSpPr>
                <p:cNvPr id="8679" name="Google Shape;8679;p71"/>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1"/>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71"/>
              <p:cNvGrpSpPr/>
              <p:nvPr/>
            </p:nvGrpSpPr>
            <p:grpSpPr>
              <a:xfrm>
                <a:off x="4223721" y="3860404"/>
                <a:ext cx="37870" cy="32364"/>
                <a:chOff x="4223721" y="3860404"/>
                <a:chExt cx="37870" cy="32364"/>
              </a:xfrm>
            </p:grpSpPr>
            <p:sp>
              <p:nvSpPr>
                <p:cNvPr id="8682" name="Google Shape;8682;p71"/>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1"/>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71"/>
              <p:cNvGrpSpPr/>
              <p:nvPr/>
            </p:nvGrpSpPr>
            <p:grpSpPr>
              <a:xfrm>
                <a:off x="4104889" y="3699242"/>
                <a:ext cx="37776" cy="32357"/>
                <a:chOff x="4104889" y="3699242"/>
                <a:chExt cx="37776" cy="32357"/>
              </a:xfrm>
            </p:grpSpPr>
            <p:sp>
              <p:nvSpPr>
                <p:cNvPr id="8685" name="Google Shape;8685;p71"/>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1"/>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71"/>
              <p:cNvGrpSpPr/>
              <p:nvPr/>
            </p:nvGrpSpPr>
            <p:grpSpPr>
              <a:xfrm>
                <a:off x="4143608" y="3475121"/>
                <a:ext cx="37878" cy="32420"/>
                <a:chOff x="4143608" y="3475121"/>
                <a:chExt cx="37878" cy="32420"/>
              </a:xfrm>
            </p:grpSpPr>
            <p:sp>
              <p:nvSpPr>
                <p:cNvPr id="8688" name="Google Shape;8688;p71"/>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1"/>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71"/>
              <p:cNvGrpSpPr/>
              <p:nvPr/>
            </p:nvGrpSpPr>
            <p:grpSpPr>
              <a:xfrm>
                <a:off x="4217248" y="3570893"/>
                <a:ext cx="37776" cy="32364"/>
                <a:chOff x="4217248" y="3570893"/>
                <a:chExt cx="37776" cy="32364"/>
              </a:xfrm>
            </p:grpSpPr>
            <p:sp>
              <p:nvSpPr>
                <p:cNvPr id="8691" name="Google Shape;8691;p71"/>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1"/>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71"/>
              <p:cNvGrpSpPr/>
              <p:nvPr/>
            </p:nvGrpSpPr>
            <p:grpSpPr>
              <a:xfrm>
                <a:off x="4255307" y="3431612"/>
                <a:ext cx="37776" cy="32451"/>
                <a:chOff x="4255307" y="3431612"/>
                <a:chExt cx="37776" cy="32451"/>
              </a:xfrm>
            </p:grpSpPr>
            <p:sp>
              <p:nvSpPr>
                <p:cNvPr id="8694" name="Google Shape;8694;p71"/>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1"/>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71"/>
              <p:cNvGrpSpPr/>
              <p:nvPr/>
            </p:nvGrpSpPr>
            <p:grpSpPr>
              <a:xfrm>
                <a:off x="3853052" y="3577398"/>
                <a:ext cx="37776" cy="32420"/>
                <a:chOff x="3853052" y="3577398"/>
                <a:chExt cx="37776" cy="32420"/>
              </a:xfrm>
            </p:grpSpPr>
            <p:sp>
              <p:nvSpPr>
                <p:cNvPr id="8697" name="Google Shape;8697;p71"/>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1"/>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71"/>
              <p:cNvGrpSpPr/>
              <p:nvPr/>
            </p:nvGrpSpPr>
            <p:grpSpPr>
              <a:xfrm>
                <a:off x="4039908" y="3412107"/>
                <a:ext cx="37776" cy="32357"/>
                <a:chOff x="4039908" y="3412107"/>
                <a:chExt cx="37776" cy="32357"/>
              </a:xfrm>
            </p:grpSpPr>
            <p:sp>
              <p:nvSpPr>
                <p:cNvPr id="8700" name="Google Shape;8700;p71"/>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1"/>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71"/>
              <p:cNvGrpSpPr/>
              <p:nvPr/>
            </p:nvGrpSpPr>
            <p:grpSpPr>
              <a:xfrm>
                <a:off x="4017360" y="3342061"/>
                <a:ext cx="37870" cy="32380"/>
                <a:chOff x="4017360" y="3342061"/>
                <a:chExt cx="37870" cy="32380"/>
              </a:xfrm>
            </p:grpSpPr>
            <p:sp>
              <p:nvSpPr>
                <p:cNvPr id="8703" name="Google Shape;8703;p71"/>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1"/>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5" name="Google Shape;8705;p71"/>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1"/>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7" name="Google Shape;8707;p71"/>
              <p:cNvGrpSpPr/>
              <p:nvPr/>
            </p:nvGrpSpPr>
            <p:grpSpPr>
              <a:xfrm>
                <a:off x="3750870" y="3418650"/>
                <a:ext cx="37776" cy="32380"/>
                <a:chOff x="3750870" y="3418650"/>
                <a:chExt cx="37776" cy="32380"/>
              </a:xfrm>
            </p:grpSpPr>
            <p:sp>
              <p:nvSpPr>
                <p:cNvPr id="8708" name="Google Shape;8708;p71"/>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1"/>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71"/>
              <p:cNvGrpSpPr/>
              <p:nvPr/>
            </p:nvGrpSpPr>
            <p:grpSpPr>
              <a:xfrm>
                <a:off x="3632509" y="3274438"/>
                <a:ext cx="37783" cy="32357"/>
                <a:chOff x="3632509" y="3274438"/>
                <a:chExt cx="37783" cy="32357"/>
              </a:xfrm>
            </p:grpSpPr>
            <p:sp>
              <p:nvSpPr>
                <p:cNvPr id="8711" name="Google Shape;8711;p71"/>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1"/>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71"/>
              <p:cNvGrpSpPr/>
              <p:nvPr/>
            </p:nvGrpSpPr>
            <p:grpSpPr>
              <a:xfrm>
                <a:off x="3906424" y="3297561"/>
                <a:ext cx="37776" cy="32451"/>
                <a:chOff x="3906424" y="3297561"/>
                <a:chExt cx="37776" cy="32451"/>
              </a:xfrm>
            </p:grpSpPr>
            <p:sp>
              <p:nvSpPr>
                <p:cNvPr id="8714" name="Google Shape;8714;p71"/>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1"/>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71"/>
              <p:cNvGrpSpPr/>
              <p:nvPr/>
            </p:nvGrpSpPr>
            <p:grpSpPr>
              <a:xfrm>
                <a:off x="3866084" y="3412107"/>
                <a:ext cx="37776" cy="32357"/>
                <a:chOff x="3866084" y="3412107"/>
                <a:chExt cx="37776" cy="32357"/>
              </a:xfrm>
            </p:grpSpPr>
            <p:sp>
              <p:nvSpPr>
                <p:cNvPr id="8717" name="Google Shape;8717;p71"/>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1"/>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71"/>
              <p:cNvGrpSpPr/>
              <p:nvPr/>
            </p:nvGrpSpPr>
            <p:grpSpPr>
              <a:xfrm>
                <a:off x="4023919" y="3766409"/>
                <a:ext cx="37783" cy="32357"/>
                <a:chOff x="4023919" y="3766409"/>
                <a:chExt cx="37783" cy="32357"/>
              </a:xfrm>
            </p:grpSpPr>
            <p:sp>
              <p:nvSpPr>
                <p:cNvPr id="8720" name="Google Shape;8720;p71"/>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1"/>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71"/>
              <p:cNvGrpSpPr/>
              <p:nvPr/>
            </p:nvGrpSpPr>
            <p:grpSpPr>
              <a:xfrm>
                <a:off x="3973882" y="3779449"/>
                <a:ext cx="37776" cy="32357"/>
                <a:chOff x="3973882" y="3779449"/>
                <a:chExt cx="37776" cy="32357"/>
              </a:xfrm>
            </p:grpSpPr>
            <p:sp>
              <p:nvSpPr>
                <p:cNvPr id="8723" name="Google Shape;8723;p71"/>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1"/>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71"/>
              <p:cNvGrpSpPr/>
              <p:nvPr/>
            </p:nvGrpSpPr>
            <p:grpSpPr>
              <a:xfrm>
                <a:off x="4073398" y="3838028"/>
                <a:ext cx="37776" cy="32380"/>
                <a:chOff x="4073398" y="3838028"/>
                <a:chExt cx="37776" cy="32380"/>
              </a:xfrm>
            </p:grpSpPr>
            <p:sp>
              <p:nvSpPr>
                <p:cNvPr id="8726" name="Google Shape;8726;p71"/>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1"/>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71"/>
              <p:cNvGrpSpPr/>
              <p:nvPr/>
            </p:nvGrpSpPr>
            <p:grpSpPr>
              <a:xfrm>
                <a:off x="4342672" y="4144496"/>
                <a:ext cx="37752" cy="32364"/>
                <a:chOff x="4342672" y="4144496"/>
                <a:chExt cx="37752" cy="32364"/>
              </a:xfrm>
            </p:grpSpPr>
            <p:sp>
              <p:nvSpPr>
                <p:cNvPr id="8729" name="Google Shape;8729;p71"/>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1"/>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71"/>
              <p:cNvGrpSpPr/>
              <p:nvPr/>
            </p:nvGrpSpPr>
            <p:grpSpPr>
              <a:xfrm>
                <a:off x="4406386" y="4056872"/>
                <a:ext cx="37783" cy="32364"/>
                <a:chOff x="4406386" y="4056872"/>
                <a:chExt cx="37783" cy="32364"/>
              </a:xfrm>
            </p:grpSpPr>
            <p:sp>
              <p:nvSpPr>
                <p:cNvPr id="8732" name="Google Shape;8732;p71"/>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1"/>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71"/>
              <p:cNvGrpSpPr/>
              <p:nvPr/>
            </p:nvGrpSpPr>
            <p:grpSpPr>
              <a:xfrm>
                <a:off x="4284416" y="4245254"/>
                <a:ext cx="37783" cy="32357"/>
                <a:chOff x="4284416" y="4245254"/>
                <a:chExt cx="37783" cy="32357"/>
              </a:xfrm>
            </p:grpSpPr>
            <p:sp>
              <p:nvSpPr>
                <p:cNvPr id="8735" name="Google Shape;8735;p71"/>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1"/>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71"/>
              <p:cNvGrpSpPr/>
              <p:nvPr/>
            </p:nvGrpSpPr>
            <p:grpSpPr>
              <a:xfrm>
                <a:off x="4219057" y="4331258"/>
                <a:ext cx="37776" cy="32364"/>
                <a:chOff x="4219057" y="4331258"/>
                <a:chExt cx="37776" cy="32364"/>
              </a:xfrm>
            </p:grpSpPr>
            <p:sp>
              <p:nvSpPr>
                <p:cNvPr id="8738" name="Google Shape;8738;p71"/>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1"/>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71"/>
              <p:cNvGrpSpPr/>
              <p:nvPr/>
            </p:nvGrpSpPr>
            <p:grpSpPr>
              <a:xfrm>
                <a:off x="4204122" y="4141688"/>
                <a:ext cx="33497" cy="28699"/>
                <a:chOff x="4204122" y="4141688"/>
                <a:chExt cx="33497" cy="28699"/>
              </a:xfrm>
            </p:grpSpPr>
            <p:sp>
              <p:nvSpPr>
                <p:cNvPr id="8741" name="Google Shape;8741;p71"/>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1"/>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71"/>
              <p:cNvGrpSpPr/>
              <p:nvPr/>
            </p:nvGrpSpPr>
            <p:grpSpPr>
              <a:xfrm>
                <a:off x="4301546" y="4003869"/>
                <a:ext cx="38916" cy="33324"/>
                <a:chOff x="4301546" y="4003869"/>
                <a:chExt cx="38916" cy="33324"/>
              </a:xfrm>
            </p:grpSpPr>
            <p:sp>
              <p:nvSpPr>
                <p:cNvPr id="8744" name="Google Shape;8744;p71"/>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1"/>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71"/>
              <p:cNvGrpSpPr/>
              <p:nvPr/>
            </p:nvGrpSpPr>
            <p:grpSpPr>
              <a:xfrm>
                <a:off x="4210681" y="3924669"/>
                <a:ext cx="36549" cy="31366"/>
                <a:chOff x="4210681" y="3924669"/>
                <a:chExt cx="36549" cy="31366"/>
              </a:xfrm>
            </p:grpSpPr>
            <p:sp>
              <p:nvSpPr>
                <p:cNvPr id="8747" name="Google Shape;8747;p71"/>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1"/>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71"/>
              <p:cNvGrpSpPr/>
              <p:nvPr/>
            </p:nvGrpSpPr>
            <p:grpSpPr>
              <a:xfrm>
                <a:off x="3987771" y="3628874"/>
                <a:ext cx="31499" cy="26993"/>
                <a:chOff x="3987771" y="3628874"/>
                <a:chExt cx="31499" cy="26993"/>
              </a:xfrm>
            </p:grpSpPr>
            <p:sp>
              <p:nvSpPr>
                <p:cNvPr id="8750" name="Google Shape;8750;p71"/>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1"/>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71"/>
              <p:cNvGrpSpPr/>
              <p:nvPr/>
            </p:nvGrpSpPr>
            <p:grpSpPr>
              <a:xfrm>
                <a:off x="4087382" y="3775674"/>
                <a:ext cx="31405" cy="26898"/>
                <a:chOff x="4087382" y="3775674"/>
                <a:chExt cx="31405" cy="26898"/>
              </a:xfrm>
            </p:grpSpPr>
            <p:sp>
              <p:nvSpPr>
                <p:cNvPr id="8753" name="Google Shape;8753;p71"/>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1"/>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71"/>
              <p:cNvGrpSpPr/>
              <p:nvPr/>
            </p:nvGrpSpPr>
            <p:grpSpPr>
              <a:xfrm>
                <a:off x="4118873" y="3856637"/>
                <a:ext cx="31405" cy="26906"/>
                <a:chOff x="4118873" y="3856637"/>
                <a:chExt cx="31405" cy="26906"/>
              </a:xfrm>
            </p:grpSpPr>
            <p:sp>
              <p:nvSpPr>
                <p:cNvPr id="8756" name="Google Shape;8756;p71"/>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1"/>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71"/>
              <p:cNvGrpSpPr/>
              <p:nvPr/>
            </p:nvGrpSpPr>
            <p:grpSpPr>
              <a:xfrm>
                <a:off x="4168541" y="3639523"/>
                <a:ext cx="31499" cy="26906"/>
                <a:chOff x="4168541" y="3639523"/>
                <a:chExt cx="31499" cy="26906"/>
              </a:xfrm>
            </p:grpSpPr>
            <p:sp>
              <p:nvSpPr>
                <p:cNvPr id="8759" name="Google Shape;8759;p71"/>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1"/>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71"/>
              <p:cNvGrpSpPr/>
              <p:nvPr/>
            </p:nvGrpSpPr>
            <p:grpSpPr>
              <a:xfrm>
                <a:off x="3965789" y="3393545"/>
                <a:ext cx="31405" cy="26945"/>
                <a:chOff x="3965789" y="3393545"/>
                <a:chExt cx="31405" cy="26945"/>
              </a:xfrm>
            </p:grpSpPr>
            <p:sp>
              <p:nvSpPr>
                <p:cNvPr id="8762" name="Google Shape;8762;p71"/>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1"/>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71"/>
              <p:cNvGrpSpPr/>
              <p:nvPr/>
            </p:nvGrpSpPr>
            <p:grpSpPr>
              <a:xfrm>
                <a:off x="3925166" y="3491008"/>
                <a:ext cx="31405" cy="27001"/>
                <a:chOff x="3925166" y="3491008"/>
                <a:chExt cx="31405" cy="27001"/>
              </a:xfrm>
            </p:grpSpPr>
            <p:sp>
              <p:nvSpPr>
                <p:cNvPr id="8765" name="Google Shape;8765;p71"/>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1"/>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71"/>
              <p:cNvGrpSpPr/>
              <p:nvPr/>
            </p:nvGrpSpPr>
            <p:grpSpPr>
              <a:xfrm>
                <a:off x="3682845" y="3340976"/>
                <a:ext cx="31397" cy="26898"/>
                <a:chOff x="3682845" y="3340976"/>
                <a:chExt cx="31397" cy="26898"/>
              </a:xfrm>
            </p:grpSpPr>
            <p:sp>
              <p:nvSpPr>
                <p:cNvPr id="8768" name="Google Shape;8768;p71"/>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1"/>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71"/>
              <p:cNvGrpSpPr/>
              <p:nvPr/>
            </p:nvGrpSpPr>
            <p:grpSpPr>
              <a:xfrm>
                <a:off x="3795393" y="3353725"/>
                <a:ext cx="31499" cy="26993"/>
                <a:chOff x="3795393" y="3353725"/>
                <a:chExt cx="31499" cy="26993"/>
              </a:xfrm>
            </p:grpSpPr>
            <p:sp>
              <p:nvSpPr>
                <p:cNvPr id="8771" name="Google Shape;8771;p71"/>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1"/>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71"/>
              <p:cNvGrpSpPr/>
              <p:nvPr/>
            </p:nvGrpSpPr>
            <p:grpSpPr>
              <a:xfrm>
                <a:off x="4176909" y="4363221"/>
                <a:ext cx="38924" cy="33316"/>
                <a:chOff x="4176909" y="4363221"/>
                <a:chExt cx="38924" cy="33316"/>
              </a:xfrm>
            </p:grpSpPr>
            <p:sp>
              <p:nvSpPr>
                <p:cNvPr id="8774" name="Google Shape;8774;p71"/>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1"/>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71"/>
              <p:cNvGrpSpPr/>
              <p:nvPr/>
            </p:nvGrpSpPr>
            <p:grpSpPr>
              <a:xfrm>
                <a:off x="4226191" y="4007660"/>
                <a:ext cx="33560" cy="28770"/>
                <a:chOff x="4226191" y="4007660"/>
                <a:chExt cx="33560" cy="28770"/>
              </a:xfrm>
            </p:grpSpPr>
            <p:sp>
              <p:nvSpPr>
                <p:cNvPr id="8777" name="Google Shape;8777;p71"/>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1"/>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1"/>
              <p:cNvGrpSpPr/>
              <p:nvPr/>
            </p:nvGrpSpPr>
            <p:grpSpPr>
              <a:xfrm>
                <a:off x="3597785" y="3377045"/>
                <a:ext cx="33591" cy="28699"/>
                <a:chOff x="3597785" y="3377045"/>
                <a:chExt cx="33591" cy="28699"/>
              </a:xfrm>
            </p:grpSpPr>
            <p:sp>
              <p:nvSpPr>
                <p:cNvPr id="8780" name="Google Shape;8780;p71"/>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1"/>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71"/>
              <p:cNvGrpSpPr/>
              <p:nvPr/>
            </p:nvGrpSpPr>
            <p:grpSpPr>
              <a:xfrm>
                <a:off x="3887870" y="3669796"/>
                <a:ext cx="33591" cy="28692"/>
                <a:chOff x="3887870" y="3669796"/>
                <a:chExt cx="33591" cy="28692"/>
              </a:xfrm>
            </p:grpSpPr>
            <p:sp>
              <p:nvSpPr>
                <p:cNvPr id="8783" name="Google Shape;8783;p71"/>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1"/>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71"/>
              <p:cNvGrpSpPr/>
              <p:nvPr/>
            </p:nvGrpSpPr>
            <p:grpSpPr>
              <a:xfrm>
                <a:off x="3818320" y="3481625"/>
                <a:ext cx="33497" cy="28770"/>
                <a:chOff x="3818320" y="3481625"/>
                <a:chExt cx="33497" cy="28770"/>
              </a:xfrm>
            </p:grpSpPr>
            <p:sp>
              <p:nvSpPr>
                <p:cNvPr id="8786" name="Google Shape;8786;p71"/>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1"/>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71"/>
              <p:cNvGrpSpPr/>
              <p:nvPr/>
            </p:nvGrpSpPr>
            <p:grpSpPr>
              <a:xfrm>
                <a:off x="4278139" y="4120948"/>
                <a:ext cx="37492" cy="32129"/>
                <a:chOff x="4278139" y="4120948"/>
                <a:chExt cx="37492" cy="32129"/>
              </a:xfrm>
            </p:grpSpPr>
            <p:sp>
              <p:nvSpPr>
                <p:cNvPr id="8789" name="Google Shape;8789;p71"/>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1"/>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71"/>
              <p:cNvGrpSpPr/>
              <p:nvPr/>
            </p:nvGrpSpPr>
            <p:grpSpPr>
              <a:xfrm>
                <a:off x="4419898" y="3977388"/>
                <a:ext cx="33497" cy="28692"/>
                <a:chOff x="4419898" y="3977388"/>
                <a:chExt cx="33497" cy="28692"/>
              </a:xfrm>
            </p:grpSpPr>
            <p:sp>
              <p:nvSpPr>
                <p:cNvPr id="8792" name="Google Shape;8792;p71"/>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1"/>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71"/>
              <p:cNvGrpSpPr/>
              <p:nvPr/>
            </p:nvGrpSpPr>
            <p:grpSpPr>
              <a:xfrm>
                <a:off x="4158930" y="4034684"/>
                <a:ext cx="33497" cy="28762"/>
                <a:chOff x="4158930" y="4034684"/>
                <a:chExt cx="33497" cy="28762"/>
              </a:xfrm>
            </p:grpSpPr>
            <p:sp>
              <p:nvSpPr>
                <p:cNvPr id="8795" name="Google Shape;8795;p71"/>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1"/>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71"/>
              <p:cNvGrpSpPr/>
              <p:nvPr/>
            </p:nvGrpSpPr>
            <p:grpSpPr>
              <a:xfrm>
                <a:off x="4134949" y="3957049"/>
                <a:ext cx="33497" cy="28770"/>
                <a:chOff x="4134949" y="3957049"/>
                <a:chExt cx="33497" cy="28770"/>
              </a:xfrm>
            </p:grpSpPr>
            <p:sp>
              <p:nvSpPr>
                <p:cNvPr id="8798" name="Google Shape;8798;p71"/>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1"/>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71"/>
              <p:cNvGrpSpPr/>
              <p:nvPr/>
            </p:nvGrpSpPr>
            <p:grpSpPr>
              <a:xfrm>
                <a:off x="4193653" y="4184403"/>
                <a:ext cx="43580" cy="37264"/>
                <a:chOff x="4193653" y="4184403"/>
                <a:chExt cx="43580" cy="37264"/>
              </a:xfrm>
            </p:grpSpPr>
            <p:sp>
              <p:nvSpPr>
                <p:cNvPr id="8801" name="Google Shape;8801;p71"/>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1"/>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71"/>
              <p:cNvGrpSpPr/>
              <p:nvPr/>
            </p:nvGrpSpPr>
            <p:grpSpPr>
              <a:xfrm>
                <a:off x="4343600" y="3943844"/>
                <a:ext cx="43580" cy="37312"/>
                <a:chOff x="4343600" y="3943844"/>
                <a:chExt cx="43580" cy="37312"/>
              </a:xfrm>
            </p:grpSpPr>
            <p:sp>
              <p:nvSpPr>
                <p:cNvPr id="8804" name="Google Shape;8804;p71"/>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1"/>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71"/>
              <p:cNvGrpSpPr/>
              <p:nvPr/>
            </p:nvGrpSpPr>
            <p:grpSpPr>
              <a:xfrm>
                <a:off x="4172339" y="3381693"/>
                <a:ext cx="31499" cy="27001"/>
                <a:chOff x="4172339" y="3381693"/>
                <a:chExt cx="31499" cy="27001"/>
              </a:xfrm>
            </p:grpSpPr>
            <p:sp>
              <p:nvSpPr>
                <p:cNvPr id="8807" name="Google Shape;8807;p71"/>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1"/>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2" name="Shape 8812"/>
        <p:cNvGrpSpPr/>
        <p:nvPr/>
      </p:nvGrpSpPr>
      <p:grpSpPr>
        <a:xfrm>
          <a:off x="0" y="0"/>
          <a:ext cx="0" cy="0"/>
          <a:chOff x="0" y="0"/>
          <a:chExt cx="0" cy="0"/>
        </a:xfrm>
      </p:grpSpPr>
      <p:grpSp>
        <p:nvGrpSpPr>
          <p:cNvPr id="8813" name="Google Shape;8813;p72"/>
          <p:cNvGrpSpPr/>
          <p:nvPr/>
        </p:nvGrpSpPr>
        <p:grpSpPr>
          <a:xfrm>
            <a:off x="2126623" y="3607908"/>
            <a:ext cx="1102891" cy="760337"/>
            <a:chOff x="4967783" y="2151471"/>
            <a:chExt cx="3920692" cy="2702940"/>
          </a:xfrm>
        </p:grpSpPr>
        <p:grpSp>
          <p:nvGrpSpPr>
            <p:cNvPr id="8814" name="Google Shape;8814;p72"/>
            <p:cNvGrpSpPr/>
            <p:nvPr/>
          </p:nvGrpSpPr>
          <p:grpSpPr>
            <a:xfrm>
              <a:off x="5045709" y="2252109"/>
              <a:ext cx="3761071" cy="2501708"/>
              <a:chOff x="2691784" y="1805334"/>
              <a:chExt cx="3761071" cy="2501708"/>
            </a:xfrm>
          </p:grpSpPr>
          <p:sp>
            <p:nvSpPr>
              <p:cNvPr id="8815" name="Google Shape;8815;p7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72"/>
            <p:cNvGrpSpPr/>
            <p:nvPr/>
          </p:nvGrpSpPr>
          <p:grpSpPr>
            <a:xfrm>
              <a:off x="4967783" y="2151471"/>
              <a:ext cx="3920692" cy="2702940"/>
              <a:chOff x="2613858" y="1704696"/>
              <a:chExt cx="3920692" cy="2702940"/>
            </a:xfrm>
          </p:grpSpPr>
          <p:sp>
            <p:nvSpPr>
              <p:cNvPr id="8823" name="Google Shape;8823;p7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8" name="Google Shape;8828;p72"/>
          <p:cNvGrpSpPr/>
          <p:nvPr/>
        </p:nvGrpSpPr>
        <p:grpSpPr>
          <a:xfrm>
            <a:off x="3530532" y="1496185"/>
            <a:ext cx="1561911" cy="708580"/>
            <a:chOff x="3530532" y="1496185"/>
            <a:chExt cx="1561911" cy="708580"/>
          </a:xfrm>
        </p:grpSpPr>
        <p:grpSp>
          <p:nvGrpSpPr>
            <p:cNvPr id="8829" name="Google Shape;8829;p72"/>
            <p:cNvGrpSpPr/>
            <p:nvPr/>
          </p:nvGrpSpPr>
          <p:grpSpPr>
            <a:xfrm>
              <a:off x="3720318" y="1857562"/>
              <a:ext cx="1372125" cy="54"/>
              <a:chOff x="3720318" y="1857562"/>
              <a:chExt cx="1372125" cy="54"/>
            </a:xfrm>
          </p:grpSpPr>
          <p:cxnSp>
            <p:nvCxnSpPr>
              <p:cNvPr id="8830" name="Google Shape;8830;p72"/>
              <p:cNvCxnSpPr>
                <a:endCxn id="883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32" name="Google Shape;8832;p7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33" name="Google Shape;8833;p7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34" name="Google Shape;8834;p72"/>
              <p:cNvCxnSpPr>
                <a:stCxn id="883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835" name="Google Shape;8835;p72"/>
            <p:cNvGrpSpPr/>
            <p:nvPr/>
          </p:nvGrpSpPr>
          <p:grpSpPr>
            <a:xfrm>
              <a:off x="3567462" y="1496185"/>
              <a:ext cx="286500" cy="272914"/>
              <a:chOff x="3567462" y="1496185"/>
              <a:chExt cx="286500" cy="272914"/>
            </a:xfrm>
          </p:grpSpPr>
          <p:cxnSp>
            <p:nvCxnSpPr>
              <p:cNvPr id="8836" name="Google Shape;8836;p7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37" name="Google Shape;8837;p7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8" name="Google Shape;8838;p7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0" name="Google Shape;8840;p72"/>
            <p:cNvGrpSpPr/>
            <p:nvPr/>
          </p:nvGrpSpPr>
          <p:grpSpPr>
            <a:xfrm>
              <a:off x="3929014" y="1960574"/>
              <a:ext cx="286500" cy="242342"/>
              <a:chOff x="3929014" y="1960574"/>
              <a:chExt cx="286500" cy="242342"/>
            </a:xfrm>
          </p:grpSpPr>
          <p:cxnSp>
            <p:nvCxnSpPr>
              <p:cNvPr id="8841" name="Google Shape;8841;p7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842" name="Google Shape;8842;p7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72"/>
            <p:cNvGrpSpPr/>
            <p:nvPr/>
          </p:nvGrpSpPr>
          <p:grpSpPr>
            <a:xfrm>
              <a:off x="4290828" y="1496185"/>
              <a:ext cx="286500" cy="272914"/>
              <a:chOff x="4290828" y="1496185"/>
              <a:chExt cx="286500" cy="272914"/>
            </a:xfrm>
          </p:grpSpPr>
          <p:cxnSp>
            <p:nvCxnSpPr>
              <p:cNvPr id="8844" name="Google Shape;8844;p7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45" name="Google Shape;8845;p7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6" name="Google Shape;8846;p7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7" name="Google Shape;8847;p72"/>
            <p:cNvGrpSpPr/>
            <p:nvPr/>
          </p:nvGrpSpPr>
          <p:grpSpPr>
            <a:xfrm>
              <a:off x="4657726" y="1959674"/>
              <a:ext cx="286500" cy="245092"/>
              <a:chOff x="4657726" y="1959674"/>
              <a:chExt cx="286500" cy="245092"/>
            </a:xfrm>
          </p:grpSpPr>
          <p:cxnSp>
            <p:nvCxnSpPr>
              <p:cNvPr id="8848" name="Google Shape;8848;p7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849" name="Google Shape;8849;p7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0" name="Google Shape;8850;p72"/>
          <p:cNvGrpSpPr/>
          <p:nvPr/>
        </p:nvGrpSpPr>
        <p:grpSpPr>
          <a:xfrm>
            <a:off x="3512551" y="2358282"/>
            <a:ext cx="1597032" cy="378649"/>
            <a:chOff x="3512551" y="2358282"/>
            <a:chExt cx="1597032" cy="378649"/>
          </a:xfrm>
        </p:grpSpPr>
        <p:grpSp>
          <p:nvGrpSpPr>
            <p:cNvPr id="8851" name="Google Shape;8851;p72"/>
            <p:cNvGrpSpPr/>
            <p:nvPr/>
          </p:nvGrpSpPr>
          <p:grpSpPr>
            <a:xfrm>
              <a:off x="3738198" y="2553002"/>
              <a:ext cx="1145834" cy="117"/>
              <a:chOff x="3738198" y="2553002"/>
              <a:chExt cx="1145834" cy="117"/>
            </a:xfrm>
          </p:grpSpPr>
          <p:cxnSp>
            <p:nvCxnSpPr>
              <p:cNvPr id="8852" name="Google Shape;8852;p7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53" name="Google Shape;8853;p7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54" name="Google Shape;8854;p72"/>
              <p:cNvCxnSpPr>
                <a:stCxn id="8855" idx="6"/>
                <a:endCxn id="885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857" name="Google Shape;8857;p72"/>
            <p:cNvGrpSpPr/>
            <p:nvPr/>
          </p:nvGrpSpPr>
          <p:grpSpPr>
            <a:xfrm>
              <a:off x="3969644" y="2440153"/>
              <a:ext cx="225900" cy="296779"/>
              <a:chOff x="3969644" y="2440153"/>
              <a:chExt cx="225900" cy="296779"/>
            </a:xfrm>
          </p:grpSpPr>
          <p:cxnSp>
            <p:nvCxnSpPr>
              <p:cNvPr id="8858" name="Google Shape;8858;p7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856" name="Google Shape;8856;p7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72"/>
            <p:cNvGrpSpPr/>
            <p:nvPr/>
          </p:nvGrpSpPr>
          <p:grpSpPr>
            <a:xfrm>
              <a:off x="4426818" y="2358282"/>
              <a:ext cx="225600" cy="307471"/>
              <a:chOff x="4426818" y="2358282"/>
              <a:chExt cx="225600" cy="307471"/>
            </a:xfrm>
          </p:grpSpPr>
          <p:cxnSp>
            <p:nvCxnSpPr>
              <p:cNvPr id="8861" name="Google Shape;8861;p72"/>
              <p:cNvCxnSpPr>
                <a:stCxn id="886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863" name="Google Shape;8863;p7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72"/>
            <p:cNvGrpSpPr/>
            <p:nvPr/>
          </p:nvGrpSpPr>
          <p:grpSpPr>
            <a:xfrm>
              <a:off x="4883984" y="2440153"/>
              <a:ext cx="225600" cy="296479"/>
              <a:chOff x="4883984" y="2440153"/>
              <a:chExt cx="225600" cy="296479"/>
            </a:xfrm>
          </p:grpSpPr>
          <p:cxnSp>
            <p:nvCxnSpPr>
              <p:cNvPr id="8865" name="Google Shape;8865;p7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866" name="Google Shape;8866;p7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72"/>
            <p:cNvGrpSpPr/>
            <p:nvPr/>
          </p:nvGrpSpPr>
          <p:grpSpPr>
            <a:xfrm>
              <a:off x="3512551" y="2358356"/>
              <a:ext cx="225647" cy="307629"/>
              <a:chOff x="2182679" y="2005014"/>
              <a:chExt cx="792300" cy="1080158"/>
            </a:xfrm>
          </p:grpSpPr>
          <p:cxnSp>
            <p:nvCxnSpPr>
              <p:cNvPr id="8869" name="Google Shape;8869;p72"/>
              <p:cNvCxnSpPr>
                <a:stCxn id="887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855" name="Google Shape;8855;p7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1" name="Google Shape;8871;p72"/>
          <p:cNvGrpSpPr/>
          <p:nvPr/>
        </p:nvGrpSpPr>
        <p:grpSpPr>
          <a:xfrm>
            <a:off x="6872633" y="1182079"/>
            <a:ext cx="1559809" cy="722610"/>
            <a:chOff x="634175" y="2986275"/>
            <a:chExt cx="3147949" cy="1458344"/>
          </a:xfrm>
        </p:grpSpPr>
        <p:cxnSp>
          <p:nvCxnSpPr>
            <p:cNvPr id="8872" name="Google Shape;8872;p72"/>
            <p:cNvCxnSpPr>
              <a:stCxn id="8873" idx="4"/>
              <a:endCxn id="887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875" name="Google Shape;8875;p72"/>
            <p:cNvCxnSpPr>
              <a:stCxn id="8874" idx="0"/>
              <a:endCxn id="887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77" name="Google Shape;8877;p72"/>
            <p:cNvCxnSpPr>
              <a:stCxn id="8876" idx="4"/>
              <a:endCxn id="887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79" name="Google Shape;8879;p72"/>
            <p:cNvCxnSpPr>
              <a:stCxn id="8878" idx="0"/>
              <a:endCxn id="888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880" name="Google Shape;8880;p7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6" name="Google Shape;8876;p7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3" name="Google Shape;8873;p7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8" name="Google Shape;8878;p7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4" name="Google Shape;8874;p7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881" name="Google Shape;8881;p72"/>
          <p:cNvGrpSpPr/>
          <p:nvPr/>
        </p:nvGrpSpPr>
        <p:grpSpPr>
          <a:xfrm>
            <a:off x="3526424" y="2891987"/>
            <a:ext cx="1570719" cy="294123"/>
            <a:chOff x="998425" y="1182125"/>
            <a:chExt cx="1065400" cy="199500"/>
          </a:xfrm>
        </p:grpSpPr>
        <p:sp>
          <p:nvSpPr>
            <p:cNvPr id="8882" name="Google Shape;8882;p7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72"/>
          <p:cNvGrpSpPr/>
          <p:nvPr/>
        </p:nvGrpSpPr>
        <p:grpSpPr>
          <a:xfrm>
            <a:off x="6869680" y="2009474"/>
            <a:ext cx="1565716" cy="366729"/>
            <a:chOff x="1247650" y="2075423"/>
            <a:chExt cx="6648477" cy="1557238"/>
          </a:xfrm>
        </p:grpSpPr>
        <p:sp>
          <p:nvSpPr>
            <p:cNvPr id="8888" name="Google Shape;8888;p7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72"/>
          <p:cNvGrpSpPr/>
          <p:nvPr/>
        </p:nvGrpSpPr>
        <p:grpSpPr>
          <a:xfrm>
            <a:off x="6853992" y="3158289"/>
            <a:ext cx="1597061" cy="663440"/>
            <a:chOff x="6796238" y="3158297"/>
            <a:chExt cx="1630319" cy="677257"/>
          </a:xfrm>
        </p:grpSpPr>
        <p:cxnSp>
          <p:nvCxnSpPr>
            <p:cNvPr id="8895" name="Google Shape;8895;p7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96" name="Google Shape;8896;p7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97" name="Google Shape;8897;p7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898" name="Google Shape;8898;p7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899" name="Google Shape;8899;p72"/>
            <p:cNvGrpSpPr/>
            <p:nvPr/>
          </p:nvGrpSpPr>
          <p:grpSpPr>
            <a:xfrm>
              <a:off x="6796238" y="3311904"/>
              <a:ext cx="1630319" cy="377697"/>
              <a:chOff x="6796238" y="3311904"/>
              <a:chExt cx="1630319" cy="377697"/>
            </a:xfrm>
          </p:grpSpPr>
          <p:sp>
            <p:nvSpPr>
              <p:cNvPr id="8900" name="Google Shape;8900;p7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3" name="Google Shape;8903;p72"/>
          <p:cNvGrpSpPr/>
          <p:nvPr/>
        </p:nvGrpSpPr>
        <p:grpSpPr>
          <a:xfrm>
            <a:off x="5375130" y="1179681"/>
            <a:ext cx="1368606" cy="1593805"/>
            <a:chOff x="1839112" y="2209163"/>
            <a:chExt cx="1918159" cy="2233784"/>
          </a:xfrm>
        </p:grpSpPr>
        <p:sp>
          <p:nvSpPr>
            <p:cNvPr id="8904" name="Google Shape;8904;p7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7" name="Google Shape;8907;p72"/>
            <p:cNvCxnSpPr>
              <a:stCxn id="8904" idx="6"/>
              <a:endCxn id="890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08" name="Google Shape;8908;p72"/>
            <p:cNvCxnSpPr>
              <a:stCxn id="8905" idx="4"/>
              <a:endCxn id="890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910" name="Google Shape;8910;p72"/>
            <p:cNvCxnSpPr>
              <a:stCxn id="8909" idx="6"/>
              <a:endCxn id="890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11" name="Google Shape;8911;p72"/>
            <p:cNvCxnSpPr>
              <a:stCxn id="8906" idx="4"/>
              <a:endCxn id="891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909" name="Google Shape;8909;p7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4" name="Google Shape;8914;p72"/>
            <p:cNvCxnSpPr>
              <a:endCxn id="891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915" name="Google Shape;8915;p72"/>
          <p:cNvGrpSpPr/>
          <p:nvPr/>
        </p:nvGrpSpPr>
        <p:grpSpPr>
          <a:xfrm>
            <a:off x="3507503" y="1185917"/>
            <a:ext cx="1637968" cy="154942"/>
            <a:chOff x="238125" y="2506075"/>
            <a:chExt cx="7115411" cy="673075"/>
          </a:xfrm>
        </p:grpSpPr>
        <p:sp>
          <p:nvSpPr>
            <p:cNvPr id="8916" name="Google Shape;8916;p7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72"/>
          <p:cNvGrpSpPr/>
          <p:nvPr/>
        </p:nvGrpSpPr>
        <p:grpSpPr>
          <a:xfrm>
            <a:off x="746187" y="1507514"/>
            <a:ext cx="2476762" cy="91743"/>
            <a:chOff x="1464850" y="436376"/>
            <a:chExt cx="6001362" cy="222300"/>
          </a:xfrm>
        </p:grpSpPr>
        <p:sp>
          <p:nvSpPr>
            <p:cNvPr id="8922" name="Google Shape;8922;p7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7" name="Google Shape;8927;p7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8" name="Google Shape;8928;p7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9" name="Google Shape;8929;p7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30" name="Google Shape;8930;p7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931" name="Google Shape;8931;p72"/>
          <p:cNvGrpSpPr/>
          <p:nvPr/>
        </p:nvGrpSpPr>
        <p:grpSpPr>
          <a:xfrm>
            <a:off x="732455" y="2742980"/>
            <a:ext cx="1452710" cy="651923"/>
            <a:chOff x="803162" y="2667727"/>
            <a:chExt cx="1411906" cy="633611"/>
          </a:xfrm>
        </p:grpSpPr>
        <p:cxnSp>
          <p:nvCxnSpPr>
            <p:cNvPr id="8932" name="Google Shape;8932;p72"/>
            <p:cNvCxnSpPr>
              <a:stCxn id="8933" idx="2"/>
              <a:endCxn id="893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5" name="Google Shape;8935;p72"/>
            <p:cNvCxnSpPr>
              <a:stCxn id="8936" idx="0"/>
              <a:endCxn id="893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7" name="Google Shape;8937;p72"/>
            <p:cNvCxnSpPr>
              <a:stCxn id="8936" idx="2"/>
              <a:endCxn id="893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9" name="Google Shape;8939;p72"/>
            <p:cNvCxnSpPr>
              <a:stCxn id="8940" idx="0"/>
              <a:endCxn id="893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41" name="Google Shape;8941;p72"/>
            <p:cNvCxnSpPr>
              <a:stCxn id="8934" idx="2"/>
              <a:endCxn id="894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43" name="Google Shape;8943;p72"/>
            <p:cNvCxnSpPr>
              <a:stCxn id="8944" idx="0"/>
              <a:endCxn id="893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940" name="Google Shape;8940;p7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8" name="Google Shape;8938;p7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44" name="Google Shape;8944;p7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42" name="Google Shape;8942;p7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4" name="Google Shape;8934;p7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6" name="Google Shape;8936;p7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3" name="Google Shape;8933;p7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945" name="Google Shape;8945;p72"/>
          <p:cNvGrpSpPr/>
          <p:nvPr/>
        </p:nvGrpSpPr>
        <p:grpSpPr>
          <a:xfrm>
            <a:off x="732456" y="1178518"/>
            <a:ext cx="2518541" cy="209309"/>
            <a:chOff x="803163" y="1111966"/>
            <a:chExt cx="2447800" cy="203430"/>
          </a:xfrm>
        </p:grpSpPr>
        <p:grpSp>
          <p:nvGrpSpPr>
            <p:cNvPr id="8946" name="Google Shape;8946;p72"/>
            <p:cNvGrpSpPr/>
            <p:nvPr/>
          </p:nvGrpSpPr>
          <p:grpSpPr>
            <a:xfrm>
              <a:off x="1958180" y="1111966"/>
              <a:ext cx="588019" cy="121396"/>
              <a:chOff x="4808316" y="2800065"/>
              <a:chExt cx="1999386" cy="412910"/>
            </a:xfrm>
          </p:grpSpPr>
          <p:sp>
            <p:nvSpPr>
              <p:cNvPr id="8947" name="Google Shape;8947;p7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8" name="Google Shape;8948;p72"/>
              <p:cNvGrpSpPr/>
              <p:nvPr/>
            </p:nvGrpSpPr>
            <p:grpSpPr>
              <a:xfrm>
                <a:off x="4808316" y="2800065"/>
                <a:ext cx="92400" cy="411825"/>
                <a:chOff x="845575" y="2563700"/>
                <a:chExt cx="92400" cy="411825"/>
              </a:xfrm>
            </p:grpSpPr>
            <p:cxnSp>
              <p:nvCxnSpPr>
                <p:cNvPr id="8949" name="Google Shape;8949;p7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50" name="Google Shape;8950;p7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951" name="Google Shape;8951;p7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952" name="Google Shape;8952;p7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3" name="Google Shape;8953;p72"/>
            <p:cNvGrpSpPr/>
            <p:nvPr/>
          </p:nvGrpSpPr>
          <p:grpSpPr>
            <a:xfrm>
              <a:off x="803163" y="1111974"/>
              <a:ext cx="591158" cy="121545"/>
              <a:chOff x="803163" y="1111974"/>
              <a:chExt cx="591158" cy="121545"/>
            </a:xfrm>
          </p:grpSpPr>
          <p:grpSp>
            <p:nvGrpSpPr>
              <p:cNvPr id="8954" name="Google Shape;8954;p72"/>
              <p:cNvGrpSpPr/>
              <p:nvPr/>
            </p:nvGrpSpPr>
            <p:grpSpPr>
              <a:xfrm>
                <a:off x="803163" y="1111974"/>
                <a:ext cx="27175" cy="121077"/>
                <a:chOff x="845575" y="2563700"/>
                <a:chExt cx="92400" cy="411825"/>
              </a:xfrm>
            </p:grpSpPr>
            <p:cxnSp>
              <p:nvCxnSpPr>
                <p:cNvPr id="8955" name="Google Shape;8955;p7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56" name="Google Shape;8956;p7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7" name="Google Shape;8957;p7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72"/>
            <p:cNvGrpSpPr/>
            <p:nvPr/>
          </p:nvGrpSpPr>
          <p:grpSpPr>
            <a:xfrm>
              <a:off x="1381910" y="1194219"/>
              <a:ext cx="588341" cy="121177"/>
              <a:chOff x="1381910" y="1194219"/>
              <a:chExt cx="588341" cy="121177"/>
            </a:xfrm>
          </p:grpSpPr>
          <p:grpSp>
            <p:nvGrpSpPr>
              <p:cNvPr id="8959" name="Google Shape;8959;p72"/>
              <p:cNvGrpSpPr/>
              <p:nvPr/>
            </p:nvGrpSpPr>
            <p:grpSpPr>
              <a:xfrm rot="10800000">
                <a:off x="1381910" y="1194319"/>
                <a:ext cx="27175" cy="121077"/>
                <a:chOff x="2070100" y="2563700"/>
                <a:chExt cx="92400" cy="411825"/>
              </a:xfrm>
            </p:grpSpPr>
            <p:cxnSp>
              <p:nvCxnSpPr>
                <p:cNvPr id="8960" name="Google Shape;8960;p7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61" name="Google Shape;8961;p7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2" name="Google Shape;8962;p7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72"/>
            <p:cNvGrpSpPr/>
            <p:nvPr/>
          </p:nvGrpSpPr>
          <p:grpSpPr>
            <a:xfrm>
              <a:off x="2532079" y="1194219"/>
              <a:ext cx="704927" cy="121177"/>
              <a:chOff x="2532079" y="1194219"/>
              <a:chExt cx="704927" cy="121177"/>
            </a:xfrm>
          </p:grpSpPr>
          <p:grpSp>
            <p:nvGrpSpPr>
              <p:cNvPr id="8964" name="Google Shape;8964;p72"/>
              <p:cNvGrpSpPr/>
              <p:nvPr/>
            </p:nvGrpSpPr>
            <p:grpSpPr>
              <a:xfrm rot="10800000">
                <a:off x="2532079" y="1194319"/>
                <a:ext cx="27175" cy="121077"/>
                <a:chOff x="2070100" y="2563700"/>
                <a:chExt cx="92400" cy="411825"/>
              </a:xfrm>
            </p:grpSpPr>
            <p:cxnSp>
              <p:nvCxnSpPr>
                <p:cNvPr id="8965" name="Google Shape;8965;p7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66" name="Google Shape;8966;p7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7" name="Google Shape;8967;p7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8" name="Google Shape;8968;p72"/>
          <p:cNvGrpSpPr/>
          <p:nvPr/>
        </p:nvGrpSpPr>
        <p:grpSpPr>
          <a:xfrm>
            <a:off x="3525467" y="3875150"/>
            <a:ext cx="1567778" cy="491677"/>
            <a:chOff x="5194708" y="3484366"/>
            <a:chExt cx="3148148" cy="987304"/>
          </a:xfrm>
        </p:grpSpPr>
        <p:grpSp>
          <p:nvGrpSpPr>
            <p:cNvPr id="8969" name="Google Shape;8969;p72"/>
            <p:cNvGrpSpPr/>
            <p:nvPr/>
          </p:nvGrpSpPr>
          <p:grpSpPr>
            <a:xfrm>
              <a:off x="7531521" y="3484366"/>
              <a:ext cx="811335" cy="987304"/>
              <a:chOff x="3379425" y="1617275"/>
              <a:chExt cx="1090650" cy="1327200"/>
            </a:xfrm>
          </p:grpSpPr>
          <p:sp>
            <p:nvSpPr>
              <p:cNvPr id="8970" name="Google Shape;8970;p7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72"/>
            <p:cNvGrpSpPr/>
            <p:nvPr/>
          </p:nvGrpSpPr>
          <p:grpSpPr>
            <a:xfrm>
              <a:off x="6752546" y="3484366"/>
              <a:ext cx="811428" cy="987304"/>
              <a:chOff x="2332275" y="1617275"/>
              <a:chExt cx="1090775" cy="1327200"/>
            </a:xfrm>
          </p:grpSpPr>
          <p:sp>
            <p:nvSpPr>
              <p:cNvPr id="8974" name="Google Shape;8974;p7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72"/>
            <p:cNvGrpSpPr/>
            <p:nvPr/>
          </p:nvGrpSpPr>
          <p:grpSpPr>
            <a:xfrm>
              <a:off x="5973664" y="3484366"/>
              <a:ext cx="811335" cy="987304"/>
              <a:chOff x="1285250" y="1617275"/>
              <a:chExt cx="1090650" cy="1327200"/>
            </a:xfrm>
          </p:grpSpPr>
          <p:sp>
            <p:nvSpPr>
              <p:cNvPr id="8978" name="Google Shape;8978;p7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72"/>
            <p:cNvGrpSpPr/>
            <p:nvPr/>
          </p:nvGrpSpPr>
          <p:grpSpPr>
            <a:xfrm>
              <a:off x="5194708" y="3484366"/>
              <a:ext cx="811409" cy="987304"/>
              <a:chOff x="238125" y="1617275"/>
              <a:chExt cx="1090750" cy="1327200"/>
            </a:xfrm>
          </p:grpSpPr>
          <p:sp>
            <p:nvSpPr>
              <p:cNvPr id="8982" name="Google Shape;8982;p7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5" name="Google Shape;8985;p72"/>
          <p:cNvGrpSpPr/>
          <p:nvPr/>
        </p:nvGrpSpPr>
        <p:grpSpPr>
          <a:xfrm>
            <a:off x="3486076" y="3355561"/>
            <a:ext cx="1616964" cy="346256"/>
            <a:chOff x="1808063" y="4294338"/>
            <a:chExt cx="3370782" cy="721817"/>
          </a:xfrm>
        </p:grpSpPr>
        <p:sp>
          <p:nvSpPr>
            <p:cNvPr id="8986" name="Google Shape;8986;p7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72"/>
          <p:cNvGrpSpPr/>
          <p:nvPr/>
        </p:nvGrpSpPr>
        <p:grpSpPr>
          <a:xfrm>
            <a:off x="764288" y="3641590"/>
            <a:ext cx="1295882" cy="646587"/>
            <a:chOff x="834100" y="3642869"/>
            <a:chExt cx="1259483" cy="628426"/>
          </a:xfrm>
        </p:grpSpPr>
        <p:sp>
          <p:nvSpPr>
            <p:cNvPr id="8997" name="Google Shape;8997;p7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2" name="Google Shape;9022;p72"/>
            <p:cNvGrpSpPr/>
            <p:nvPr/>
          </p:nvGrpSpPr>
          <p:grpSpPr>
            <a:xfrm>
              <a:off x="1360364" y="3847835"/>
              <a:ext cx="208119" cy="224359"/>
              <a:chOff x="1360769" y="3847100"/>
              <a:chExt cx="208119" cy="224359"/>
            </a:xfrm>
          </p:grpSpPr>
          <p:sp>
            <p:nvSpPr>
              <p:cNvPr id="9023" name="Google Shape;9023;p7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3" name="Google Shape;9043;p7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72"/>
          <p:cNvGrpSpPr/>
          <p:nvPr/>
        </p:nvGrpSpPr>
        <p:grpSpPr>
          <a:xfrm rot="5400000">
            <a:off x="5977401" y="3438087"/>
            <a:ext cx="164064" cy="1414916"/>
            <a:chOff x="4428249" y="1369375"/>
            <a:chExt cx="36905" cy="429569"/>
          </a:xfrm>
        </p:grpSpPr>
        <p:sp>
          <p:nvSpPr>
            <p:cNvPr id="9058" name="Google Shape;9058;p7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72"/>
          <p:cNvGrpSpPr/>
          <p:nvPr/>
        </p:nvGrpSpPr>
        <p:grpSpPr>
          <a:xfrm flipH="1" rot="10800000">
            <a:off x="5349830" y="3026630"/>
            <a:ext cx="1419207" cy="24808"/>
            <a:chOff x="219558" y="4738465"/>
            <a:chExt cx="5852400" cy="102300"/>
          </a:xfrm>
        </p:grpSpPr>
        <p:cxnSp>
          <p:nvCxnSpPr>
            <p:cNvPr id="9091" name="Google Shape;9091;p7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092" name="Google Shape;9092;p7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72"/>
          <p:cNvGrpSpPr/>
          <p:nvPr/>
        </p:nvGrpSpPr>
        <p:grpSpPr>
          <a:xfrm>
            <a:off x="5361148" y="3399694"/>
            <a:ext cx="1396570" cy="385016"/>
            <a:chOff x="5286284" y="2966544"/>
            <a:chExt cx="1396570" cy="385016"/>
          </a:xfrm>
        </p:grpSpPr>
        <p:cxnSp>
          <p:nvCxnSpPr>
            <p:cNvPr id="9098" name="Google Shape;9098;p7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099" name="Google Shape;9099;p7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100" name="Google Shape;9100;p72"/>
            <p:cNvGrpSpPr/>
            <p:nvPr/>
          </p:nvGrpSpPr>
          <p:grpSpPr>
            <a:xfrm>
              <a:off x="5287688" y="3173364"/>
              <a:ext cx="1395166" cy="74100"/>
              <a:chOff x="5287688" y="3173364"/>
              <a:chExt cx="1395166" cy="74100"/>
            </a:xfrm>
          </p:grpSpPr>
          <p:cxnSp>
            <p:nvCxnSpPr>
              <p:cNvPr id="9101" name="Google Shape;9101;p7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102" name="Google Shape;9102;p7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103" name="Google Shape;9103;p7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4" name="Google Shape;9104;p7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5" name="Google Shape;9105;p7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6" name="Google Shape;9106;p7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7" name="Google Shape;9107;p7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8" name="Google Shape;9108;p7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109" name="Google Shape;9109;p7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110" name="Google Shape;9110;p72"/>
          <p:cNvGrpSpPr/>
          <p:nvPr/>
        </p:nvGrpSpPr>
        <p:grpSpPr>
          <a:xfrm>
            <a:off x="2047214" y="1818470"/>
            <a:ext cx="1182282" cy="662035"/>
            <a:chOff x="2047214" y="1818470"/>
            <a:chExt cx="1182282" cy="662035"/>
          </a:xfrm>
        </p:grpSpPr>
        <p:cxnSp>
          <p:nvCxnSpPr>
            <p:cNvPr id="9111" name="Google Shape;9111;p72"/>
            <p:cNvCxnSpPr/>
            <p:nvPr/>
          </p:nvCxnSpPr>
          <p:spPr>
            <a:xfrm flipH="1" rot="-5400000">
              <a:off x="2956897" y="1870451"/>
              <a:ext cx="180300" cy="1803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2" name="Google Shape;9112;p72"/>
            <p:cNvSpPr/>
            <p:nvPr/>
          </p:nvSpPr>
          <p:spPr>
            <a:xfrm>
              <a:off x="3134415" y="2010617"/>
              <a:ext cx="80164" cy="74416"/>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3" name="Google Shape;9113;p72"/>
            <p:cNvCxnSpPr/>
            <p:nvPr/>
          </p:nvCxnSpPr>
          <p:spPr>
            <a:xfrm>
              <a:off x="2745984" y="1870077"/>
              <a:ext cx="3909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4" name="Google Shape;9114;p72"/>
            <p:cNvSpPr/>
            <p:nvPr/>
          </p:nvSpPr>
          <p:spPr>
            <a:xfrm>
              <a:off x="3128797" y="1833535"/>
              <a:ext cx="80164" cy="74471"/>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5" name="Google Shape;9115;p72"/>
            <p:cNvCxnSpPr/>
            <p:nvPr/>
          </p:nvCxnSpPr>
          <p:spPr>
            <a:xfrm>
              <a:off x="2740797" y="2430174"/>
              <a:ext cx="3909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6" name="Google Shape;9116;p72"/>
            <p:cNvSpPr/>
            <p:nvPr/>
          </p:nvSpPr>
          <p:spPr>
            <a:xfrm>
              <a:off x="3123944" y="2392950"/>
              <a:ext cx="80164" cy="74631"/>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7" name="Google Shape;9117;p72"/>
            <p:cNvCxnSpPr/>
            <p:nvPr/>
          </p:nvCxnSpPr>
          <p:spPr>
            <a:xfrm flipH="1" rot="10800000">
              <a:off x="2951710" y="2238943"/>
              <a:ext cx="205500" cy="1911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8" name="Google Shape;9118;p72"/>
            <p:cNvSpPr/>
            <p:nvPr/>
          </p:nvSpPr>
          <p:spPr>
            <a:xfrm>
              <a:off x="3149332" y="2200045"/>
              <a:ext cx="80164" cy="7446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2"/>
            <p:cNvSpPr/>
            <p:nvPr/>
          </p:nvSpPr>
          <p:spPr>
            <a:xfrm>
              <a:off x="2047214" y="2090202"/>
              <a:ext cx="139068" cy="13929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0" name="Google Shape;9120;p72"/>
            <p:cNvCxnSpPr/>
            <p:nvPr/>
          </p:nvCxnSpPr>
          <p:spPr>
            <a:xfrm flipH="1" rot="10800000">
              <a:off x="2180386" y="1870804"/>
              <a:ext cx="472200" cy="2904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21" name="Google Shape;9121;p72"/>
            <p:cNvSpPr/>
            <p:nvPr/>
          </p:nvSpPr>
          <p:spPr>
            <a:xfrm>
              <a:off x="2646605" y="1818470"/>
              <a:ext cx="106264" cy="102996"/>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2" name="Google Shape;9122;p72"/>
            <p:cNvCxnSpPr/>
            <p:nvPr/>
          </p:nvCxnSpPr>
          <p:spPr>
            <a:xfrm>
              <a:off x="2181374" y="2160849"/>
              <a:ext cx="467700" cy="2697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23" name="Google Shape;9123;p72"/>
            <p:cNvSpPr/>
            <p:nvPr/>
          </p:nvSpPr>
          <p:spPr>
            <a:xfrm>
              <a:off x="2641915" y="2377509"/>
              <a:ext cx="106271" cy="102996"/>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72"/>
          <p:cNvGrpSpPr/>
          <p:nvPr/>
        </p:nvGrpSpPr>
        <p:grpSpPr>
          <a:xfrm>
            <a:off x="732462" y="1766083"/>
            <a:ext cx="962651" cy="810058"/>
            <a:chOff x="844912" y="1681380"/>
            <a:chExt cx="935611" cy="787305"/>
          </a:xfrm>
        </p:grpSpPr>
        <p:grpSp>
          <p:nvGrpSpPr>
            <p:cNvPr id="9125" name="Google Shape;9125;p72"/>
            <p:cNvGrpSpPr/>
            <p:nvPr/>
          </p:nvGrpSpPr>
          <p:grpSpPr>
            <a:xfrm>
              <a:off x="844912" y="1819635"/>
              <a:ext cx="329836" cy="510016"/>
              <a:chOff x="844912" y="1819635"/>
              <a:chExt cx="329836" cy="510016"/>
            </a:xfrm>
          </p:grpSpPr>
          <p:sp>
            <p:nvSpPr>
              <p:cNvPr id="9126" name="Google Shape;9126;p7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72"/>
            <p:cNvGrpSpPr/>
            <p:nvPr/>
          </p:nvGrpSpPr>
          <p:grpSpPr>
            <a:xfrm>
              <a:off x="1284601" y="2158168"/>
              <a:ext cx="495923" cy="310517"/>
              <a:chOff x="1284601" y="2158168"/>
              <a:chExt cx="495923" cy="310517"/>
            </a:xfrm>
          </p:grpSpPr>
          <p:sp>
            <p:nvSpPr>
              <p:cNvPr id="9133" name="Google Shape;9133;p7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4" name="Google Shape;9134;p72"/>
              <p:cNvGrpSpPr/>
              <p:nvPr/>
            </p:nvGrpSpPr>
            <p:grpSpPr>
              <a:xfrm>
                <a:off x="1507666" y="2158168"/>
                <a:ext cx="272858" cy="310517"/>
                <a:chOff x="1507666" y="2158168"/>
                <a:chExt cx="272858" cy="310517"/>
              </a:xfrm>
            </p:grpSpPr>
            <p:grpSp>
              <p:nvGrpSpPr>
                <p:cNvPr id="9135" name="Google Shape;9135;p72"/>
                <p:cNvGrpSpPr/>
                <p:nvPr/>
              </p:nvGrpSpPr>
              <p:grpSpPr>
                <a:xfrm>
                  <a:off x="1507666" y="2176104"/>
                  <a:ext cx="166395" cy="273149"/>
                  <a:chOff x="1507666" y="2176104"/>
                  <a:chExt cx="166395" cy="273149"/>
                </a:xfrm>
              </p:grpSpPr>
              <p:sp>
                <p:nvSpPr>
                  <p:cNvPr id="9136" name="Google Shape;9136;p7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3" name="Google Shape;9143;p7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5" name="Google Shape;9145;p72"/>
            <p:cNvGrpSpPr/>
            <p:nvPr/>
          </p:nvGrpSpPr>
          <p:grpSpPr>
            <a:xfrm>
              <a:off x="1284601" y="1681380"/>
              <a:ext cx="495923" cy="310517"/>
              <a:chOff x="1284601" y="1681380"/>
              <a:chExt cx="495923" cy="310517"/>
            </a:xfrm>
          </p:grpSpPr>
          <p:sp>
            <p:nvSpPr>
              <p:cNvPr id="9146" name="Google Shape;9146;p7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7" name="Google Shape;9147;p72"/>
              <p:cNvGrpSpPr/>
              <p:nvPr/>
            </p:nvGrpSpPr>
            <p:grpSpPr>
              <a:xfrm>
                <a:off x="1507666" y="1681380"/>
                <a:ext cx="272858" cy="310517"/>
                <a:chOff x="1507666" y="1681380"/>
                <a:chExt cx="272858" cy="310517"/>
              </a:xfrm>
            </p:grpSpPr>
            <p:grpSp>
              <p:nvGrpSpPr>
                <p:cNvPr id="9148" name="Google Shape;9148;p72"/>
                <p:cNvGrpSpPr/>
                <p:nvPr/>
              </p:nvGrpSpPr>
              <p:grpSpPr>
                <a:xfrm>
                  <a:off x="1507666" y="1700120"/>
                  <a:ext cx="166395" cy="272984"/>
                  <a:chOff x="1507666" y="1700120"/>
                  <a:chExt cx="166395" cy="272984"/>
                </a:xfrm>
              </p:grpSpPr>
              <p:sp>
                <p:nvSpPr>
                  <p:cNvPr id="9149" name="Google Shape;9149;p7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6" name="Google Shape;9156;p7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58" name="Google Shape;9158;p72"/>
          <p:cNvGrpSpPr/>
          <p:nvPr/>
        </p:nvGrpSpPr>
        <p:grpSpPr>
          <a:xfrm>
            <a:off x="6841403" y="2533512"/>
            <a:ext cx="1622269" cy="552443"/>
            <a:chOff x="6894650" y="2574740"/>
            <a:chExt cx="1445100" cy="492111"/>
          </a:xfrm>
        </p:grpSpPr>
        <p:sp>
          <p:nvSpPr>
            <p:cNvPr id="9159" name="Google Shape;9159;p7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4" name="Google Shape;9164;p7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165" name="Google Shape;9165;p72"/>
          <p:cNvGrpSpPr/>
          <p:nvPr/>
        </p:nvGrpSpPr>
        <p:grpSpPr>
          <a:xfrm>
            <a:off x="6860946" y="3907768"/>
            <a:ext cx="1583206" cy="475705"/>
            <a:chOff x="6953919" y="3907920"/>
            <a:chExt cx="1377300" cy="475705"/>
          </a:xfrm>
        </p:grpSpPr>
        <p:cxnSp>
          <p:nvCxnSpPr>
            <p:cNvPr id="9166" name="Google Shape;9166;p7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67" name="Google Shape;9167;p7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168" name="Google Shape;9168;p7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69" name="Google Shape;9169;p7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170" name="Google Shape;9170;p7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171" name="Google Shape;9171;p72"/>
          <p:cNvGrpSpPr/>
          <p:nvPr/>
        </p:nvGrpSpPr>
        <p:grpSpPr>
          <a:xfrm>
            <a:off x="2364534" y="2668913"/>
            <a:ext cx="836286" cy="824529"/>
            <a:chOff x="2389399" y="2595741"/>
            <a:chExt cx="812796" cy="801369"/>
          </a:xfrm>
        </p:grpSpPr>
        <p:grpSp>
          <p:nvGrpSpPr>
            <p:cNvPr id="9172" name="Google Shape;9172;p72"/>
            <p:cNvGrpSpPr/>
            <p:nvPr/>
          </p:nvGrpSpPr>
          <p:grpSpPr>
            <a:xfrm>
              <a:off x="2492145" y="2881565"/>
              <a:ext cx="607300" cy="229751"/>
              <a:chOff x="2492145" y="2881565"/>
              <a:chExt cx="607300" cy="229751"/>
            </a:xfrm>
          </p:grpSpPr>
          <p:sp>
            <p:nvSpPr>
              <p:cNvPr id="9173" name="Google Shape;9173;p7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72"/>
            <p:cNvGrpSpPr/>
            <p:nvPr/>
          </p:nvGrpSpPr>
          <p:grpSpPr>
            <a:xfrm>
              <a:off x="2389399" y="2595741"/>
              <a:ext cx="812796" cy="296825"/>
              <a:chOff x="2389399" y="2595741"/>
              <a:chExt cx="812796" cy="296825"/>
            </a:xfrm>
          </p:grpSpPr>
          <p:grpSp>
            <p:nvGrpSpPr>
              <p:cNvPr id="9177" name="Google Shape;9177;p72"/>
              <p:cNvGrpSpPr/>
              <p:nvPr/>
            </p:nvGrpSpPr>
            <p:grpSpPr>
              <a:xfrm>
                <a:off x="2389399" y="2595741"/>
                <a:ext cx="363638" cy="296825"/>
                <a:chOff x="2389399" y="2595741"/>
                <a:chExt cx="363638" cy="296825"/>
              </a:xfrm>
            </p:grpSpPr>
            <p:grpSp>
              <p:nvGrpSpPr>
                <p:cNvPr id="9178" name="Google Shape;9178;p72"/>
                <p:cNvGrpSpPr/>
                <p:nvPr/>
              </p:nvGrpSpPr>
              <p:grpSpPr>
                <a:xfrm>
                  <a:off x="2493852" y="2794333"/>
                  <a:ext cx="259185" cy="98232"/>
                  <a:chOff x="2493852" y="2794333"/>
                  <a:chExt cx="259185" cy="98232"/>
                </a:xfrm>
              </p:grpSpPr>
              <p:sp>
                <p:nvSpPr>
                  <p:cNvPr id="9179" name="Google Shape;9179;p7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72"/>
                <p:cNvGrpSpPr/>
                <p:nvPr/>
              </p:nvGrpSpPr>
              <p:grpSpPr>
                <a:xfrm>
                  <a:off x="2389399" y="2595741"/>
                  <a:ext cx="224343" cy="182054"/>
                  <a:chOff x="2389399" y="2595741"/>
                  <a:chExt cx="224343" cy="182054"/>
                </a:xfrm>
              </p:grpSpPr>
              <p:sp>
                <p:nvSpPr>
                  <p:cNvPr id="9183" name="Google Shape;9183;p7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5" name="Google Shape;9185;p72"/>
              <p:cNvGrpSpPr/>
              <p:nvPr/>
            </p:nvGrpSpPr>
            <p:grpSpPr>
              <a:xfrm>
                <a:off x="2683630" y="2595741"/>
                <a:ext cx="224334" cy="296825"/>
                <a:chOff x="2683630" y="2595741"/>
                <a:chExt cx="224334" cy="296825"/>
              </a:xfrm>
            </p:grpSpPr>
            <p:grpSp>
              <p:nvGrpSpPr>
                <p:cNvPr id="9186" name="Google Shape;9186;p72"/>
                <p:cNvGrpSpPr/>
                <p:nvPr/>
              </p:nvGrpSpPr>
              <p:grpSpPr>
                <a:xfrm>
                  <a:off x="2788083" y="2794333"/>
                  <a:ext cx="15356" cy="98232"/>
                  <a:chOff x="2788083" y="2794333"/>
                  <a:chExt cx="15356" cy="98232"/>
                </a:xfrm>
              </p:grpSpPr>
              <p:sp>
                <p:nvSpPr>
                  <p:cNvPr id="9187" name="Google Shape;9187;p7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72"/>
                <p:cNvGrpSpPr/>
                <p:nvPr/>
              </p:nvGrpSpPr>
              <p:grpSpPr>
                <a:xfrm>
                  <a:off x="2683630" y="2595741"/>
                  <a:ext cx="224334" cy="182054"/>
                  <a:chOff x="2683630" y="2595741"/>
                  <a:chExt cx="224334" cy="182054"/>
                </a:xfrm>
              </p:grpSpPr>
              <p:sp>
                <p:nvSpPr>
                  <p:cNvPr id="9191" name="Google Shape;9191;p7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3" name="Google Shape;9193;p72"/>
              <p:cNvGrpSpPr/>
              <p:nvPr/>
            </p:nvGrpSpPr>
            <p:grpSpPr>
              <a:xfrm>
                <a:off x="2838475" y="2595741"/>
                <a:ext cx="363719" cy="296825"/>
                <a:chOff x="2838475" y="2595741"/>
                <a:chExt cx="363719" cy="296825"/>
              </a:xfrm>
            </p:grpSpPr>
            <p:grpSp>
              <p:nvGrpSpPr>
                <p:cNvPr id="9194" name="Google Shape;9194;p72"/>
                <p:cNvGrpSpPr/>
                <p:nvPr/>
              </p:nvGrpSpPr>
              <p:grpSpPr>
                <a:xfrm>
                  <a:off x="2838475" y="2794333"/>
                  <a:ext cx="259185" cy="98232"/>
                  <a:chOff x="2838475" y="2794333"/>
                  <a:chExt cx="259185" cy="98232"/>
                </a:xfrm>
              </p:grpSpPr>
              <p:sp>
                <p:nvSpPr>
                  <p:cNvPr id="9195" name="Google Shape;9195;p7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72"/>
                <p:cNvGrpSpPr/>
                <p:nvPr/>
              </p:nvGrpSpPr>
              <p:grpSpPr>
                <a:xfrm>
                  <a:off x="2977852" y="2595741"/>
                  <a:ext cx="224343" cy="182054"/>
                  <a:chOff x="2977852" y="2595741"/>
                  <a:chExt cx="224343" cy="182054"/>
                </a:xfrm>
              </p:grpSpPr>
              <p:sp>
                <p:nvSpPr>
                  <p:cNvPr id="9199" name="Google Shape;9199;p7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01" name="Google Shape;9201;p72"/>
            <p:cNvGrpSpPr/>
            <p:nvPr/>
          </p:nvGrpSpPr>
          <p:grpSpPr>
            <a:xfrm>
              <a:off x="2389399" y="3100241"/>
              <a:ext cx="812796" cy="296869"/>
              <a:chOff x="2389399" y="3100241"/>
              <a:chExt cx="812796" cy="296869"/>
            </a:xfrm>
          </p:grpSpPr>
          <p:grpSp>
            <p:nvGrpSpPr>
              <p:cNvPr id="9202" name="Google Shape;9202;p72"/>
              <p:cNvGrpSpPr/>
              <p:nvPr/>
            </p:nvGrpSpPr>
            <p:grpSpPr>
              <a:xfrm>
                <a:off x="2683630" y="3100241"/>
                <a:ext cx="224334" cy="296869"/>
                <a:chOff x="2683630" y="3100241"/>
                <a:chExt cx="224334" cy="296869"/>
              </a:xfrm>
            </p:grpSpPr>
            <p:grpSp>
              <p:nvGrpSpPr>
                <p:cNvPr id="9203" name="Google Shape;9203;p72"/>
                <p:cNvGrpSpPr/>
                <p:nvPr/>
              </p:nvGrpSpPr>
              <p:grpSpPr>
                <a:xfrm>
                  <a:off x="2788083" y="3100241"/>
                  <a:ext cx="15356" cy="98237"/>
                  <a:chOff x="2788083" y="3100241"/>
                  <a:chExt cx="15356" cy="98237"/>
                </a:xfrm>
              </p:grpSpPr>
              <p:sp>
                <p:nvSpPr>
                  <p:cNvPr id="9204" name="Google Shape;9204;p7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72"/>
                <p:cNvGrpSpPr/>
                <p:nvPr/>
              </p:nvGrpSpPr>
              <p:grpSpPr>
                <a:xfrm>
                  <a:off x="2683630" y="3215065"/>
                  <a:ext cx="224334" cy="182045"/>
                  <a:chOff x="2683630" y="3215065"/>
                  <a:chExt cx="224334" cy="182045"/>
                </a:xfrm>
              </p:grpSpPr>
              <p:sp>
                <p:nvSpPr>
                  <p:cNvPr id="9208" name="Google Shape;9208;p7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0" name="Google Shape;9210;p72"/>
              <p:cNvGrpSpPr/>
              <p:nvPr/>
            </p:nvGrpSpPr>
            <p:grpSpPr>
              <a:xfrm>
                <a:off x="2389399" y="3100241"/>
                <a:ext cx="363638" cy="296869"/>
                <a:chOff x="2389399" y="3100241"/>
                <a:chExt cx="363638" cy="296869"/>
              </a:xfrm>
            </p:grpSpPr>
            <p:grpSp>
              <p:nvGrpSpPr>
                <p:cNvPr id="9211" name="Google Shape;9211;p72"/>
                <p:cNvGrpSpPr/>
                <p:nvPr/>
              </p:nvGrpSpPr>
              <p:grpSpPr>
                <a:xfrm>
                  <a:off x="2493852" y="3100241"/>
                  <a:ext cx="259185" cy="98237"/>
                  <a:chOff x="2493852" y="3100241"/>
                  <a:chExt cx="259185" cy="98237"/>
                </a:xfrm>
              </p:grpSpPr>
              <p:sp>
                <p:nvSpPr>
                  <p:cNvPr id="9212" name="Google Shape;9212;p7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72"/>
                <p:cNvGrpSpPr/>
                <p:nvPr/>
              </p:nvGrpSpPr>
              <p:grpSpPr>
                <a:xfrm>
                  <a:off x="2389399" y="3215065"/>
                  <a:ext cx="224343" cy="182045"/>
                  <a:chOff x="2389399" y="3215065"/>
                  <a:chExt cx="224343" cy="182045"/>
                </a:xfrm>
              </p:grpSpPr>
              <p:sp>
                <p:nvSpPr>
                  <p:cNvPr id="9216" name="Google Shape;9216;p7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8" name="Google Shape;9218;p72"/>
              <p:cNvGrpSpPr/>
              <p:nvPr/>
            </p:nvGrpSpPr>
            <p:grpSpPr>
              <a:xfrm>
                <a:off x="2838475" y="3100241"/>
                <a:ext cx="363719" cy="296869"/>
                <a:chOff x="2838475" y="3100241"/>
                <a:chExt cx="363719" cy="296869"/>
              </a:xfrm>
            </p:grpSpPr>
            <p:grpSp>
              <p:nvGrpSpPr>
                <p:cNvPr id="9219" name="Google Shape;9219;p72"/>
                <p:cNvGrpSpPr/>
                <p:nvPr/>
              </p:nvGrpSpPr>
              <p:grpSpPr>
                <a:xfrm>
                  <a:off x="2838475" y="3100241"/>
                  <a:ext cx="259185" cy="98237"/>
                  <a:chOff x="2838475" y="3100241"/>
                  <a:chExt cx="259185" cy="98237"/>
                </a:xfrm>
              </p:grpSpPr>
              <p:sp>
                <p:nvSpPr>
                  <p:cNvPr id="9220" name="Google Shape;9220;p7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72"/>
                <p:cNvGrpSpPr/>
                <p:nvPr/>
              </p:nvGrpSpPr>
              <p:grpSpPr>
                <a:xfrm>
                  <a:off x="2977852" y="3215065"/>
                  <a:ext cx="224343" cy="182045"/>
                  <a:chOff x="2977852" y="3215065"/>
                  <a:chExt cx="224343" cy="182045"/>
                </a:xfrm>
              </p:grpSpPr>
              <p:sp>
                <p:nvSpPr>
                  <p:cNvPr id="9224" name="Google Shape;9224;p7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9" name="Shape 9229"/>
        <p:cNvGrpSpPr/>
        <p:nvPr/>
      </p:nvGrpSpPr>
      <p:grpSpPr>
        <a:xfrm>
          <a:off x="0" y="0"/>
          <a:ext cx="0" cy="0"/>
          <a:chOff x="0" y="0"/>
          <a:chExt cx="0" cy="0"/>
        </a:xfrm>
      </p:grpSpPr>
      <p:grpSp>
        <p:nvGrpSpPr>
          <p:cNvPr id="9230" name="Google Shape;9230;p73"/>
          <p:cNvGrpSpPr/>
          <p:nvPr/>
        </p:nvGrpSpPr>
        <p:grpSpPr>
          <a:xfrm>
            <a:off x="718875" y="3363288"/>
            <a:ext cx="2390414" cy="1024800"/>
            <a:chOff x="728925" y="3296613"/>
            <a:chExt cx="2390414" cy="1024800"/>
          </a:xfrm>
        </p:grpSpPr>
        <p:grpSp>
          <p:nvGrpSpPr>
            <p:cNvPr id="9231" name="Google Shape;9231;p73"/>
            <p:cNvGrpSpPr/>
            <p:nvPr/>
          </p:nvGrpSpPr>
          <p:grpSpPr>
            <a:xfrm>
              <a:off x="728925" y="3619800"/>
              <a:ext cx="2390414" cy="500893"/>
              <a:chOff x="728925" y="3619800"/>
              <a:chExt cx="2390414" cy="500893"/>
            </a:xfrm>
          </p:grpSpPr>
          <p:sp>
            <p:nvSpPr>
              <p:cNvPr id="9232" name="Google Shape;9232;p7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33" name="Google Shape;9233;p7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34" name="Google Shape;9234;p73"/>
            <p:cNvGrpSpPr/>
            <p:nvPr/>
          </p:nvGrpSpPr>
          <p:grpSpPr>
            <a:xfrm>
              <a:off x="1348050" y="3296613"/>
              <a:ext cx="1706152" cy="1024800"/>
              <a:chOff x="1348050" y="3296613"/>
              <a:chExt cx="1706152" cy="1024800"/>
            </a:xfrm>
          </p:grpSpPr>
          <p:sp>
            <p:nvSpPr>
              <p:cNvPr id="9235" name="Google Shape;9235;p7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36" name="Google Shape;9236;p7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37" name="Google Shape;9237;p7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38" name="Google Shape;9238;p7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39" name="Google Shape;9239;p7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40" name="Google Shape;9240;p73"/>
            <p:cNvGrpSpPr/>
            <p:nvPr/>
          </p:nvGrpSpPr>
          <p:grpSpPr>
            <a:xfrm>
              <a:off x="1455707" y="3654858"/>
              <a:ext cx="1491150" cy="417657"/>
              <a:chOff x="1455707" y="3654858"/>
              <a:chExt cx="1491150" cy="417657"/>
            </a:xfrm>
          </p:grpSpPr>
          <p:sp>
            <p:nvSpPr>
              <p:cNvPr id="9241" name="Google Shape;9241;p7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261" name="Google Shape;9261;p73"/>
          <p:cNvGraphicFramePr/>
          <p:nvPr/>
        </p:nvGraphicFramePr>
        <p:xfrm>
          <a:off x="5954575" y="2361200"/>
          <a:ext cx="3000000" cy="3000000"/>
        </p:xfrm>
        <a:graphic>
          <a:graphicData uri="http://schemas.openxmlformats.org/drawingml/2006/table">
            <a:tbl>
              <a:tblPr>
                <a:noFill/>
                <a:tableStyleId>{BD168A96-DD54-46BA-A8F9-250594D402E5}</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262" name="Google Shape;9262;p73"/>
          <p:cNvGrpSpPr/>
          <p:nvPr/>
        </p:nvGrpSpPr>
        <p:grpSpPr>
          <a:xfrm>
            <a:off x="727251" y="1188964"/>
            <a:ext cx="2396505" cy="976502"/>
            <a:chOff x="749309" y="1112739"/>
            <a:chExt cx="2371603" cy="976502"/>
          </a:xfrm>
        </p:grpSpPr>
        <p:grpSp>
          <p:nvGrpSpPr>
            <p:cNvPr id="9263" name="Google Shape;9263;p73"/>
            <p:cNvGrpSpPr/>
            <p:nvPr/>
          </p:nvGrpSpPr>
          <p:grpSpPr>
            <a:xfrm>
              <a:off x="1092126" y="1112739"/>
              <a:ext cx="2028786" cy="975464"/>
              <a:chOff x="1092126" y="1112739"/>
              <a:chExt cx="2028786" cy="975464"/>
            </a:xfrm>
          </p:grpSpPr>
          <p:sp>
            <p:nvSpPr>
              <p:cNvPr id="9264" name="Google Shape;9264;p7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73"/>
            <p:cNvGrpSpPr/>
            <p:nvPr/>
          </p:nvGrpSpPr>
          <p:grpSpPr>
            <a:xfrm>
              <a:off x="749309" y="1112739"/>
              <a:ext cx="314700" cy="975464"/>
              <a:chOff x="749309" y="1112739"/>
              <a:chExt cx="314700" cy="975464"/>
            </a:xfrm>
          </p:grpSpPr>
          <p:sp>
            <p:nvSpPr>
              <p:cNvPr id="9289" name="Google Shape;9289;p7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3" name="Google Shape;9293;p7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297" name="Google Shape;9297;p73"/>
          <p:cNvGraphicFramePr/>
          <p:nvPr/>
        </p:nvGraphicFramePr>
        <p:xfrm>
          <a:off x="5954600" y="1188950"/>
          <a:ext cx="3000000" cy="3000000"/>
        </p:xfrm>
        <a:graphic>
          <a:graphicData uri="http://schemas.openxmlformats.org/drawingml/2006/table">
            <a:tbl>
              <a:tblPr>
                <a:noFill/>
                <a:tableStyleId>{BD168A96-DD54-46BA-A8F9-250594D402E5}</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298" name="Google Shape;9298;p73"/>
          <p:cNvGraphicFramePr/>
          <p:nvPr/>
        </p:nvGraphicFramePr>
        <p:xfrm>
          <a:off x="3375463" y="2361200"/>
          <a:ext cx="3000000" cy="3000000"/>
        </p:xfrm>
        <a:graphic>
          <a:graphicData uri="http://schemas.openxmlformats.org/drawingml/2006/table">
            <a:tbl>
              <a:tblPr>
                <a:noFill/>
                <a:tableStyleId>{BD168A96-DD54-46BA-A8F9-250594D402E5}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299" name="Google Shape;9299;p73"/>
          <p:cNvGrpSpPr/>
          <p:nvPr/>
        </p:nvGrpSpPr>
        <p:grpSpPr>
          <a:xfrm>
            <a:off x="3377449" y="3352160"/>
            <a:ext cx="2363377" cy="1047062"/>
            <a:chOff x="3358399" y="3285485"/>
            <a:chExt cx="2363377" cy="1047062"/>
          </a:xfrm>
        </p:grpSpPr>
        <p:grpSp>
          <p:nvGrpSpPr>
            <p:cNvPr id="9300" name="Google Shape;9300;p73"/>
            <p:cNvGrpSpPr/>
            <p:nvPr/>
          </p:nvGrpSpPr>
          <p:grpSpPr>
            <a:xfrm>
              <a:off x="3358412" y="3285485"/>
              <a:ext cx="2363244" cy="139500"/>
              <a:chOff x="3358412" y="3285485"/>
              <a:chExt cx="2363244" cy="139500"/>
            </a:xfrm>
          </p:grpSpPr>
          <p:sp>
            <p:nvSpPr>
              <p:cNvPr id="9301" name="Google Shape;9301;p7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73"/>
            <p:cNvGrpSpPr/>
            <p:nvPr/>
          </p:nvGrpSpPr>
          <p:grpSpPr>
            <a:xfrm>
              <a:off x="3358412" y="3466996"/>
              <a:ext cx="2363244" cy="139500"/>
              <a:chOff x="3358412" y="3466996"/>
              <a:chExt cx="2363244" cy="139500"/>
            </a:xfrm>
          </p:grpSpPr>
          <p:sp>
            <p:nvSpPr>
              <p:cNvPr id="9307" name="Google Shape;9307;p7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73"/>
            <p:cNvGrpSpPr/>
            <p:nvPr/>
          </p:nvGrpSpPr>
          <p:grpSpPr>
            <a:xfrm>
              <a:off x="3358412" y="3648507"/>
              <a:ext cx="2363244" cy="139500"/>
              <a:chOff x="3358412" y="3648507"/>
              <a:chExt cx="2363244" cy="139500"/>
            </a:xfrm>
          </p:grpSpPr>
          <p:sp>
            <p:nvSpPr>
              <p:cNvPr id="9313" name="Google Shape;9313;p7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73"/>
            <p:cNvGrpSpPr/>
            <p:nvPr/>
          </p:nvGrpSpPr>
          <p:grpSpPr>
            <a:xfrm>
              <a:off x="3358412" y="3830018"/>
              <a:ext cx="2363244" cy="139500"/>
              <a:chOff x="3358412" y="3830018"/>
              <a:chExt cx="2363244" cy="139500"/>
            </a:xfrm>
          </p:grpSpPr>
          <p:sp>
            <p:nvSpPr>
              <p:cNvPr id="9319" name="Google Shape;9319;p7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73"/>
            <p:cNvGrpSpPr/>
            <p:nvPr/>
          </p:nvGrpSpPr>
          <p:grpSpPr>
            <a:xfrm>
              <a:off x="3358399" y="4011514"/>
              <a:ext cx="2363377" cy="139537"/>
              <a:chOff x="3294800" y="4134603"/>
              <a:chExt cx="2638876" cy="152400"/>
            </a:xfrm>
          </p:grpSpPr>
          <p:sp>
            <p:nvSpPr>
              <p:cNvPr id="9325" name="Google Shape;9325;p7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73"/>
            <p:cNvGrpSpPr/>
            <p:nvPr/>
          </p:nvGrpSpPr>
          <p:grpSpPr>
            <a:xfrm>
              <a:off x="3358399" y="4193010"/>
              <a:ext cx="2363377" cy="139537"/>
              <a:chOff x="3294800" y="4134603"/>
              <a:chExt cx="2638876" cy="152400"/>
            </a:xfrm>
          </p:grpSpPr>
          <p:sp>
            <p:nvSpPr>
              <p:cNvPr id="9331" name="Google Shape;9331;p7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336" name="Google Shape;9336;p73"/>
          <p:cNvGraphicFramePr/>
          <p:nvPr/>
        </p:nvGraphicFramePr>
        <p:xfrm>
          <a:off x="728250" y="2361200"/>
          <a:ext cx="3000000" cy="3000000"/>
        </p:xfrm>
        <a:graphic>
          <a:graphicData uri="http://schemas.openxmlformats.org/drawingml/2006/table">
            <a:tbl>
              <a:tblPr>
                <a:noFill/>
                <a:tableStyleId>{BD168A96-DD54-46BA-A8F9-250594D402E5}</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337" name="Google Shape;9337;p73"/>
          <p:cNvGrpSpPr/>
          <p:nvPr/>
        </p:nvGrpSpPr>
        <p:grpSpPr>
          <a:xfrm>
            <a:off x="4177919" y="2765014"/>
            <a:ext cx="1302095" cy="60959"/>
            <a:chOff x="3558802" y="4011427"/>
            <a:chExt cx="1866000" cy="111300"/>
          </a:xfrm>
        </p:grpSpPr>
        <p:sp>
          <p:nvSpPr>
            <p:cNvPr id="9338" name="Google Shape;9338;p7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73"/>
          <p:cNvGrpSpPr/>
          <p:nvPr/>
        </p:nvGrpSpPr>
        <p:grpSpPr>
          <a:xfrm>
            <a:off x="4723407" y="3047174"/>
            <a:ext cx="914340" cy="60959"/>
            <a:chOff x="3558802" y="4011427"/>
            <a:chExt cx="1866000" cy="111300"/>
          </a:xfrm>
        </p:grpSpPr>
        <p:sp>
          <p:nvSpPr>
            <p:cNvPr id="9341" name="Google Shape;9341;p7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73"/>
          <p:cNvGrpSpPr/>
          <p:nvPr/>
        </p:nvGrpSpPr>
        <p:grpSpPr>
          <a:xfrm>
            <a:off x="5926924" y="3381697"/>
            <a:ext cx="2519825" cy="1001454"/>
            <a:chOff x="1906114" y="789980"/>
            <a:chExt cx="1487676" cy="606868"/>
          </a:xfrm>
        </p:grpSpPr>
        <p:cxnSp>
          <p:nvCxnSpPr>
            <p:cNvPr id="9344" name="Google Shape;9344;p7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45" name="Google Shape;9345;p7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46" name="Google Shape;9346;p7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347" name="Google Shape;9347;p7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348" name="Google Shape;9348;p7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349" name="Google Shape;9349;p7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350" name="Google Shape;9350;p7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351" name="Google Shape;9351;p7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358" name="Google Shape;9358;p7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359" name="Google Shape;9359;p7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360" name="Google Shape;9360;p7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73"/>
          <p:cNvGrpSpPr/>
          <p:nvPr/>
        </p:nvGrpSpPr>
        <p:grpSpPr>
          <a:xfrm>
            <a:off x="3372612" y="1159008"/>
            <a:ext cx="2363393" cy="1005865"/>
            <a:chOff x="3292400" y="1193188"/>
            <a:chExt cx="2615240" cy="1131075"/>
          </a:xfrm>
        </p:grpSpPr>
        <p:sp>
          <p:nvSpPr>
            <p:cNvPr id="9362" name="Google Shape;9362;p7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3" name="Google Shape;9363;p7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4" name="Google Shape;9364;p7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365" name="Google Shape;9365;p7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366" name="Google Shape;9366;p7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367" name="Google Shape;9367;p7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368" name="Google Shape;9368;p7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369" name="Google Shape;9369;p7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370" name="Google Shape;9370;p7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371" name="Google Shape;9371;p7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372" name="Google Shape;9372;p7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73" name="Google Shape;9373;p7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374" name="Google Shape;9374;p7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75" name="Google Shape;9375;p7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376" name="Google Shape;9376;p73"/>
            <p:cNvGrpSpPr/>
            <p:nvPr/>
          </p:nvGrpSpPr>
          <p:grpSpPr>
            <a:xfrm>
              <a:off x="3748438" y="1378608"/>
              <a:ext cx="2159202" cy="903971"/>
              <a:chOff x="1683525" y="2179850"/>
              <a:chExt cx="4519050" cy="2134525"/>
            </a:xfrm>
          </p:grpSpPr>
          <p:sp>
            <p:nvSpPr>
              <p:cNvPr id="9377" name="Google Shape;9377;p7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78" name="Google Shape;9378;p7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79" name="Google Shape;9379;p7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0" name="Google Shape;9380;p7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1" name="Google Shape;9381;p7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2" name="Google Shape;9382;p7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3" name="Google Shape;9383;p7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4" name="Google Shape;9384;p7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5" name="Google Shape;9385;p7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6" name="Google Shape;9386;p7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7" name="Google Shape;9387;p7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8" name="Google Shape;9388;p7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2" name="Shape 9392"/>
        <p:cNvGrpSpPr/>
        <p:nvPr/>
      </p:nvGrpSpPr>
      <p:grpSpPr>
        <a:xfrm>
          <a:off x="0" y="0"/>
          <a:ext cx="0" cy="0"/>
          <a:chOff x="0" y="0"/>
          <a:chExt cx="0" cy="0"/>
        </a:xfrm>
      </p:grpSpPr>
      <p:grpSp>
        <p:nvGrpSpPr>
          <p:cNvPr id="9393" name="Google Shape;9393;p74"/>
          <p:cNvGrpSpPr/>
          <p:nvPr/>
        </p:nvGrpSpPr>
        <p:grpSpPr>
          <a:xfrm>
            <a:off x="4814684" y="1191441"/>
            <a:ext cx="745431" cy="718863"/>
            <a:chOff x="4249973" y="1201875"/>
            <a:chExt cx="1958568" cy="1888762"/>
          </a:xfrm>
        </p:grpSpPr>
        <p:sp>
          <p:nvSpPr>
            <p:cNvPr id="9394" name="Google Shape;9394;p7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5" name="Google Shape;9395;p74"/>
            <p:cNvGrpSpPr/>
            <p:nvPr/>
          </p:nvGrpSpPr>
          <p:grpSpPr>
            <a:xfrm>
              <a:off x="5853086" y="1789142"/>
              <a:ext cx="355454" cy="1048099"/>
              <a:chOff x="5576108" y="2016725"/>
              <a:chExt cx="565200" cy="1666560"/>
            </a:xfrm>
          </p:grpSpPr>
          <p:sp>
            <p:nvSpPr>
              <p:cNvPr id="9396" name="Google Shape;9396;p7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397" name="Google Shape;9397;p7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74"/>
            <p:cNvGrpSpPr/>
            <p:nvPr/>
          </p:nvGrpSpPr>
          <p:grpSpPr>
            <a:xfrm>
              <a:off x="4869455" y="2691676"/>
              <a:ext cx="1013897" cy="398961"/>
              <a:chOff x="4012057" y="3451825"/>
              <a:chExt cx="1612175" cy="634379"/>
            </a:xfrm>
          </p:grpSpPr>
          <p:sp>
            <p:nvSpPr>
              <p:cNvPr id="9399" name="Google Shape;9399;p7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0" name="Google Shape;9400;p7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74"/>
            <p:cNvGrpSpPr/>
            <p:nvPr/>
          </p:nvGrpSpPr>
          <p:grpSpPr>
            <a:xfrm>
              <a:off x="4276937" y="2155961"/>
              <a:ext cx="651965" cy="891358"/>
              <a:chOff x="3069908" y="2599997"/>
              <a:chExt cx="1036675" cy="1417328"/>
            </a:xfrm>
          </p:grpSpPr>
          <p:sp>
            <p:nvSpPr>
              <p:cNvPr id="9402" name="Google Shape;9402;p7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3" name="Google Shape;9403;p7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74"/>
            <p:cNvGrpSpPr/>
            <p:nvPr/>
          </p:nvGrpSpPr>
          <p:grpSpPr>
            <a:xfrm>
              <a:off x="5054918" y="1201875"/>
              <a:ext cx="999548" cy="602711"/>
              <a:chOff x="4306958" y="1082925"/>
              <a:chExt cx="1589359" cy="958358"/>
            </a:xfrm>
          </p:grpSpPr>
          <p:sp>
            <p:nvSpPr>
              <p:cNvPr id="9405" name="Google Shape;9405;p7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6" name="Google Shape;9406;p7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74"/>
            <p:cNvGrpSpPr/>
            <p:nvPr/>
          </p:nvGrpSpPr>
          <p:grpSpPr>
            <a:xfrm>
              <a:off x="4249973" y="1303451"/>
              <a:ext cx="799317" cy="841334"/>
              <a:chOff x="3027033" y="1244439"/>
              <a:chExt cx="1270977" cy="1337786"/>
            </a:xfrm>
          </p:grpSpPr>
          <p:sp>
            <p:nvSpPr>
              <p:cNvPr id="9408" name="Google Shape;9408;p7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9" name="Google Shape;9409;p7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0" name="Google Shape;9410;p74"/>
          <p:cNvGrpSpPr/>
          <p:nvPr/>
        </p:nvGrpSpPr>
        <p:grpSpPr>
          <a:xfrm>
            <a:off x="731057" y="2069890"/>
            <a:ext cx="761767" cy="729896"/>
            <a:chOff x="2657744" y="2337745"/>
            <a:chExt cx="832987" cy="798137"/>
          </a:xfrm>
        </p:grpSpPr>
        <p:sp>
          <p:nvSpPr>
            <p:cNvPr id="9411" name="Google Shape;9411;p7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74"/>
          <p:cNvGrpSpPr/>
          <p:nvPr/>
        </p:nvGrpSpPr>
        <p:grpSpPr>
          <a:xfrm>
            <a:off x="3242022" y="2073097"/>
            <a:ext cx="685569" cy="723586"/>
            <a:chOff x="3398134" y="2057755"/>
            <a:chExt cx="704087" cy="743130"/>
          </a:xfrm>
        </p:grpSpPr>
        <p:grpSp>
          <p:nvGrpSpPr>
            <p:cNvPr id="9418" name="Google Shape;9418;p74"/>
            <p:cNvGrpSpPr/>
            <p:nvPr/>
          </p:nvGrpSpPr>
          <p:grpSpPr>
            <a:xfrm>
              <a:off x="3398134" y="2290183"/>
              <a:ext cx="315300" cy="219900"/>
              <a:chOff x="3398134" y="2290183"/>
              <a:chExt cx="315300" cy="219900"/>
            </a:xfrm>
          </p:grpSpPr>
          <p:sp>
            <p:nvSpPr>
              <p:cNvPr id="9419" name="Google Shape;9419;p7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20" name="Google Shape;9420;p74"/>
              <p:cNvCxnSpPr>
                <a:stCxn id="941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421" name="Google Shape;9421;p74"/>
            <p:cNvGrpSpPr/>
            <p:nvPr/>
          </p:nvGrpSpPr>
          <p:grpSpPr>
            <a:xfrm>
              <a:off x="3547823" y="2467358"/>
              <a:ext cx="219900" cy="333527"/>
              <a:chOff x="3547823" y="2467358"/>
              <a:chExt cx="219900" cy="333527"/>
            </a:xfrm>
          </p:grpSpPr>
          <p:sp>
            <p:nvSpPr>
              <p:cNvPr id="9422" name="Google Shape;9422;p7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23" name="Google Shape;9423;p7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424" name="Google Shape;9424;p74"/>
            <p:cNvGrpSpPr/>
            <p:nvPr/>
          </p:nvGrpSpPr>
          <p:grpSpPr>
            <a:xfrm>
              <a:off x="3734138" y="2467358"/>
              <a:ext cx="219900" cy="333527"/>
              <a:chOff x="3734138" y="2467358"/>
              <a:chExt cx="219900" cy="333527"/>
            </a:xfrm>
          </p:grpSpPr>
          <p:sp>
            <p:nvSpPr>
              <p:cNvPr id="9425" name="Google Shape;9425;p7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26" name="Google Shape;9426;p7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427" name="Google Shape;9427;p74"/>
            <p:cNvGrpSpPr/>
            <p:nvPr/>
          </p:nvGrpSpPr>
          <p:grpSpPr>
            <a:xfrm>
              <a:off x="3787560" y="2288011"/>
              <a:ext cx="314661" cy="219900"/>
              <a:chOff x="3787560" y="2288011"/>
              <a:chExt cx="314661" cy="219900"/>
            </a:xfrm>
          </p:grpSpPr>
          <p:sp>
            <p:nvSpPr>
              <p:cNvPr id="9428" name="Google Shape;9428;p7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29" name="Google Shape;9429;p7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430" name="Google Shape;9430;p74"/>
            <p:cNvGrpSpPr/>
            <p:nvPr/>
          </p:nvGrpSpPr>
          <p:grpSpPr>
            <a:xfrm>
              <a:off x="3637290" y="2057755"/>
              <a:ext cx="219900" cy="335499"/>
              <a:chOff x="3637290" y="2057755"/>
              <a:chExt cx="219900" cy="335499"/>
            </a:xfrm>
          </p:grpSpPr>
          <p:sp>
            <p:nvSpPr>
              <p:cNvPr id="9431" name="Google Shape;9431;p7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432" name="Google Shape;9432;p7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433" name="Google Shape;9433;p74"/>
          <p:cNvGrpSpPr/>
          <p:nvPr/>
        </p:nvGrpSpPr>
        <p:grpSpPr>
          <a:xfrm>
            <a:off x="4917244" y="2079792"/>
            <a:ext cx="710153" cy="710153"/>
            <a:chOff x="5007123" y="2079403"/>
            <a:chExt cx="687600" cy="687600"/>
          </a:xfrm>
        </p:grpSpPr>
        <p:sp>
          <p:nvSpPr>
            <p:cNvPr id="9434" name="Google Shape;9434;p7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74"/>
          <p:cNvGrpSpPr/>
          <p:nvPr/>
        </p:nvGrpSpPr>
        <p:grpSpPr>
          <a:xfrm>
            <a:off x="5726681" y="2074299"/>
            <a:ext cx="720998" cy="721183"/>
            <a:chOff x="5797446" y="2063053"/>
            <a:chExt cx="698100" cy="698280"/>
          </a:xfrm>
        </p:grpSpPr>
        <p:sp>
          <p:nvSpPr>
            <p:cNvPr id="9439" name="Google Shape;9439;p7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74"/>
          <p:cNvGrpSpPr/>
          <p:nvPr/>
        </p:nvGrpSpPr>
        <p:grpSpPr>
          <a:xfrm>
            <a:off x="8171828" y="3719904"/>
            <a:ext cx="280585" cy="673164"/>
            <a:chOff x="8075075" y="3754290"/>
            <a:chExt cx="255612" cy="613194"/>
          </a:xfrm>
        </p:grpSpPr>
        <p:grpSp>
          <p:nvGrpSpPr>
            <p:cNvPr id="9444" name="Google Shape;9444;p74"/>
            <p:cNvGrpSpPr/>
            <p:nvPr/>
          </p:nvGrpSpPr>
          <p:grpSpPr>
            <a:xfrm>
              <a:off x="8075075" y="3754290"/>
              <a:ext cx="255612" cy="613194"/>
              <a:chOff x="8075075" y="3754290"/>
              <a:chExt cx="255612" cy="613194"/>
            </a:xfrm>
          </p:grpSpPr>
          <p:sp>
            <p:nvSpPr>
              <p:cNvPr id="9445" name="Google Shape;9445;p7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7" name="Google Shape;9447;p7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74"/>
          <p:cNvGrpSpPr/>
          <p:nvPr/>
        </p:nvGrpSpPr>
        <p:grpSpPr>
          <a:xfrm>
            <a:off x="5288887" y="3708700"/>
            <a:ext cx="470352" cy="683745"/>
            <a:chOff x="1697726" y="3244179"/>
            <a:chExt cx="788124" cy="1146069"/>
          </a:xfrm>
        </p:grpSpPr>
        <p:sp>
          <p:nvSpPr>
            <p:cNvPr id="9449" name="Google Shape;9449;p7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1" name="Google Shape;9451;p7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2" name="Google Shape;9452;p74"/>
          <p:cNvGrpSpPr/>
          <p:nvPr/>
        </p:nvGrpSpPr>
        <p:grpSpPr>
          <a:xfrm>
            <a:off x="5910037" y="3719902"/>
            <a:ext cx="293891" cy="293845"/>
            <a:chOff x="6134814" y="3754290"/>
            <a:chExt cx="293891" cy="293845"/>
          </a:xfrm>
        </p:grpSpPr>
        <p:sp>
          <p:nvSpPr>
            <p:cNvPr id="9453" name="Google Shape;9453;p7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74"/>
          <p:cNvGrpSpPr/>
          <p:nvPr/>
        </p:nvGrpSpPr>
        <p:grpSpPr>
          <a:xfrm>
            <a:off x="5910037" y="4098574"/>
            <a:ext cx="293891" cy="293891"/>
            <a:chOff x="6134814" y="4086186"/>
            <a:chExt cx="293891" cy="293891"/>
          </a:xfrm>
        </p:grpSpPr>
        <p:sp>
          <p:nvSpPr>
            <p:cNvPr id="9456" name="Google Shape;9456;p7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8" name="Google Shape;9458;p74"/>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4"/>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0" name="Google Shape;9460;p74"/>
          <p:cNvGrpSpPr/>
          <p:nvPr/>
        </p:nvGrpSpPr>
        <p:grpSpPr>
          <a:xfrm>
            <a:off x="7835013" y="2927266"/>
            <a:ext cx="622883" cy="621944"/>
            <a:chOff x="1187048" y="238125"/>
            <a:chExt cx="5256397" cy="5248476"/>
          </a:xfrm>
        </p:grpSpPr>
        <p:sp>
          <p:nvSpPr>
            <p:cNvPr id="9461" name="Google Shape;9461;p7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74"/>
          <p:cNvGrpSpPr/>
          <p:nvPr/>
        </p:nvGrpSpPr>
        <p:grpSpPr>
          <a:xfrm>
            <a:off x="2292118" y="2936875"/>
            <a:ext cx="1310987" cy="612407"/>
            <a:chOff x="238125" y="1188750"/>
            <a:chExt cx="7140450" cy="3335550"/>
          </a:xfrm>
        </p:grpSpPr>
        <p:sp>
          <p:nvSpPr>
            <p:cNvPr id="9466" name="Google Shape;9466;p7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74"/>
          <p:cNvGrpSpPr/>
          <p:nvPr/>
        </p:nvGrpSpPr>
        <p:grpSpPr>
          <a:xfrm>
            <a:off x="6617990" y="2927430"/>
            <a:ext cx="1110299" cy="621702"/>
            <a:chOff x="238125" y="1335475"/>
            <a:chExt cx="5418735" cy="3034175"/>
          </a:xfrm>
        </p:grpSpPr>
        <p:sp>
          <p:nvSpPr>
            <p:cNvPr id="9472" name="Google Shape;9472;p7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74"/>
          <p:cNvGrpSpPr/>
          <p:nvPr/>
        </p:nvGrpSpPr>
        <p:grpSpPr>
          <a:xfrm>
            <a:off x="5435649" y="2924327"/>
            <a:ext cx="1074451" cy="627181"/>
            <a:chOff x="5359127" y="2910889"/>
            <a:chExt cx="1097723" cy="640831"/>
          </a:xfrm>
        </p:grpSpPr>
        <p:grpSp>
          <p:nvGrpSpPr>
            <p:cNvPr id="9476" name="Google Shape;9476;p74"/>
            <p:cNvGrpSpPr/>
            <p:nvPr/>
          </p:nvGrpSpPr>
          <p:grpSpPr>
            <a:xfrm>
              <a:off x="5929791" y="3263088"/>
              <a:ext cx="527060" cy="287097"/>
              <a:chOff x="5929791" y="3263088"/>
              <a:chExt cx="527060" cy="287097"/>
            </a:xfrm>
          </p:grpSpPr>
          <p:sp>
            <p:nvSpPr>
              <p:cNvPr id="9477" name="Google Shape;9477;p7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78" name="Google Shape;9478;p7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79" name="Google Shape;9479;p74"/>
            <p:cNvGrpSpPr/>
            <p:nvPr/>
          </p:nvGrpSpPr>
          <p:grpSpPr>
            <a:xfrm>
              <a:off x="5359127" y="3263089"/>
              <a:ext cx="526428" cy="288631"/>
              <a:chOff x="5359127" y="3263089"/>
              <a:chExt cx="526428" cy="288631"/>
            </a:xfrm>
          </p:grpSpPr>
          <p:sp>
            <p:nvSpPr>
              <p:cNvPr id="9480" name="Google Shape;9480;p7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1" name="Google Shape;9481;p7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82" name="Google Shape;9482;p74"/>
            <p:cNvGrpSpPr/>
            <p:nvPr/>
          </p:nvGrpSpPr>
          <p:grpSpPr>
            <a:xfrm>
              <a:off x="5551525" y="2910889"/>
              <a:ext cx="520901" cy="610283"/>
              <a:chOff x="5551525" y="2910889"/>
              <a:chExt cx="520901" cy="610283"/>
            </a:xfrm>
          </p:grpSpPr>
          <p:sp>
            <p:nvSpPr>
              <p:cNvPr id="9483" name="Google Shape;9483;p7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4" name="Google Shape;9484;p7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85" name="Google Shape;9485;p74"/>
            <p:cNvGrpSpPr/>
            <p:nvPr/>
          </p:nvGrpSpPr>
          <p:grpSpPr>
            <a:xfrm>
              <a:off x="5743962" y="2919100"/>
              <a:ext cx="623674" cy="284502"/>
              <a:chOff x="5743962" y="2919100"/>
              <a:chExt cx="623674" cy="284502"/>
            </a:xfrm>
          </p:grpSpPr>
          <p:sp>
            <p:nvSpPr>
              <p:cNvPr id="9486" name="Google Shape;9486;p7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7" name="Google Shape;9487;p7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488" name="Google Shape;9488;p74"/>
          <p:cNvGrpSpPr/>
          <p:nvPr/>
        </p:nvGrpSpPr>
        <p:grpSpPr>
          <a:xfrm>
            <a:off x="7586863" y="2075038"/>
            <a:ext cx="874976" cy="719600"/>
            <a:chOff x="7608988" y="2093194"/>
            <a:chExt cx="817276" cy="672147"/>
          </a:xfrm>
        </p:grpSpPr>
        <p:cxnSp>
          <p:nvCxnSpPr>
            <p:cNvPr id="9489" name="Google Shape;9489;p7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0" name="Google Shape;9490;p7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1" name="Google Shape;9491;p7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2" name="Google Shape;9492;p7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93" name="Google Shape;9493;p7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494" name="Google Shape;9494;p7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495" name="Google Shape;9495;p74"/>
            <p:cNvGrpSpPr/>
            <p:nvPr/>
          </p:nvGrpSpPr>
          <p:grpSpPr>
            <a:xfrm>
              <a:off x="7721175" y="2093194"/>
              <a:ext cx="599587" cy="623846"/>
              <a:chOff x="7721175" y="2093194"/>
              <a:chExt cx="599587" cy="623846"/>
            </a:xfrm>
          </p:grpSpPr>
          <p:grpSp>
            <p:nvGrpSpPr>
              <p:cNvPr id="9496" name="Google Shape;9496;p74"/>
              <p:cNvGrpSpPr/>
              <p:nvPr/>
            </p:nvGrpSpPr>
            <p:grpSpPr>
              <a:xfrm>
                <a:off x="7721175" y="2093194"/>
                <a:ext cx="291605" cy="623846"/>
                <a:chOff x="9405575" y="2061418"/>
                <a:chExt cx="291605" cy="623846"/>
              </a:xfrm>
            </p:grpSpPr>
            <p:sp>
              <p:nvSpPr>
                <p:cNvPr id="9497" name="Google Shape;9497;p7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74"/>
              <p:cNvGrpSpPr/>
              <p:nvPr/>
            </p:nvGrpSpPr>
            <p:grpSpPr>
              <a:xfrm flipH="1">
                <a:off x="8029157" y="2093194"/>
                <a:ext cx="291605" cy="623846"/>
                <a:chOff x="9405575" y="2061418"/>
                <a:chExt cx="291605" cy="623846"/>
              </a:xfrm>
            </p:grpSpPr>
            <p:sp>
              <p:nvSpPr>
                <p:cNvPr id="9505" name="Google Shape;9505;p7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12" name="Google Shape;9512;p74"/>
          <p:cNvGrpSpPr/>
          <p:nvPr/>
        </p:nvGrpSpPr>
        <p:grpSpPr>
          <a:xfrm>
            <a:off x="4031299" y="1191441"/>
            <a:ext cx="712557" cy="785901"/>
            <a:chOff x="4206459" y="1191441"/>
            <a:chExt cx="712557" cy="785901"/>
          </a:xfrm>
        </p:grpSpPr>
        <p:sp>
          <p:nvSpPr>
            <p:cNvPr id="9513" name="Google Shape;9513;p7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7" name="Google Shape;9517;p74"/>
            <p:cNvGrpSpPr/>
            <p:nvPr/>
          </p:nvGrpSpPr>
          <p:grpSpPr>
            <a:xfrm>
              <a:off x="4644280" y="1290523"/>
              <a:ext cx="143716" cy="29463"/>
              <a:chOff x="4644280" y="1290523"/>
              <a:chExt cx="143716" cy="29463"/>
            </a:xfrm>
          </p:grpSpPr>
          <p:sp>
            <p:nvSpPr>
              <p:cNvPr id="9518" name="Google Shape;9518;p7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74"/>
            <p:cNvGrpSpPr/>
            <p:nvPr/>
          </p:nvGrpSpPr>
          <p:grpSpPr>
            <a:xfrm>
              <a:off x="4356567" y="1191441"/>
              <a:ext cx="143690" cy="29488"/>
              <a:chOff x="4356567" y="1191441"/>
              <a:chExt cx="143690" cy="29488"/>
            </a:xfrm>
          </p:grpSpPr>
          <p:sp>
            <p:nvSpPr>
              <p:cNvPr id="9523" name="Google Shape;9523;p7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74"/>
            <p:cNvGrpSpPr/>
            <p:nvPr/>
          </p:nvGrpSpPr>
          <p:grpSpPr>
            <a:xfrm>
              <a:off x="4339009" y="1863727"/>
              <a:ext cx="143703" cy="29476"/>
              <a:chOff x="4339009" y="1863727"/>
              <a:chExt cx="143703" cy="29476"/>
            </a:xfrm>
          </p:grpSpPr>
          <p:sp>
            <p:nvSpPr>
              <p:cNvPr id="9528" name="Google Shape;9528;p7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74"/>
            <p:cNvGrpSpPr/>
            <p:nvPr/>
          </p:nvGrpSpPr>
          <p:grpSpPr>
            <a:xfrm>
              <a:off x="4206459" y="1607315"/>
              <a:ext cx="29539" cy="142899"/>
              <a:chOff x="4206459" y="1607315"/>
              <a:chExt cx="29539" cy="142899"/>
            </a:xfrm>
          </p:grpSpPr>
          <p:sp>
            <p:nvSpPr>
              <p:cNvPr id="9533" name="Google Shape;9533;p7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7" name="Google Shape;9537;p7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1" name="Google Shape;9541;p74"/>
            <p:cNvGrpSpPr/>
            <p:nvPr/>
          </p:nvGrpSpPr>
          <p:grpSpPr>
            <a:xfrm>
              <a:off x="4889463" y="1423737"/>
              <a:ext cx="29552" cy="142899"/>
              <a:chOff x="4889463" y="1423737"/>
              <a:chExt cx="29552" cy="142899"/>
            </a:xfrm>
          </p:grpSpPr>
          <p:sp>
            <p:nvSpPr>
              <p:cNvPr id="9542" name="Google Shape;9542;p7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74"/>
            <p:cNvGrpSpPr/>
            <p:nvPr/>
          </p:nvGrpSpPr>
          <p:grpSpPr>
            <a:xfrm>
              <a:off x="4771663" y="1876896"/>
              <a:ext cx="108651" cy="100447"/>
              <a:chOff x="4771663" y="1876896"/>
              <a:chExt cx="108651" cy="100447"/>
            </a:xfrm>
          </p:grpSpPr>
          <p:sp>
            <p:nvSpPr>
              <p:cNvPr id="9547" name="Google Shape;9547;p7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1" name="Google Shape;9551;p74"/>
          <p:cNvGrpSpPr/>
          <p:nvPr/>
        </p:nvGrpSpPr>
        <p:grpSpPr>
          <a:xfrm>
            <a:off x="4026774" y="2074664"/>
            <a:ext cx="791287" cy="720350"/>
            <a:chOff x="267375" y="1071875"/>
            <a:chExt cx="470500" cy="428550"/>
          </a:xfrm>
        </p:grpSpPr>
        <p:sp>
          <p:nvSpPr>
            <p:cNvPr id="9552" name="Google Shape;9552;p7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74"/>
          <p:cNvGrpSpPr/>
          <p:nvPr/>
        </p:nvGrpSpPr>
        <p:grpSpPr>
          <a:xfrm>
            <a:off x="727269" y="3719294"/>
            <a:ext cx="1408444" cy="673166"/>
            <a:chOff x="712664" y="3693287"/>
            <a:chExt cx="1460738" cy="698160"/>
          </a:xfrm>
        </p:grpSpPr>
        <p:grpSp>
          <p:nvGrpSpPr>
            <p:cNvPr id="9561" name="Google Shape;9561;p74"/>
            <p:cNvGrpSpPr/>
            <p:nvPr/>
          </p:nvGrpSpPr>
          <p:grpSpPr>
            <a:xfrm>
              <a:off x="1380079" y="4133090"/>
              <a:ext cx="234048" cy="258099"/>
              <a:chOff x="1380079" y="4133090"/>
              <a:chExt cx="234048" cy="258099"/>
            </a:xfrm>
          </p:grpSpPr>
          <p:sp>
            <p:nvSpPr>
              <p:cNvPr id="9562" name="Google Shape;9562;p7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74"/>
            <p:cNvGrpSpPr/>
            <p:nvPr/>
          </p:nvGrpSpPr>
          <p:grpSpPr>
            <a:xfrm>
              <a:off x="884610" y="3864082"/>
              <a:ext cx="1118566" cy="527275"/>
              <a:chOff x="890961" y="3865463"/>
              <a:chExt cx="1115221" cy="525698"/>
            </a:xfrm>
          </p:grpSpPr>
          <p:sp>
            <p:nvSpPr>
              <p:cNvPr id="9566" name="Google Shape;9566;p7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74"/>
            <p:cNvGrpSpPr/>
            <p:nvPr/>
          </p:nvGrpSpPr>
          <p:grpSpPr>
            <a:xfrm>
              <a:off x="712664" y="3693287"/>
              <a:ext cx="1460738" cy="698160"/>
              <a:chOff x="712664" y="3693025"/>
              <a:chExt cx="1460738" cy="698160"/>
            </a:xfrm>
          </p:grpSpPr>
          <p:sp>
            <p:nvSpPr>
              <p:cNvPr id="9570" name="Google Shape;9570;p7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76" name="Google Shape;9576;p74"/>
          <p:cNvGrpSpPr/>
          <p:nvPr/>
        </p:nvGrpSpPr>
        <p:grpSpPr>
          <a:xfrm>
            <a:off x="3164985" y="1191441"/>
            <a:ext cx="795485" cy="738831"/>
            <a:chOff x="3348603" y="1236445"/>
            <a:chExt cx="749256" cy="695894"/>
          </a:xfrm>
        </p:grpSpPr>
        <p:grpSp>
          <p:nvGrpSpPr>
            <p:cNvPr id="9577" name="Google Shape;9577;p74"/>
            <p:cNvGrpSpPr/>
            <p:nvPr/>
          </p:nvGrpSpPr>
          <p:grpSpPr>
            <a:xfrm>
              <a:off x="3583779" y="1236445"/>
              <a:ext cx="293795" cy="285811"/>
              <a:chOff x="3750225" y="1774000"/>
              <a:chExt cx="149575" cy="145525"/>
            </a:xfrm>
          </p:grpSpPr>
          <p:sp>
            <p:nvSpPr>
              <p:cNvPr id="9578" name="Google Shape;9578;p7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74"/>
            <p:cNvGrpSpPr/>
            <p:nvPr/>
          </p:nvGrpSpPr>
          <p:grpSpPr>
            <a:xfrm>
              <a:off x="3775534" y="1462599"/>
              <a:ext cx="322325" cy="285958"/>
              <a:chOff x="3847850" y="1889150"/>
              <a:chExt cx="164100" cy="145600"/>
            </a:xfrm>
          </p:grpSpPr>
          <p:sp>
            <p:nvSpPr>
              <p:cNvPr id="9581" name="Google Shape;9581;p7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74"/>
            <p:cNvGrpSpPr/>
            <p:nvPr/>
          </p:nvGrpSpPr>
          <p:grpSpPr>
            <a:xfrm>
              <a:off x="3545329" y="1646528"/>
              <a:ext cx="293746" cy="285811"/>
              <a:chOff x="3730650" y="1982800"/>
              <a:chExt cx="149550" cy="145525"/>
            </a:xfrm>
          </p:grpSpPr>
          <p:sp>
            <p:nvSpPr>
              <p:cNvPr id="9584" name="Google Shape;9584;p7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74"/>
            <p:cNvGrpSpPr/>
            <p:nvPr/>
          </p:nvGrpSpPr>
          <p:grpSpPr>
            <a:xfrm>
              <a:off x="3348603" y="1415046"/>
              <a:ext cx="294384" cy="284387"/>
              <a:chOff x="3630494" y="1864938"/>
              <a:chExt cx="149875" cy="144800"/>
            </a:xfrm>
          </p:grpSpPr>
          <p:sp>
            <p:nvSpPr>
              <p:cNvPr id="9587" name="Google Shape;9587;p7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9" name="Google Shape;9589;p74"/>
          <p:cNvGrpSpPr/>
          <p:nvPr/>
        </p:nvGrpSpPr>
        <p:grpSpPr>
          <a:xfrm>
            <a:off x="2286512" y="3714337"/>
            <a:ext cx="1324924" cy="678083"/>
            <a:chOff x="2413923" y="3711366"/>
            <a:chExt cx="1374117" cy="703260"/>
          </a:xfrm>
        </p:grpSpPr>
        <p:grpSp>
          <p:nvGrpSpPr>
            <p:cNvPr id="9590" name="Google Shape;9590;p74"/>
            <p:cNvGrpSpPr/>
            <p:nvPr/>
          </p:nvGrpSpPr>
          <p:grpSpPr>
            <a:xfrm>
              <a:off x="2413923" y="3711366"/>
              <a:ext cx="1374117" cy="703260"/>
              <a:chOff x="2413923" y="3711366"/>
              <a:chExt cx="1374117" cy="703260"/>
            </a:xfrm>
          </p:grpSpPr>
          <p:sp>
            <p:nvSpPr>
              <p:cNvPr id="9591" name="Google Shape;9591;p7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2" name="Google Shape;9592;p74"/>
              <p:cNvGrpSpPr/>
              <p:nvPr/>
            </p:nvGrpSpPr>
            <p:grpSpPr>
              <a:xfrm>
                <a:off x="2600284" y="3808654"/>
                <a:ext cx="234506" cy="138009"/>
                <a:chOff x="2600284" y="3808654"/>
                <a:chExt cx="234506" cy="138009"/>
              </a:xfrm>
            </p:grpSpPr>
            <p:sp>
              <p:nvSpPr>
                <p:cNvPr id="9593" name="Google Shape;9593;p7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4" name="Google Shape;9594;p7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595" name="Google Shape;9595;p74"/>
              <p:cNvGrpSpPr/>
              <p:nvPr/>
            </p:nvGrpSpPr>
            <p:grpSpPr>
              <a:xfrm>
                <a:off x="3359659" y="3805664"/>
                <a:ext cx="232294" cy="141000"/>
                <a:chOff x="3359659" y="3805664"/>
                <a:chExt cx="232294" cy="141000"/>
              </a:xfrm>
            </p:grpSpPr>
            <p:sp>
              <p:nvSpPr>
                <p:cNvPr id="9596" name="Google Shape;9596;p7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7" name="Google Shape;9597;p7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598" name="Google Shape;9598;p74"/>
              <p:cNvGrpSpPr/>
              <p:nvPr/>
            </p:nvGrpSpPr>
            <p:grpSpPr>
              <a:xfrm>
                <a:off x="3067316" y="3711366"/>
                <a:ext cx="66900" cy="166809"/>
                <a:chOff x="3067316" y="3711366"/>
                <a:chExt cx="66900" cy="166809"/>
              </a:xfrm>
            </p:grpSpPr>
            <p:sp>
              <p:nvSpPr>
                <p:cNvPr id="9599" name="Google Shape;9599;p7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0" name="Google Shape;9600;p7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1" name="Google Shape;9601;p74"/>
              <p:cNvGrpSpPr/>
              <p:nvPr/>
            </p:nvGrpSpPr>
            <p:grpSpPr>
              <a:xfrm>
                <a:off x="2413923" y="4058666"/>
                <a:ext cx="224119" cy="66900"/>
                <a:chOff x="2413923" y="4058666"/>
                <a:chExt cx="224119" cy="66900"/>
              </a:xfrm>
            </p:grpSpPr>
            <p:sp>
              <p:nvSpPr>
                <p:cNvPr id="9602" name="Google Shape;9602;p7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3" name="Google Shape;9603;p7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4" name="Google Shape;9604;p74"/>
              <p:cNvGrpSpPr/>
              <p:nvPr/>
            </p:nvGrpSpPr>
            <p:grpSpPr>
              <a:xfrm>
                <a:off x="3564643" y="4058666"/>
                <a:ext cx="223397" cy="66900"/>
                <a:chOff x="3564643" y="4058666"/>
                <a:chExt cx="223397" cy="66900"/>
              </a:xfrm>
            </p:grpSpPr>
            <p:sp>
              <p:nvSpPr>
                <p:cNvPr id="9605" name="Google Shape;9605;p7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6" name="Google Shape;9606;p7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607" name="Google Shape;9607;p74"/>
            <p:cNvGrpSpPr/>
            <p:nvPr/>
          </p:nvGrpSpPr>
          <p:grpSpPr>
            <a:xfrm>
              <a:off x="2633353" y="3965763"/>
              <a:ext cx="933975" cy="445687"/>
              <a:chOff x="2633353" y="3965763"/>
              <a:chExt cx="933975" cy="445687"/>
            </a:xfrm>
          </p:grpSpPr>
          <p:sp>
            <p:nvSpPr>
              <p:cNvPr id="9608" name="Google Shape;9608;p7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0" name="Google Shape;9610;p74"/>
          <p:cNvGrpSpPr/>
          <p:nvPr/>
        </p:nvGrpSpPr>
        <p:grpSpPr>
          <a:xfrm>
            <a:off x="6410784" y="1264884"/>
            <a:ext cx="1131087" cy="587383"/>
            <a:chOff x="238125" y="999450"/>
            <a:chExt cx="7140700" cy="3708225"/>
          </a:xfrm>
        </p:grpSpPr>
        <p:sp>
          <p:nvSpPr>
            <p:cNvPr id="9611" name="Google Shape;9611;p7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74"/>
          <p:cNvGrpSpPr/>
          <p:nvPr/>
        </p:nvGrpSpPr>
        <p:grpSpPr>
          <a:xfrm>
            <a:off x="3762234" y="3714379"/>
            <a:ext cx="1375854" cy="678131"/>
            <a:chOff x="3913765" y="3641905"/>
            <a:chExt cx="1522805" cy="750560"/>
          </a:xfrm>
        </p:grpSpPr>
        <p:grpSp>
          <p:nvGrpSpPr>
            <p:cNvPr id="9621" name="Google Shape;9621;p74"/>
            <p:cNvGrpSpPr/>
            <p:nvPr/>
          </p:nvGrpSpPr>
          <p:grpSpPr>
            <a:xfrm>
              <a:off x="3913765" y="3997002"/>
              <a:ext cx="1522805" cy="395463"/>
              <a:chOff x="3913765" y="3997002"/>
              <a:chExt cx="1522805" cy="395463"/>
            </a:xfrm>
          </p:grpSpPr>
          <p:grpSp>
            <p:nvGrpSpPr>
              <p:cNvPr id="9622" name="Google Shape;9622;p74"/>
              <p:cNvGrpSpPr/>
              <p:nvPr/>
            </p:nvGrpSpPr>
            <p:grpSpPr>
              <a:xfrm>
                <a:off x="3913765" y="4138659"/>
                <a:ext cx="507602" cy="253806"/>
                <a:chOff x="3913765" y="4138659"/>
                <a:chExt cx="507602" cy="253806"/>
              </a:xfrm>
            </p:grpSpPr>
            <p:sp>
              <p:nvSpPr>
                <p:cNvPr id="9623" name="Google Shape;9623;p7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625" name="Google Shape;9625;p74"/>
              <p:cNvGrpSpPr/>
              <p:nvPr/>
            </p:nvGrpSpPr>
            <p:grpSpPr>
              <a:xfrm>
                <a:off x="4421361" y="3997002"/>
                <a:ext cx="507618" cy="395463"/>
                <a:chOff x="4421361" y="3997002"/>
                <a:chExt cx="507618" cy="395463"/>
              </a:xfrm>
            </p:grpSpPr>
            <p:sp>
              <p:nvSpPr>
                <p:cNvPr id="9626" name="Google Shape;9626;p7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74"/>
              <p:cNvGrpSpPr/>
              <p:nvPr/>
            </p:nvGrpSpPr>
            <p:grpSpPr>
              <a:xfrm>
                <a:off x="4928973" y="4189418"/>
                <a:ext cx="507596" cy="203047"/>
                <a:chOff x="4928973" y="4189418"/>
                <a:chExt cx="507596" cy="203047"/>
              </a:xfrm>
            </p:grpSpPr>
            <p:sp>
              <p:nvSpPr>
                <p:cNvPr id="9629" name="Google Shape;9629;p7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1" name="Google Shape;9631;p74"/>
            <p:cNvGrpSpPr/>
            <p:nvPr/>
          </p:nvGrpSpPr>
          <p:grpSpPr>
            <a:xfrm>
              <a:off x="4482186" y="3641905"/>
              <a:ext cx="397605" cy="349784"/>
              <a:chOff x="2906375" y="1159725"/>
              <a:chExt cx="1860575" cy="1636800"/>
            </a:xfrm>
          </p:grpSpPr>
          <p:sp>
            <p:nvSpPr>
              <p:cNvPr id="9632" name="Google Shape;9632;p7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6" name="Google Shape;9636;p74"/>
          <p:cNvGrpSpPr/>
          <p:nvPr/>
        </p:nvGrpSpPr>
        <p:grpSpPr>
          <a:xfrm>
            <a:off x="6546943" y="2074305"/>
            <a:ext cx="940737" cy="721067"/>
            <a:chOff x="6599718" y="2068734"/>
            <a:chExt cx="940737" cy="721067"/>
          </a:xfrm>
        </p:grpSpPr>
        <p:sp>
          <p:nvSpPr>
            <p:cNvPr id="9637" name="Google Shape;9637;p7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3" name="Google Shape;9643;p74"/>
            <p:cNvGrpSpPr/>
            <p:nvPr/>
          </p:nvGrpSpPr>
          <p:grpSpPr>
            <a:xfrm>
              <a:off x="6836957" y="2068734"/>
              <a:ext cx="461892" cy="721067"/>
              <a:chOff x="6836957" y="2068734"/>
              <a:chExt cx="461892" cy="721067"/>
            </a:xfrm>
          </p:grpSpPr>
          <p:sp>
            <p:nvSpPr>
              <p:cNvPr id="9644" name="Google Shape;9644;p7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0" name="Google Shape;9650;p74"/>
              <p:cNvGrpSpPr/>
              <p:nvPr/>
            </p:nvGrpSpPr>
            <p:grpSpPr>
              <a:xfrm>
                <a:off x="6836957" y="2068734"/>
                <a:ext cx="461892" cy="721067"/>
                <a:chOff x="6836957" y="2068734"/>
                <a:chExt cx="461892" cy="721067"/>
              </a:xfrm>
            </p:grpSpPr>
            <p:sp>
              <p:nvSpPr>
                <p:cNvPr id="9651" name="Google Shape;9651;p7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58" name="Google Shape;9658;p74"/>
          <p:cNvGrpSpPr/>
          <p:nvPr/>
        </p:nvGrpSpPr>
        <p:grpSpPr>
          <a:xfrm>
            <a:off x="2430262" y="2078652"/>
            <a:ext cx="712577" cy="712374"/>
            <a:chOff x="2559249" y="2069323"/>
            <a:chExt cx="685566" cy="685634"/>
          </a:xfrm>
        </p:grpSpPr>
        <p:sp>
          <p:nvSpPr>
            <p:cNvPr id="9659" name="Google Shape;9659;p7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74"/>
          <p:cNvGrpSpPr/>
          <p:nvPr/>
        </p:nvGrpSpPr>
        <p:grpSpPr>
          <a:xfrm>
            <a:off x="7612699" y="1191441"/>
            <a:ext cx="845645" cy="711911"/>
            <a:chOff x="951975" y="315800"/>
            <a:chExt cx="5860325" cy="4933550"/>
          </a:xfrm>
        </p:grpSpPr>
        <p:sp>
          <p:nvSpPr>
            <p:cNvPr id="9673" name="Google Shape;9673;p7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74"/>
          <p:cNvGrpSpPr/>
          <p:nvPr/>
        </p:nvGrpSpPr>
        <p:grpSpPr>
          <a:xfrm>
            <a:off x="3709828" y="2927550"/>
            <a:ext cx="1617932" cy="621724"/>
            <a:chOff x="3862800" y="3038525"/>
            <a:chExt cx="1329006" cy="510698"/>
          </a:xfrm>
        </p:grpSpPr>
        <p:sp>
          <p:nvSpPr>
            <p:cNvPr id="9682" name="Google Shape;9682;p7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4" name="Google Shape;9684;p74"/>
            <p:cNvGrpSpPr/>
            <p:nvPr/>
          </p:nvGrpSpPr>
          <p:grpSpPr>
            <a:xfrm>
              <a:off x="3967075" y="3040337"/>
              <a:ext cx="1019927" cy="402126"/>
              <a:chOff x="3967075" y="3040337"/>
              <a:chExt cx="1019927" cy="402126"/>
            </a:xfrm>
          </p:grpSpPr>
          <p:sp>
            <p:nvSpPr>
              <p:cNvPr id="9685" name="Google Shape;9685;p7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74"/>
            <p:cNvGrpSpPr/>
            <p:nvPr/>
          </p:nvGrpSpPr>
          <p:grpSpPr>
            <a:xfrm>
              <a:off x="4186700" y="3040337"/>
              <a:ext cx="390475" cy="183289"/>
              <a:chOff x="4186700" y="3040337"/>
              <a:chExt cx="390475" cy="183289"/>
            </a:xfrm>
          </p:grpSpPr>
          <p:sp>
            <p:nvSpPr>
              <p:cNvPr id="9688" name="Google Shape;9688;p7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74"/>
            <p:cNvGrpSpPr/>
            <p:nvPr/>
          </p:nvGrpSpPr>
          <p:grpSpPr>
            <a:xfrm>
              <a:off x="4073727" y="3040337"/>
              <a:ext cx="697794" cy="296263"/>
              <a:chOff x="4073727" y="3040337"/>
              <a:chExt cx="697794" cy="296263"/>
            </a:xfrm>
          </p:grpSpPr>
          <p:sp>
            <p:nvSpPr>
              <p:cNvPr id="9691" name="Google Shape;9691;p7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74"/>
            <p:cNvGrpSpPr/>
            <p:nvPr/>
          </p:nvGrpSpPr>
          <p:grpSpPr>
            <a:xfrm>
              <a:off x="3862800" y="3038525"/>
              <a:ext cx="1329006" cy="510698"/>
              <a:chOff x="3862800" y="3038525"/>
              <a:chExt cx="1329006" cy="510698"/>
            </a:xfrm>
          </p:grpSpPr>
          <p:sp>
            <p:nvSpPr>
              <p:cNvPr id="9694" name="Google Shape;9694;p7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6" name="Google Shape;9696;p74"/>
          <p:cNvGrpSpPr/>
          <p:nvPr/>
        </p:nvGrpSpPr>
        <p:grpSpPr>
          <a:xfrm>
            <a:off x="718150" y="1191441"/>
            <a:ext cx="883205" cy="775176"/>
            <a:chOff x="649648" y="271400"/>
            <a:chExt cx="6215377" cy="5455143"/>
          </a:xfrm>
        </p:grpSpPr>
        <p:sp>
          <p:nvSpPr>
            <p:cNvPr id="9697" name="Google Shape;9697;p7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74"/>
          <p:cNvGrpSpPr/>
          <p:nvPr/>
        </p:nvGrpSpPr>
        <p:grpSpPr>
          <a:xfrm>
            <a:off x="2326452" y="1191441"/>
            <a:ext cx="767704" cy="815489"/>
            <a:chOff x="2499700" y="1135950"/>
            <a:chExt cx="732402" cy="777990"/>
          </a:xfrm>
        </p:grpSpPr>
        <p:grpSp>
          <p:nvGrpSpPr>
            <p:cNvPr id="9710" name="Google Shape;9710;p74"/>
            <p:cNvGrpSpPr/>
            <p:nvPr/>
          </p:nvGrpSpPr>
          <p:grpSpPr>
            <a:xfrm>
              <a:off x="2499700" y="1135950"/>
              <a:ext cx="732402" cy="694705"/>
              <a:chOff x="2499700" y="1135950"/>
              <a:chExt cx="732402" cy="694705"/>
            </a:xfrm>
          </p:grpSpPr>
          <p:sp>
            <p:nvSpPr>
              <p:cNvPr id="9711" name="Google Shape;9711;p7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74"/>
            <p:cNvGrpSpPr/>
            <p:nvPr/>
          </p:nvGrpSpPr>
          <p:grpSpPr>
            <a:xfrm>
              <a:off x="2517909" y="1188726"/>
              <a:ext cx="702702" cy="725214"/>
              <a:chOff x="2517909" y="1188726"/>
              <a:chExt cx="702702" cy="725214"/>
            </a:xfrm>
          </p:grpSpPr>
          <p:sp>
            <p:nvSpPr>
              <p:cNvPr id="9739" name="Google Shape;9739;p7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44" name="Google Shape;9744;p74"/>
          <p:cNvGrpSpPr/>
          <p:nvPr/>
        </p:nvGrpSpPr>
        <p:grpSpPr>
          <a:xfrm>
            <a:off x="1672184" y="1191441"/>
            <a:ext cx="583439" cy="870229"/>
            <a:chOff x="1716825" y="1121550"/>
            <a:chExt cx="622800" cy="928938"/>
          </a:xfrm>
        </p:grpSpPr>
        <p:grpSp>
          <p:nvGrpSpPr>
            <p:cNvPr id="9745" name="Google Shape;9745;p74"/>
            <p:cNvGrpSpPr/>
            <p:nvPr/>
          </p:nvGrpSpPr>
          <p:grpSpPr>
            <a:xfrm>
              <a:off x="1716825" y="1121550"/>
              <a:ext cx="622800" cy="928938"/>
              <a:chOff x="1716825" y="1121550"/>
              <a:chExt cx="622800" cy="928938"/>
            </a:xfrm>
          </p:grpSpPr>
          <p:cxnSp>
            <p:nvCxnSpPr>
              <p:cNvPr id="9746" name="Google Shape;9746;p7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747" name="Google Shape;9747;p7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74"/>
            <p:cNvGrpSpPr/>
            <p:nvPr/>
          </p:nvGrpSpPr>
          <p:grpSpPr>
            <a:xfrm>
              <a:off x="1768050" y="1172775"/>
              <a:ext cx="520200" cy="832000"/>
              <a:chOff x="1768050" y="1172775"/>
              <a:chExt cx="520200" cy="832000"/>
            </a:xfrm>
          </p:grpSpPr>
          <p:cxnSp>
            <p:nvCxnSpPr>
              <p:cNvPr id="9749" name="Google Shape;9749;p7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750" name="Google Shape;9750;p7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74"/>
            <p:cNvGrpSpPr/>
            <p:nvPr/>
          </p:nvGrpSpPr>
          <p:grpSpPr>
            <a:xfrm>
              <a:off x="1820100" y="1225475"/>
              <a:ext cx="416400" cy="729575"/>
              <a:chOff x="1820100" y="1225475"/>
              <a:chExt cx="416400" cy="729575"/>
            </a:xfrm>
          </p:grpSpPr>
          <p:cxnSp>
            <p:nvCxnSpPr>
              <p:cNvPr id="9752" name="Google Shape;9752;p7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753" name="Google Shape;9753;p7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74"/>
            <p:cNvGrpSpPr/>
            <p:nvPr/>
          </p:nvGrpSpPr>
          <p:grpSpPr>
            <a:xfrm>
              <a:off x="1874250" y="1278825"/>
              <a:ext cx="308100" cy="605275"/>
              <a:chOff x="1874250" y="1278825"/>
              <a:chExt cx="308100" cy="605275"/>
            </a:xfrm>
          </p:grpSpPr>
          <p:cxnSp>
            <p:nvCxnSpPr>
              <p:cNvPr id="9755" name="Google Shape;9755;p7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756" name="Google Shape;9756;p7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7" name="Google Shape;9757;p7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74"/>
          <p:cNvGrpSpPr/>
          <p:nvPr/>
        </p:nvGrpSpPr>
        <p:grpSpPr>
          <a:xfrm>
            <a:off x="1592007" y="2077763"/>
            <a:ext cx="739072" cy="714152"/>
            <a:chOff x="4334725" y="1355875"/>
            <a:chExt cx="3106650" cy="3001900"/>
          </a:xfrm>
        </p:grpSpPr>
        <p:grpSp>
          <p:nvGrpSpPr>
            <p:cNvPr id="9759" name="Google Shape;9759;p74"/>
            <p:cNvGrpSpPr/>
            <p:nvPr/>
          </p:nvGrpSpPr>
          <p:grpSpPr>
            <a:xfrm>
              <a:off x="4516050" y="1724875"/>
              <a:ext cx="2693725" cy="2632900"/>
              <a:chOff x="4516050" y="1724875"/>
              <a:chExt cx="2693725" cy="2632900"/>
            </a:xfrm>
          </p:grpSpPr>
          <p:sp>
            <p:nvSpPr>
              <p:cNvPr id="9760" name="Google Shape;9760;p7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74"/>
            <p:cNvGrpSpPr/>
            <p:nvPr/>
          </p:nvGrpSpPr>
          <p:grpSpPr>
            <a:xfrm>
              <a:off x="4334725" y="1355875"/>
              <a:ext cx="3106650" cy="2709650"/>
              <a:chOff x="4334725" y="1355875"/>
              <a:chExt cx="3106650" cy="2709650"/>
            </a:xfrm>
          </p:grpSpPr>
          <p:sp>
            <p:nvSpPr>
              <p:cNvPr id="9764" name="Google Shape;9764;p7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7" name="Google Shape;9767;p74"/>
          <p:cNvGrpSpPr/>
          <p:nvPr/>
        </p:nvGrpSpPr>
        <p:grpSpPr>
          <a:xfrm>
            <a:off x="7708956" y="3708534"/>
            <a:ext cx="312074" cy="684173"/>
            <a:chOff x="7645573" y="3754300"/>
            <a:chExt cx="293855" cy="644170"/>
          </a:xfrm>
        </p:grpSpPr>
        <p:sp>
          <p:nvSpPr>
            <p:cNvPr id="9768" name="Google Shape;9768;p7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74"/>
          <p:cNvGrpSpPr/>
          <p:nvPr/>
        </p:nvGrpSpPr>
        <p:grpSpPr>
          <a:xfrm>
            <a:off x="5630944" y="1191441"/>
            <a:ext cx="709011" cy="739359"/>
            <a:chOff x="5830645" y="1256617"/>
            <a:chExt cx="530340" cy="553040"/>
          </a:xfrm>
        </p:grpSpPr>
        <p:grpSp>
          <p:nvGrpSpPr>
            <p:cNvPr id="9771" name="Google Shape;9771;p74"/>
            <p:cNvGrpSpPr/>
            <p:nvPr/>
          </p:nvGrpSpPr>
          <p:grpSpPr>
            <a:xfrm>
              <a:off x="5830645" y="1256617"/>
              <a:ext cx="259743" cy="269909"/>
              <a:chOff x="5830645" y="1256617"/>
              <a:chExt cx="259743" cy="269909"/>
            </a:xfrm>
          </p:grpSpPr>
          <p:sp>
            <p:nvSpPr>
              <p:cNvPr id="9772" name="Google Shape;9772;p7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4" name="Google Shape;9774;p74"/>
            <p:cNvGrpSpPr/>
            <p:nvPr/>
          </p:nvGrpSpPr>
          <p:grpSpPr>
            <a:xfrm>
              <a:off x="6101293" y="1256617"/>
              <a:ext cx="259692" cy="269909"/>
              <a:chOff x="6101293" y="1256617"/>
              <a:chExt cx="259692" cy="269909"/>
            </a:xfrm>
          </p:grpSpPr>
          <p:sp>
            <p:nvSpPr>
              <p:cNvPr id="9775" name="Google Shape;9775;p7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74"/>
            <p:cNvGrpSpPr/>
            <p:nvPr/>
          </p:nvGrpSpPr>
          <p:grpSpPr>
            <a:xfrm>
              <a:off x="5830645" y="1539749"/>
              <a:ext cx="259692" cy="269909"/>
              <a:chOff x="5830645" y="1539749"/>
              <a:chExt cx="259692" cy="269909"/>
            </a:xfrm>
          </p:grpSpPr>
          <p:sp>
            <p:nvSpPr>
              <p:cNvPr id="9778" name="Google Shape;9778;p7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74"/>
            <p:cNvGrpSpPr/>
            <p:nvPr/>
          </p:nvGrpSpPr>
          <p:grpSpPr>
            <a:xfrm>
              <a:off x="6101293" y="1539749"/>
              <a:ext cx="259692" cy="269909"/>
              <a:chOff x="6101293" y="1539749"/>
              <a:chExt cx="259692" cy="269909"/>
            </a:xfrm>
          </p:grpSpPr>
          <p:sp>
            <p:nvSpPr>
              <p:cNvPr id="9781" name="Google Shape;9781;p7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3" name="Google Shape;9783;p7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74"/>
          <p:cNvGrpSpPr/>
          <p:nvPr/>
        </p:nvGrpSpPr>
        <p:grpSpPr>
          <a:xfrm>
            <a:off x="732438" y="2927557"/>
            <a:ext cx="1452955" cy="621360"/>
            <a:chOff x="732422" y="2990152"/>
            <a:chExt cx="1337773" cy="572102"/>
          </a:xfrm>
        </p:grpSpPr>
        <p:sp>
          <p:nvSpPr>
            <p:cNvPr id="9785" name="Google Shape;9785;p7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4" name="Shape 9794"/>
        <p:cNvGrpSpPr/>
        <p:nvPr/>
      </p:nvGrpSpPr>
      <p:grpSpPr>
        <a:xfrm>
          <a:off x="0" y="0"/>
          <a:ext cx="0" cy="0"/>
          <a:chOff x="0" y="0"/>
          <a:chExt cx="0" cy="0"/>
        </a:xfrm>
      </p:grpSpPr>
      <p:grpSp>
        <p:nvGrpSpPr>
          <p:cNvPr id="9795" name="Google Shape;9795;p75"/>
          <p:cNvGrpSpPr/>
          <p:nvPr/>
        </p:nvGrpSpPr>
        <p:grpSpPr>
          <a:xfrm>
            <a:off x="729238" y="1179665"/>
            <a:ext cx="1636117" cy="1526144"/>
            <a:chOff x="729238" y="1179665"/>
            <a:chExt cx="1636117" cy="1526144"/>
          </a:xfrm>
        </p:grpSpPr>
        <p:grpSp>
          <p:nvGrpSpPr>
            <p:cNvPr id="9796" name="Google Shape;9796;p75"/>
            <p:cNvGrpSpPr/>
            <p:nvPr/>
          </p:nvGrpSpPr>
          <p:grpSpPr>
            <a:xfrm>
              <a:off x="729238" y="1179665"/>
              <a:ext cx="80700" cy="1526144"/>
              <a:chOff x="729238" y="1179665"/>
              <a:chExt cx="80700" cy="1526144"/>
            </a:xfrm>
          </p:grpSpPr>
          <p:sp>
            <p:nvSpPr>
              <p:cNvPr id="9797" name="Google Shape;9797;p7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5"/>
            <p:cNvGrpSpPr/>
            <p:nvPr/>
          </p:nvGrpSpPr>
          <p:grpSpPr>
            <a:xfrm>
              <a:off x="903098" y="1179665"/>
              <a:ext cx="80700" cy="1526144"/>
              <a:chOff x="903098" y="1179665"/>
              <a:chExt cx="80700" cy="1526144"/>
            </a:xfrm>
          </p:grpSpPr>
          <p:sp>
            <p:nvSpPr>
              <p:cNvPr id="9808" name="Google Shape;9808;p7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75"/>
            <p:cNvGrpSpPr/>
            <p:nvPr/>
          </p:nvGrpSpPr>
          <p:grpSpPr>
            <a:xfrm>
              <a:off x="1076958" y="1179665"/>
              <a:ext cx="80700" cy="1526144"/>
              <a:chOff x="1076958" y="1179665"/>
              <a:chExt cx="80700" cy="1526144"/>
            </a:xfrm>
          </p:grpSpPr>
          <p:sp>
            <p:nvSpPr>
              <p:cNvPr id="9819" name="Google Shape;9819;p7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75"/>
            <p:cNvGrpSpPr/>
            <p:nvPr/>
          </p:nvGrpSpPr>
          <p:grpSpPr>
            <a:xfrm>
              <a:off x="1247707" y="1179665"/>
              <a:ext cx="80700" cy="1526144"/>
              <a:chOff x="1247707" y="1179665"/>
              <a:chExt cx="80700" cy="1526144"/>
            </a:xfrm>
          </p:grpSpPr>
          <p:sp>
            <p:nvSpPr>
              <p:cNvPr id="9830" name="Google Shape;9830;p7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75"/>
            <p:cNvGrpSpPr/>
            <p:nvPr/>
          </p:nvGrpSpPr>
          <p:grpSpPr>
            <a:xfrm>
              <a:off x="1421567" y="1179665"/>
              <a:ext cx="80700" cy="1526144"/>
              <a:chOff x="1421567" y="1179665"/>
              <a:chExt cx="80700" cy="1526144"/>
            </a:xfrm>
          </p:grpSpPr>
          <p:sp>
            <p:nvSpPr>
              <p:cNvPr id="9841" name="Google Shape;9841;p7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75"/>
            <p:cNvGrpSpPr/>
            <p:nvPr/>
          </p:nvGrpSpPr>
          <p:grpSpPr>
            <a:xfrm>
              <a:off x="1592327" y="1179665"/>
              <a:ext cx="80700" cy="1526144"/>
              <a:chOff x="1592327" y="1179665"/>
              <a:chExt cx="80700" cy="1526144"/>
            </a:xfrm>
          </p:grpSpPr>
          <p:sp>
            <p:nvSpPr>
              <p:cNvPr id="9852" name="Google Shape;9852;p7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75"/>
            <p:cNvGrpSpPr/>
            <p:nvPr/>
          </p:nvGrpSpPr>
          <p:grpSpPr>
            <a:xfrm>
              <a:off x="1766187" y="1179665"/>
              <a:ext cx="80700" cy="1526144"/>
              <a:chOff x="1766187" y="1179665"/>
              <a:chExt cx="80700" cy="1526144"/>
            </a:xfrm>
          </p:grpSpPr>
          <p:sp>
            <p:nvSpPr>
              <p:cNvPr id="9863" name="Google Shape;9863;p7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75"/>
            <p:cNvGrpSpPr/>
            <p:nvPr/>
          </p:nvGrpSpPr>
          <p:grpSpPr>
            <a:xfrm>
              <a:off x="1936935" y="1179665"/>
              <a:ext cx="80700" cy="1526144"/>
              <a:chOff x="1936935" y="1179665"/>
              <a:chExt cx="80700" cy="1526144"/>
            </a:xfrm>
          </p:grpSpPr>
          <p:sp>
            <p:nvSpPr>
              <p:cNvPr id="9874" name="Google Shape;9874;p7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75"/>
            <p:cNvGrpSpPr/>
            <p:nvPr/>
          </p:nvGrpSpPr>
          <p:grpSpPr>
            <a:xfrm>
              <a:off x="2110795" y="1179665"/>
              <a:ext cx="80700" cy="1526144"/>
              <a:chOff x="2110795" y="1179665"/>
              <a:chExt cx="80700" cy="1526144"/>
            </a:xfrm>
          </p:grpSpPr>
          <p:sp>
            <p:nvSpPr>
              <p:cNvPr id="9885" name="Google Shape;9885;p7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75"/>
            <p:cNvGrpSpPr/>
            <p:nvPr/>
          </p:nvGrpSpPr>
          <p:grpSpPr>
            <a:xfrm>
              <a:off x="2284655" y="1179665"/>
              <a:ext cx="80700" cy="1526144"/>
              <a:chOff x="2284655" y="1179665"/>
              <a:chExt cx="80700" cy="1526144"/>
            </a:xfrm>
          </p:grpSpPr>
          <p:sp>
            <p:nvSpPr>
              <p:cNvPr id="9896" name="Google Shape;9896;p7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6" name="Google Shape;9906;p75"/>
          <p:cNvGrpSpPr/>
          <p:nvPr/>
        </p:nvGrpSpPr>
        <p:grpSpPr>
          <a:xfrm>
            <a:off x="2623904" y="1198803"/>
            <a:ext cx="1364248" cy="1102133"/>
            <a:chOff x="2623904" y="1198803"/>
            <a:chExt cx="1364248" cy="1102133"/>
          </a:xfrm>
        </p:grpSpPr>
        <p:grpSp>
          <p:nvGrpSpPr>
            <p:cNvPr id="9907" name="Google Shape;9907;p75"/>
            <p:cNvGrpSpPr/>
            <p:nvPr/>
          </p:nvGrpSpPr>
          <p:grpSpPr>
            <a:xfrm>
              <a:off x="2623907" y="1198803"/>
              <a:ext cx="1364245" cy="273000"/>
              <a:chOff x="2623907" y="1198803"/>
              <a:chExt cx="1364245" cy="273000"/>
            </a:xfrm>
          </p:grpSpPr>
          <p:sp>
            <p:nvSpPr>
              <p:cNvPr id="9908" name="Google Shape;9908;p7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3" name="Google Shape;9913;p75"/>
            <p:cNvGrpSpPr/>
            <p:nvPr/>
          </p:nvGrpSpPr>
          <p:grpSpPr>
            <a:xfrm>
              <a:off x="2623904" y="1476964"/>
              <a:ext cx="1364245" cy="273000"/>
              <a:chOff x="2623904" y="1476964"/>
              <a:chExt cx="1364245" cy="273000"/>
            </a:xfrm>
          </p:grpSpPr>
          <p:sp>
            <p:nvSpPr>
              <p:cNvPr id="9914" name="Google Shape;9914;p7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75"/>
            <p:cNvGrpSpPr/>
            <p:nvPr/>
          </p:nvGrpSpPr>
          <p:grpSpPr>
            <a:xfrm>
              <a:off x="2623907" y="1749775"/>
              <a:ext cx="1364245" cy="273000"/>
              <a:chOff x="2623907" y="1749775"/>
              <a:chExt cx="1364245" cy="273000"/>
            </a:xfrm>
          </p:grpSpPr>
          <p:sp>
            <p:nvSpPr>
              <p:cNvPr id="9920" name="Google Shape;9920;p7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75"/>
            <p:cNvGrpSpPr/>
            <p:nvPr/>
          </p:nvGrpSpPr>
          <p:grpSpPr>
            <a:xfrm>
              <a:off x="2623904" y="2027936"/>
              <a:ext cx="1364245" cy="273000"/>
              <a:chOff x="2623904" y="2027936"/>
              <a:chExt cx="1364245" cy="273000"/>
            </a:xfrm>
          </p:grpSpPr>
          <p:sp>
            <p:nvSpPr>
              <p:cNvPr id="9926" name="Google Shape;9926;p7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1" name="Google Shape;9931;p75"/>
          <p:cNvGrpSpPr/>
          <p:nvPr/>
        </p:nvGrpSpPr>
        <p:grpSpPr>
          <a:xfrm>
            <a:off x="2613365" y="2657986"/>
            <a:ext cx="1387541" cy="159124"/>
            <a:chOff x="3200660" y="2180272"/>
            <a:chExt cx="2563824" cy="378237"/>
          </a:xfrm>
        </p:grpSpPr>
        <p:sp>
          <p:nvSpPr>
            <p:cNvPr id="9932" name="Google Shape;9932;p7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75"/>
          <p:cNvGrpSpPr/>
          <p:nvPr/>
        </p:nvGrpSpPr>
        <p:grpSpPr>
          <a:xfrm>
            <a:off x="2609890" y="2935811"/>
            <a:ext cx="1390502" cy="159625"/>
            <a:chOff x="3530150" y="2790075"/>
            <a:chExt cx="1962600" cy="225300"/>
          </a:xfrm>
        </p:grpSpPr>
        <p:sp>
          <p:nvSpPr>
            <p:cNvPr id="9951" name="Google Shape;9951;p7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75"/>
          <p:cNvGrpSpPr/>
          <p:nvPr/>
        </p:nvGrpSpPr>
        <p:grpSpPr>
          <a:xfrm>
            <a:off x="2610543" y="3214137"/>
            <a:ext cx="1411629" cy="153761"/>
            <a:chOff x="3558802" y="4011427"/>
            <a:chExt cx="1866000" cy="111300"/>
          </a:xfrm>
        </p:grpSpPr>
        <p:sp>
          <p:nvSpPr>
            <p:cNvPr id="9954" name="Google Shape;9954;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75"/>
          <p:cNvGrpSpPr/>
          <p:nvPr/>
        </p:nvGrpSpPr>
        <p:grpSpPr>
          <a:xfrm>
            <a:off x="2610235" y="2419536"/>
            <a:ext cx="1383503" cy="119749"/>
            <a:chOff x="3465975" y="2270276"/>
            <a:chExt cx="1986364" cy="171929"/>
          </a:xfrm>
        </p:grpSpPr>
        <p:sp>
          <p:nvSpPr>
            <p:cNvPr id="9957" name="Google Shape;9957;p7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75"/>
          <p:cNvGrpSpPr/>
          <p:nvPr/>
        </p:nvGrpSpPr>
        <p:grpSpPr>
          <a:xfrm>
            <a:off x="2621243" y="3783187"/>
            <a:ext cx="1369531" cy="195460"/>
            <a:chOff x="723300" y="4253549"/>
            <a:chExt cx="2276482" cy="324900"/>
          </a:xfrm>
        </p:grpSpPr>
        <p:sp>
          <p:nvSpPr>
            <p:cNvPr id="9966" name="Google Shape;9966;p7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75"/>
          <p:cNvGrpSpPr/>
          <p:nvPr/>
        </p:nvGrpSpPr>
        <p:grpSpPr>
          <a:xfrm>
            <a:off x="2610803" y="3484367"/>
            <a:ext cx="1389066" cy="180119"/>
            <a:chOff x="705948" y="3788465"/>
            <a:chExt cx="2308953" cy="299400"/>
          </a:xfrm>
        </p:grpSpPr>
        <p:sp>
          <p:nvSpPr>
            <p:cNvPr id="9972" name="Google Shape;9972;p7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75"/>
          <p:cNvGrpSpPr/>
          <p:nvPr/>
        </p:nvGrpSpPr>
        <p:grpSpPr>
          <a:xfrm>
            <a:off x="2658741" y="4097347"/>
            <a:ext cx="1304609" cy="294074"/>
            <a:chOff x="2658741" y="4097347"/>
            <a:chExt cx="1304609" cy="294074"/>
          </a:xfrm>
        </p:grpSpPr>
        <p:grpSp>
          <p:nvGrpSpPr>
            <p:cNvPr id="9978" name="Google Shape;9978;p75"/>
            <p:cNvGrpSpPr/>
            <p:nvPr/>
          </p:nvGrpSpPr>
          <p:grpSpPr>
            <a:xfrm>
              <a:off x="2658741" y="4097347"/>
              <a:ext cx="118572" cy="294074"/>
              <a:chOff x="3343310" y="4475555"/>
              <a:chExt cx="127717" cy="316753"/>
            </a:xfrm>
          </p:grpSpPr>
          <p:sp>
            <p:nvSpPr>
              <p:cNvPr id="9979" name="Google Shape;9979;p7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75"/>
            <p:cNvGrpSpPr/>
            <p:nvPr/>
          </p:nvGrpSpPr>
          <p:grpSpPr>
            <a:xfrm>
              <a:off x="3815519" y="4098388"/>
              <a:ext cx="147831" cy="291991"/>
              <a:chOff x="3527539" y="4476677"/>
              <a:chExt cx="159232" cy="314510"/>
            </a:xfrm>
          </p:grpSpPr>
          <p:sp>
            <p:nvSpPr>
              <p:cNvPr id="9982" name="Google Shape;9982;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75"/>
            <p:cNvGrpSpPr/>
            <p:nvPr/>
          </p:nvGrpSpPr>
          <p:grpSpPr>
            <a:xfrm>
              <a:off x="3511696" y="4098388"/>
              <a:ext cx="147831" cy="291991"/>
              <a:chOff x="3527539" y="4476677"/>
              <a:chExt cx="159232" cy="314510"/>
            </a:xfrm>
          </p:grpSpPr>
          <p:sp>
            <p:nvSpPr>
              <p:cNvPr id="9985" name="Google Shape;9985;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75"/>
            <p:cNvGrpSpPr/>
            <p:nvPr/>
          </p:nvGrpSpPr>
          <p:grpSpPr>
            <a:xfrm>
              <a:off x="3207874" y="4098388"/>
              <a:ext cx="147831" cy="291991"/>
              <a:chOff x="3527539" y="4476677"/>
              <a:chExt cx="159232" cy="314510"/>
            </a:xfrm>
          </p:grpSpPr>
          <p:sp>
            <p:nvSpPr>
              <p:cNvPr id="9988" name="Google Shape;9988;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75"/>
            <p:cNvGrpSpPr/>
            <p:nvPr/>
          </p:nvGrpSpPr>
          <p:grpSpPr>
            <a:xfrm>
              <a:off x="2933305" y="4097347"/>
              <a:ext cx="118572" cy="294074"/>
              <a:chOff x="3343310" y="4475555"/>
              <a:chExt cx="127717" cy="316753"/>
            </a:xfrm>
          </p:grpSpPr>
          <p:sp>
            <p:nvSpPr>
              <p:cNvPr id="9991" name="Google Shape;9991;p7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93" name="Google Shape;9993;p75"/>
          <p:cNvGrpSpPr/>
          <p:nvPr/>
        </p:nvGrpSpPr>
        <p:grpSpPr>
          <a:xfrm>
            <a:off x="4277571" y="2080469"/>
            <a:ext cx="1433821" cy="191501"/>
            <a:chOff x="4273350" y="2080469"/>
            <a:chExt cx="1433821" cy="191501"/>
          </a:xfrm>
        </p:grpSpPr>
        <p:grpSp>
          <p:nvGrpSpPr>
            <p:cNvPr id="9994" name="Google Shape;9994;p75"/>
            <p:cNvGrpSpPr/>
            <p:nvPr/>
          </p:nvGrpSpPr>
          <p:grpSpPr>
            <a:xfrm>
              <a:off x="4273350" y="2080469"/>
              <a:ext cx="1433821" cy="0"/>
              <a:chOff x="5224975" y="2962250"/>
              <a:chExt cx="1544400" cy="0"/>
            </a:xfrm>
          </p:grpSpPr>
          <p:cxnSp>
            <p:nvCxnSpPr>
              <p:cNvPr id="9995" name="Google Shape;9995;p7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996" name="Google Shape;9996;p7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997" name="Google Shape;9997;p75"/>
            <p:cNvGrpSpPr/>
            <p:nvPr/>
          </p:nvGrpSpPr>
          <p:grpSpPr>
            <a:xfrm>
              <a:off x="4273350" y="2271969"/>
              <a:ext cx="1433821" cy="0"/>
              <a:chOff x="5224975" y="2962250"/>
              <a:chExt cx="1544400" cy="0"/>
            </a:xfrm>
          </p:grpSpPr>
          <p:cxnSp>
            <p:nvCxnSpPr>
              <p:cNvPr id="9998" name="Google Shape;9998;p7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999" name="Google Shape;9999;p7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000" name="Google Shape;10000;p75"/>
          <p:cNvGrpSpPr/>
          <p:nvPr/>
        </p:nvGrpSpPr>
        <p:grpSpPr>
          <a:xfrm>
            <a:off x="4279126" y="1183036"/>
            <a:ext cx="1430711" cy="743389"/>
            <a:chOff x="5159450" y="1919950"/>
            <a:chExt cx="1541050" cy="862500"/>
          </a:xfrm>
        </p:grpSpPr>
        <p:sp>
          <p:nvSpPr>
            <p:cNvPr id="10001" name="Google Shape;10001;p7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002" name="Google Shape;10002;p75"/>
            <p:cNvGrpSpPr/>
            <p:nvPr/>
          </p:nvGrpSpPr>
          <p:grpSpPr>
            <a:xfrm>
              <a:off x="5159450" y="1919950"/>
              <a:ext cx="1541050" cy="862500"/>
              <a:chOff x="5159450" y="1919950"/>
              <a:chExt cx="1541050" cy="862500"/>
            </a:xfrm>
          </p:grpSpPr>
          <p:cxnSp>
            <p:nvCxnSpPr>
              <p:cNvPr id="10003" name="Google Shape;10003;p7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004" name="Google Shape;10004;p7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005" name="Google Shape;10005;p75"/>
          <p:cNvGrpSpPr/>
          <p:nvPr/>
        </p:nvGrpSpPr>
        <p:grpSpPr>
          <a:xfrm>
            <a:off x="4269239" y="2406364"/>
            <a:ext cx="1450484" cy="1052087"/>
            <a:chOff x="5230575" y="1554475"/>
            <a:chExt cx="2137150" cy="1550150"/>
          </a:xfrm>
        </p:grpSpPr>
        <p:sp>
          <p:nvSpPr>
            <p:cNvPr id="10006" name="Google Shape;10006;p7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75"/>
          <p:cNvGrpSpPr/>
          <p:nvPr/>
        </p:nvGrpSpPr>
        <p:grpSpPr>
          <a:xfrm rot="10800000">
            <a:off x="4285790" y="3498553"/>
            <a:ext cx="1417383" cy="887946"/>
            <a:chOff x="5645403" y="2920021"/>
            <a:chExt cx="2650800" cy="2180614"/>
          </a:xfrm>
        </p:grpSpPr>
        <p:sp>
          <p:nvSpPr>
            <p:cNvPr id="10020" name="Google Shape;10020;p7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1" name="Google Shape;10021;p75"/>
            <p:cNvCxnSpPr>
              <a:stCxn id="1002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022" name="Google Shape;10022;p7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3" name="Google Shape;10023;p75"/>
            <p:cNvCxnSpPr>
              <a:endCxn id="10022"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024" name="Google Shape;10024;p7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5" name="Google Shape;10025;p75"/>
            <p:cNvCxnSpPr>
              <a:stCxn id="10024"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026" name="Google Shape;10026;p7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27" name="Google Shape;10027;p75"/>
            <p:cNvCxnSpPr>
              <a:endCxn id="1002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028" name="Google Shape;10028;p75"/>
          <p:cNvGrpSpPr/>
          <p:nvPr/>
        </p:nvGrpSpPr>
        <p:grpSpPr>
          <a:xfrm>
            <a:off x="7386150" y="2401908"/>
            <a:ext cx="1071743" cy="1021579"/>
            <a:chOff x="7189833" y="2022667"/>
            <a:chExt cx="1251159" cy="1192597"/>
          </a:xfrm>
        </p:grpSpPr>
        <p:sp>
          <p:nvSpPr>
            <p:cNvPr id="10029" name="Google Shape;10029;p7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75"/>
          <p:cNvGrpSpPr/>
          <p:nvPr/>
        </p:nvGrpSpPr>
        <p:grpSpPr>
          <a:xfrm>
            <a:off x="727421" y="2828315"/>
            <a:ext cx="1695374" cy="1560837"/>
            <a:chOff x="727421" y="2828315"/>
            <a:chExt cx="1695374" cy="1560837"/>
          </a:xfrm>
        </p:grpSpPr>
        <p:grpSp>
          <p:nvGrpSpPr>
            <p:cNvPr id="10034" name="Google Shape;10034;p75"/>
            <p:cNvGrpSpPr/>
            <p:nvPr/>
          </p:nvGrpSpPr>
          <p:grpSpPr>
            <a:xfrm>
              <a:off x="819108" y="2882501"/>
              <a:ext cx="103104" cy="1426186"/>
              <a:chOff x="4674013" y="3100904"/>
              <a:chExt cx="122758" cy="1698043"/>
            </a:xfrm>
          </p:grpSpPr>
          <p:sp>
            <p:nvSpPr>
              <p:cNvPr id="10035" name="Google Shape;10035;p7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75"/>
            <p:cNvGrpSpPr/>
            <p:nvPr/>
          </p:nvGrpSpPr>
          <p:grpSpPr>
            <a:xfrm>
              <a:off x="1062475" y="2882501"/>
              <a:ext cx="103104" cy="1426186"/>
              <a:chOff x="4940438" y="3100904"/>
              <a:chExt cx="122758" cy="1698043"/>
            </a:xfrm>
          </p:grpSpPr>
          <p:sp>
            <p:nvSpPr>
              <p:cNvPr id="10043" name="Google Shape;10043;p7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75"/>
            <p:cNvGrpSpPr/>
            <p:nvPr/>
          </p:nvGrpSpPr>
          <p:grpSpPr>
            <a:xfrm>
              <a:off x="1299324" y="2882501"/>
              <a:ext cx="103104" cy="1426186"/>
              <a:chOff x="5206863" y="3100904"/>
              <a:chExt cx="122758" cy="1698043"/>
            </a:xfrm>
          </p:grpSpPr>
          <p:sp>
            <p:nvSpPr>
              <p:cNvPr id="10051" name="Google Shape;10051;p7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75"/>
            <p:cNvGrpSpPr/>
            <p:nvPr/>
          </p:nvGrpSpPr>
          <p:grpSpPr>
            <a:xfrm>
              <a:off x="1786057" y="2882501"/>
              <a:ext cx="103104" cy="1426186"/>
              <a:chOff x="6006138" y="3143629"/>
              <a:chExt cx="122758" cy="1698043"/>
            </a:xfrm>
          </p:grpSpPr>
          <p:sp>
            <p:nvSpPr>
              <p:cNvPr id="10059" name="Google Shape;10059;p7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75"/>
            <p:cNvGrpSpPr/>
            <p:nvPr/>
          </p:nvGrpSpPr>
          <p:grpSpPr>
            <a:xfrm>
              <a:off x="2029422" y="2882501"/>
              <a:ext cx="103104" cy="1426186"/>
              <a:chOff x="6805413" y="3100904"/>
              <a:chExt cx="122758" cy="1698043"/>
            </a:xfrm>
          </p:grpSpPr>
          <p:sp>
            <p:nvSpPr>
              <p:cNvPr id="10067" name="Google Shape;10067;p7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75"/>
            <p:cNvGrpSpPr/>
            <p:nvPr/>
          </p:nvGrpSpPr>
          <p:grpSpPr>
            <a:xfrm>
              <a:off x="727421" y="2828315"/>
              <a:ext cx="1695374" cy="1560837"/>
              <a:chOff x="734799" y="2782450"/>
              <a:chExt cx="1571100" cy="1577400"/>
            </a:xfrm>
          </p:grpSpPr>
          <p:cxnSp>
            <p:nvCxnSpPr>
              <p:cNvPr id="10075" name="Google Shape;10075;p7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076" name="Google Shape;10076;p7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077" name="Google Shape;10077;p75"/>
            <p:cNvGrpSpPr/>
            <p:nvPr/>
          </p:nvGrpSpPr>
          <p:grpSpPr>
            <a:xfrm>
              <a:off x="2272795" y="2882501"/>
              <a:ext cx="103104" cy="1426186"/>
              <a:chOff x="5206863" y="3100904"/>
              <a:chExt cx="122758" cy="1698043"/>
            </a:xfrm>
          </p:grpSpPr>
          <p:sp>
            <p:nvSpPr>
              <p:cNvPr id="10078" name="Google Shape;10078;p7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75"/>
            <p:cNvGrpSpPr/>
            <p:nvPr/>
          </p:nvGrpSpPr>
          <p:grpSpPr>
            <a:xfrm>
              <a:off x="1542694" y="2882501"/>
              <a:ext cx="103104" cy="1426186"/>
              <a:chOff x="6006138" y="3143629"/>
              <a:chExt cx="122758" cy="1698043"/>
            </a:xfrm>
          </p:grpSpPr>
          <p:sp>
            <p:nvSpPr>
              <p:cNvPr id="10086" name="Google Shape;10086;p7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93" name="Google Shape;10093;p75"/>
          <p:cNvGrpSpPr/>
          <p:nvPr/>
        </p:nvGrpSpPr>
        <p:grpSpPr>
          <a:xfrm>
            <a:off x="5936000" y="2405887"/>
            <a:ext cx="1248543" cy="1025319"/>
            <a:chOff x="5183758" y="1210600"/>
            <a:chExt cx="3605380" cy="2960783"/>
          </a:xfrm>
        </p:grpSpPr>
        <p:sp>
          <p:nvSpPr>
            <p:cNvPr id="10094" name="Google Shape;10094;p7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98" name="Google Shape;10098;p7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099" name="Google Shape;10099;p7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100" name="Google Shape;10100;p7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101" name="Google Shape;10101;p7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102" name="Google Shape;10102;p7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75"/>
          <p:cNvGrpSpPr/>
          <p:nvPr/>
        </p:nvGrpSpPr>
        <p:grpSpPr>
          <a:xfrm>
            <a:off x="5793062" y="3544204"/>
            <a:ext cx="2664831" cy="843440"/>
            <a:chOff x="5916567" y="1099697"/>
            <a:chExt cx="2556683" cy="809211"/>
          </a:xfrm>
        </p:grpSpPr>
        <p:sp>
          <p:nvSpPr>
            <p:cNvPr id="10104" name="Google Shape;10104;p7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75"/>
          <p:cNvGrpSpPr/>
          <p:nvPr/>
        </p:nvGrpSpPr>
        <p:grpSpPr>
          <a:xfrm>
            <a:off x="5900602" y="1193063"/>
            <a:ext cx="1299851" cy="1023338"/>
            <a:chOff x="5900602" y="1193063"/>
            <a:chExt cx="1299851" cy="1023338"/>
          </a:xfrm>
        </p:grpSpPr>
        <p:grpSp>
          <p:nvGrpSpPr>
            <p:cNvPr id="10113" name="Google Shape;10113;p75"/>
            <p:cNvGrpSpPr/>
            <p:nvPr/>
          </p:nvGrpSpPr>
          <p:grpSpPr>
            <a:xfrm>
              <a:off x="6743564" y="1193063"/>
              <a:ext cx="456889" cy="700379"/>
              <a:chOff x="6743564" y="1193063"/>
              <a:chExt cx="456889" cy="700379"/>
            </a:xfrm>
          </p:grpSpPr>
          <p:grpSp>
            <p:nvGrpSpPr>
              <p:cNvPr id="10114" name="Google Shape;10114;p75"/>
              <p:cNvGrpSpPr/>
              <p:nvPr/>
            </p:nvGrpSpPr>
            <p:grpSpPr>
              <a:xfrm>
                <a:off x="6743564" y="1690731"/>
                <a:ext cx="214402" cy="202710"/>
                <a:chOff x="6743564" y="1690731"/>
                <a:chExt cx="214402" cy="202710"/>
              </a:xfrm>
            </p:grpSpPr>
            <p:sp>
              <p:nvSpPr>
                <p:cNvPr id="10115" name="Google Shape;10115;p7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75"/>
              <p:cNvGrpSpPr/>
              <p:nvPr/>
            </p:nvGrpSpPr>
            <p:grpSpPr>
              <a:xfrm>
                <a:off x="6915505" y="1193063"/>
                <a:ext cx="284947" cy="589637"/>
                <a:chOff x="6915505" y="1193063"/>
                <a:chExt cx="284947" cy="589637"/>
              </a:xfrm>
            </p:grpSpPr>
            <p:sp>
              <p:nvSpPr>
                <p:cNvPr id="10118" name="Google Shape;10118;p7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19" name="Google Shape;10119;p7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20" name="Google Shape;10120;p75"/>
            <p:cNvGrpSpPr/>
            <p:nvPr/>
          </p:nvGrpSpPr>
          <p:grpSpPr>
            <a:xfrm>
              <a:off x="6520337" y="1193063"/>
              <a:ext cx="341815" cy="801589"/>
              <a:chOff x="6520337" y="1193063"/>
              <a:chExt cx="341815" cy="801589"/>
            </a:xfrm>
          </p:grpSpPr>
          <p:grpSp>
            <p:nvGrpSpPr>
              <p:cNvPr id="10121" name="Google Shape;10121;p75"/>
              <p:cNvGrpSpPr/>
              <p:nvPr/>
            </p:nvGrpSpPr>
            <p:grpSpPr>
              <a:xfrm>
                <a:off x="6520337" y="1589527"/>
                <a:ext cx="213950" cy="405125"/>
                <a:chOff x="6520337" y="1589527"/>
                <a:chExt cx="213950" cy="405125"/>
              </a:xfrm>
            </p:grpSpPr>
            <p:sp>
              <p:nvSpPr>
                <p:cNvPr id="10122" name="Google Shape;10122;p7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75"/>
              <p:cNvGrpSpPr/>
              <p:nvPr/>
            </p:nvGrpSpPr>
            <p:grpSpPr>
              <a:xfrm>
                <a:off x="6577204" y="1193063"/>
                <a:ext cx="284947" cy="453562"/>
                <a:chOff x="6577204" y="1193063"/>
                <a:chExt cx="284947" cy="453562"/>
              </a:xfrm>
            </p:grpSpPr>
            <p:sp>
              <p:nvSpPr>
                <p:cNvPr id="10125" name="Google Shape;10125;p7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26" name="Google Shape;10126;p7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27" name="Google Shape;10127;p75"/>
            <p:cNvGrpSpPr/>
            <p:nvPr/>
          </p:nvGrpSpPr>
          <p:grpSpPr>
            <a:xfrm>
              <a:off x="6238903" y="1193063"/>
              <a:ext cx="300475" cy="901782"/>
              <a:chOff x="6238903" y="1193063"/>
              <a:chExt cx="300475" cy="901782"/>
            </a:xfrm>
          </p:grpSpPr>
          <p:grpSp>
            <p:nvGrpSpPr>
              <p:cNvPr id="10128" name="Google Shape;10128;p75"/>
              <p:cNvGrpSpPr/>
              <p:nvPr/>
            </p:nvGrpSpPr>
            <p:grpSpPr>
              <a:xfrm>
                <a:off x="6290865" y="1489315"/>
                <a:ext cx="248514" cy="605530"/>
                <a:chOff x="6290865" y="1489315"/>
                <a:chExt cx="248514" cy="605530"/>
              </a:xfrm>
            </p:grpSpPr>
            <p:sp>
              <p:nvSpPr>
                <p:cNvPr id="10129" name="Google Shape;10129;p7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75"/>
              <p:cNvGrpSpPr/>
              <p:nvPr/>
            </p:nvGrpSpPr>
            <p:grpSpPr>
              <a:xfrm>
                <a:off x="6238903" y="1193063"/>
                <a:ext cx="284947" cy="327512"/>
                <a:chOff x="6238903" y="1193063"/>
                <a:chExt cx="284947" cy="327512"/>
              </a:xfrm>
            </p:grpSpPr>
            <p:sp>
              <p:nvSpPr>
                <p:cNvPr id="10132" name="Google Shape;10132;p7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3" name="Google Shape;10133;p7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34" name="Google Shape;10134;p75"/>
            <p:cNvGrpSpPr/>
            <p:nvPr/>
          </p:nvGrpSpPr>
          <p:grpSpPr>
            <a:xfrm>
              <a:off x="5900602" y="1193063"/>
              <a:ext cx="444345" cy="1023338"/>
              <a:chOff x="5900602" y="1193063"/>
              <a:chExt cx="444345" cy="1023338"/>
            </a:xfrm>
          </p:grpSpPr>
          <p:grpSp>
            <p:nvGrpSpPr>
              <p:cNvPr id="10135" name="Google Shape;10135;p75"/>
              <p:cNvGrpSpPr/>
              <p:nvPr/>
            </p:nvGrpSpPr>
            <p:grpSpPr>
              <a:xfrm>
                <a:off x="6046501" y="1367785"/>
                <a:ext cx="298446" cy="848616"/>
                <a:chOff x="6046501" y="1367785"/>
                <a:chExt cx="298446" cy="848616"/>
              </a:xfrm>
            </p:grpSpPr>
            <p:sp>
              <p:nvSpPr>
                <p:cNvPr id="10136" name="Google Shape;10136;p7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8" name="Google Shape;10138;p75"/>
              <p:cNvGrpSpPr/>
              <p:nvPr/>
            </p:nvGrpSpPr>
            <p:grpSpPr>
              <a:xfrm>
                <a:off x="5900602" y="1193063"/>
                <a:ext cx="284947" cy="182312"/>
                <a:chOff x="5900602" y="1193063"/>
                <a:chExt cx="284947" cy="182312"/>
              </a:xfrm>
            </p:grpSpPr>
            <p:sp>
              <p:nvSpPr>
                <p:cNvPr id="10139" name="Google Shape;10139;p7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0" name="Google Shape;10140;p7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141" name="Google Shape;10141;p75"/>
          <p:cNvGrpSpPr/>
          <p:nvPr/>
        </p:nvGrpSpPr>
        <p:grpSpPr>
          <a:xfrm>
            <a:off x="7238484" y="1193208"/>
            <a:ext cx="1219413" cy="1051365"/>
            <a:chOff x="7287122" y="1165658"/>
            <a:chExt cx="1219413" cy="1051365"/>
          </a:xfrm>
        </p:grpSpPr>
        <p:grpSp>
          <p:nvGrpSpPr>
            <p:cNvPr id="10142" name="Google Shape;10142;p75"/>
            <p:cNvGrpSpPr/>
            <p:nvPr/>
          </p:nvGrpSpPr>
          <p:grpSpPr>
            <a:xfrm>
              <a:off x="7287122" y="1969723"/>
              <a:ext cx="1219413" cy="247300"/>
              <a:chOff x="7287122" y="1969723"/>
              <a:chExt cx="1219413" cy="247300"/>
            </a:xfrm>
          </p:grpSpPr>
          <p:sp>
            <p:nvSpPr>
              <p:cNvPr id="10143" name="Google Shape;10143;p7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4" name="Google Shape;10144;p75"/>
              <p:cNvGrpSpPr/>
              <p:nvPr/>
            </p:nvGrpSpPr>
            <p:grpSpPr>
              <a:xfrm>
                <a:off x="7287122" y="2063892"/>
                <a:ext cx="1151753" cy="73428"/>
                <a:chOff x="7287122" y="2063892"/>
                <a:chExt cx="1151753" cy="73428"/>
              </a:xfrm>
            </p:grpSpPr>
            <p:sp>
              <p:nvSpPr>
                <p:cNvPr id="10145" name="Google Shape;10145;p7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6" name="Google Shape;10146;p7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47" name="Google Shape;10147;p75"/>
            <p:cNvGrpSpPr/>
            <p:nvPr/>
          </p:nvGrpSpPr>
          <p:grpSpPr>
            <a:xfrm>
              <a:off x="7287122" y="1712201"/>
              <a:ext cx="1219403" cy="246767"/>
              <a:chOff x="7287122" y="1712201"/>
              <a:chExt cx="1219403" cy="246767"/>
            </a:xfrm>
          </p:grpSpPr>
          <p:sp>
            <p:nvSpPr>
              <p:cNvPr id="10148" name="Google Shape;10148;p7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9" name="Google Shape;10149;p75"/>
              <p:cNvGrpSpPr/>
              <p:nvPr/>
            </p:nvGrpSpPr>
            <p:grpSpPr>
              <a:xfrm>
                <a:off x="7287122" y="1842861"/>
                <a:ext cx="1005303" cy="73419"/>
                <a:chOff x="7287122" y="1842861"/>
                <a:chExt cx="1005303" cy="73419"/>
              </a:xfrm>
            </p:grpSpPr>
            <p:sp>
              <p:nvSpPr>
                <p:cNvPr id="10150" name="Google Shape;10150;p7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1" name="Google Shape;10151;p7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52" name="Google Shape;10152;p75"/>
            <p:cNvGrpSpPr/>
            <p:nvPr/>
          </p:nvGrpSpPr>
          <p:grpSpPr>
            <a:xfrm>
              <a:off x="7287122" y="1447520"/>
              <a:ext cx="1219403" cy="286667"/>
              <a:chOff x="7287122" y="1447520"/>
              <a:chExt cx="1219403" cy="286667"/>
            </a:xfrm>
          </p:grpSpPr>
          <p:sp>
            <p:nvSpPr>
              <p:cNvPr id="10153" name="Google Shape;10153;p7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4" name="Google Shape;10154;p75"/>
              <p:cNvGrpSpPr/>
              <p:nvPr/>
            </p:nvGrpSpPr>
            <p:grpSpPr>
              <a:xfrm>
                <a:off x="7287122" y="1581977"/>
                <a:ext cx="852803" cy="73428"/>
                <a:chOff x="7287122" y="1581977"/>
                <a:chExt cx="852803" cy="73428"/>
              </a:xfrm>
            </p:grpSpPr>
            <p:sp>
              <p:nvSpPr>
                <p:cNvPr id="10155" name="Google Shape;10155;p7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6" name="Google Shape;10156;p7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57" name="Google Shape;10157;p75"/>
            <p:cNvGrpSpPr/>
            <p:nvPr/>
          </p:nvGrpSpPr>
          <p:grpSpPr>
            <a:xfrm>
              <a:off x="7287122" y="1165658"/>
              <a:ext cx="1219403" cy="344253"/>
              <a:chOff x="7287122" y="1165658"/>
              <a:chExt cx="1219403" cy="344253"/>
            </a:xfrm>
          </p:grpSpPr>
          <p:sp>
            <p:nvSpPr>
              <p:cNvPr id="10158" name="Google Shape;10158;p7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9" name="Google Shape;10159;p75"/>
              <p:cNvGrpSpPr/>
              <p:nvPr/>
            </p:nvGrpSpPr>
            <p:grpSpPr>
              <a:xfrm>
                <a:off x="7287122" y="1341025"/>
                <a:ext cx="695703" cy="73419"/>
                <a:chOff x="7287122" y="1341025"/>
                <a:chExt cx="695703" cy="73419"/>
              </a:xfrm>
            </p:grpSpPr>
            <p:sp>
              <p:nvSpPr>
                <p:cNvPr id="10160" name="Google Shape;10160;p7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1" name="Google Shape;10161;p7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65" name="Shape 10165"/>
        <p:cNvGrpSpPr/>
        <p:nvPr/>
      </p:nvGrpSpPr>
      <p:grpSpPr>
        <a:xfrm>
          <a:off x="0" y="0"/>
          <a:ext cx="0" cy="0"/>
          <a:chOff x="0" y="0"/>
          <a:chExt cx="0" cy="0"/>
        </a:xfrm>
      </p:grpSpPr>
      <p:sp>
        <p:nvSpPr>
          <p:cNvPr id="10166" name="Google Shape;10166;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167" name="Google Shape;10167;p7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168" name="Google Shape;10168;p76"/>
          <p:cNvGrpSpPr/>
          <p:nvPr/>
        </p:nvGrpSpPr>
        <p:grpSpPr>
          <a:xfrm>
            <a:off x="866243" y="2291587"/>
            <a:ext cx="415546" cy="355053"/>
            <a:chOff x="866243" y="2291587"/>
            <a:chExt cx="415546" cy="355053"/>
          </a:xfrm>
        </p:grpSpPr>
        <p:sp>
          <p:nvSpPr>
            <p:cNvPr id="10169" name="Google Shape;10169;p7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4" name="Google Shape;10174;p76"/>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5" name="Google Shape;10175;p76"/>
          <p:cNvGrpSpPr/>
          <p:nvPr/>
        </p:nvGrpSpPr>
        <p:grpSpPr>
          <a:xfrm>
            <a:off x="1958520" y="2302574"/>
            <a:ext cx="359213" cy="327807"/>
            <a:chOff x="1958520" y="2302574"/>
            <a:chExt cx="359213" cy="327807"/>
          </a:xfrm>
        </p:grpSpPr>
        <p:sp>
          <p:nvSpPr>
            <p:cNvPr id="10176" name="Google Shape;10176;p7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76"/>
          <p:cNvGrpSpPr/>
          <p:nvPr/>
        </p:nvGrpSpPr>
        <p:grpSpPr>
          <a:xfrm>
            <a:off x="2579882" y="2287427"/>
            <a:ext cx="207582" cy="359594"/>
            <a:chOff x="2656082" y="2287427"/>
            <a:chExt cx="207582" cy="359594"/>
          </a:xfrm>
        </p:grpSpPr>
        <p:sp>
          <p:nvSpPr>
            <p:cNvPr id="10180" name="Google Shape;10180;p7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76"/>
          <p:cNvGrpSpPr/>
          <p:nvPr/>
        </p:nvGrpSpPr>
        <p:grpSpPr>
          <a:xfrm>
            <a:off x="3049653" y="2321468"/>
            <a:ext cx="362991" cy="290018"/>
            <a:chOff x="3049653" y="2321468"/>
            <a:chExt cx="362991" cy="290018"/>
          </a:xfrm>
        </p:grpSpPr>
        <p:sp>
          <p:nvSpPr>
            <p:cNvPr id="10185" name="Google Shape;10185;p7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76"/>
          <p:cNvGrpSpPr/>
          <p:nvPr/>
        </p:nvGrpSpPr>
        <p:grpSpPr>
          <a:xfrm>
            <a:off x="3564243" y="2289904"/>
            <a:ext cx="422342" cy="355243"/>
            <a:chOff x="3564243" y="2289904"/>
            <a:chExt cx="422342" cy="355243"/>
          </a:xfrm>
        </p:grpSpPr>
        <p:sp>
          <p:nvSpPr>
            <p:cNvPr id="10190" name="Google Shape;10190;p7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5" name="Google Shape;10195;p76"/>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6" name="Google Shape;10196;p76"/>
          <p:cNvGrpSpPr/>
          <p:nvPr/>
        </p:nvGrpSpPr>
        <p:grpSpPr>
          <a:xfrm>
            <a:off x="4687894" y="2289713"/>
            <a:ext cx="359594" cy="353909"/>
            <a:chOff x="4687894" y="2289713"/>
            <a:chExt cx="359594" cy="353909"/>
          </a:xfrm>
        </p:grpSpPr>
        <p:sp>
          <p:nvSpPr>
            <p:cNvPr id="10197" name="Google Shape;10197;p7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0" name="Google Shape;10200;p76"/>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1" name="Google Shape;10201;p76"/>
          <p:cNvGrpSpPr/>
          <p:nvPr/>
        </p:nvGrpSpPr>
        <p:grpSpPr>
          <a:xfrm>
            <a:off x="6372624" y="2308227"/>
            <a:ext cx="263567" cy="317614"/>
            <a:chOff x="6421399" y="2308227"/>
            <a:chExt cx="263567" cy="317614"/>
          </a:xfrm>
        </p:grpSpPr>
        <p:sp>
          <p:nvSpPr>
            <p:cNvPr id="10202" name="Google Shape;10202;p7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76"/>
          <p:cNvGrpSpPr/>
          <p:nvPr/>
        </p:nvGrpSpPr>
        <p:grpSpPr>
          <a:xfrm>
            <a:off x="6870193" y="2295620"/>
            <a:ext cx="360356" cy="343462"/>
            <a:chOff x="6870193" y="2295620"/>
            <a:chExt cx="360356" cy="343462"/>
          </a:xfrm>
        </p:grpSpPr>
        <p:sp>
          <p:nvSpPr>
            <p:cNvPr id="10207" name="Google Shape;10207;p7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76"/>
          <p:cNvGrpSpPr/>
          <p:nvPr/>
        </p:nvGrpSpPr>
        <p:grpSpPr>
          <a:xfrm>
            <a:off x="7441465" y="2302860"/>
            <a:ext cx="342192" cy="327140"/>
            <a:chOff x="7441465" y="2302860"/>
            <a:chExt cx="342192" cy="327140"/>
          </a:xfrm>
        </p:grpSpPr>
        <p:sp>
          <p:nvSpPr>
            <p:cNvPr id="10210" name="Google Shape;10210;p7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76"/>
          <p:cNvGrpSpPr/>
          <p:nvPr/>
        </p:nvGrpSpPr>
        <p:grpSpPr>
          <a:xfrm>
            <a:off x="7989683" y="2350207"/>
            <a:ext cx="332761" cy="234066"/>
            <a:chOff x="7989683" y="2350207"/>
            <a:chExt cx="332761" cy="234066"/>
          </a:xfrm>
        </p:grpSpPr>
        <p:sp>
          <p:nvSpPr>
            <p:cNvPr id="10213" name="Google Shape;10213;p7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76"/>
          <p:cNvGrpSpPr/>
          <p:nvPr/>
        </p:nvGrpSpPr>
        <p:grpSpPr>
          <a:xfrm>
            <a:off x="5823294" y="2309751"/>
            <a:ext cx="315327" cy="314978"/>
            <a:chOff x="5823294" y="2309751"/>
            <a:chExt cx="315327" cy="314978"/>
          </a:xfrm>
        </p:grpSpPr>
        <p:sp>
          <p:nvSpPr>
            <p:cNvPr id="10220" name="Google Shape;10220;p7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76"/>
          <p:cNvGrpSpPr/>
          <p:nvPr/>
        </p:nvGrpSpPr>
        <p:grpSpPr>
          <a:xfrm>
            <a:off x="2497275" y="2744159"/>
            <a:ext cx="370930" cy="370549"/>
            <a:chOff x="2497275" y="2744159"/>
            <a:chExt cx="370930" cy="370549"/>
          </a:xfrm>
        </p:grpSpPr>
        <p:sp>
          <p:nvSpPr>
            <p:cNvPr id="10238" name="Google Shape;10238;p7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76"/>
          <p:cNvGrpSpPr/>
          <p:nvPr/>
        </p:nvGrpSpPr>
        <p:grpSpPr>
          <a:xfrm>
            <a:off x="860940" y="2746477"/>
            <a:ext cx="371883" cy="365691"/>
            <a:chOff x="860940" y="2746477"/>
            <a:chExt cx="371883" cy="365691"/>
          </a:xfrm>
        </p:grpSpPr>
        <p:sp>
          <p:nvSpPr>
            <p:cNvPr id="10245" name="Google Shape;10245;p7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76"/>
          <p:cNvGrpSpPr/>
          <p:nvPr/>
        </p:nvGrpSpPr>
        <p:grpSpPr>
          <a:xfrm>
            <a:off x="1493849" y="2775533"/>
            <a:ext cx="283985" cy="341080"/>
            <a:chOff x="1493849" y="2775533"/>
            <a:chExt cx="283985" cy="341080"/>
          </a:xfrm>
        </p:grpSpPr>
        <p:sp>
          <p:nvSpPr>
            <p:cNvPr id="10251" name="Google Shape;10251;p7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76"/>
          <p:cNvGrpSpPr/>
          <p:nvPr/>
        </p:nvGrpSpPr>
        <p:grpSpPr>
          <a:xfrm>
            <a:off x="1952836" y="2774422"/>
            <a:ext cx="372835" cy="342573"/>
            <a:chOff x="1952836" y="2774422"/>
            <a:chExt cx="372835" cy="342573"/>
          </a:xfrm>
        </p:grpSpPr>
        <p:sp>
          <p:nvSpPr>
            <p:cNvPr id="10254" name="Google Shape;10254;p7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76"/>
          <p:cNvGrpSpPr/>
          <p:nvPr/>
        </p:nvGrpSpPr>
        <p:grpSpPr>
          <a:xfrm>
            <a:off x="3079916" y="2744477"/>
            <a:ext cx="332729" cy="372518"/>
            <a:chOff x="3079916" y="2744477"/>
            <a:chExt cx="332729" cy="372518"/>
          </a:xfrm>
        </p:grpSpPr>
        <p:sp>
          <p:nvSpPr>
            <p:cNvPr id="10258" name="Google Shape;10258;p7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76"/>
          <p:cNvGrpSpPr/>
          <p:nvPr/>
        </p:nvGrpSpPr>
        <p:grpSpPr>
          <a:xfrm>
            <a:off x="3620576" y="2745525"/>
            <a:ext cx="336889" cy="355592"/>
            <a:chOff x="3620576" y="2745525"/>
            <a:chExt cx="336889" cy="355592"/>
          </a:xfrm>
        </p:grpSpPr>
        <p:sp>
          <p:nvSpPr>
            <p:cNvPr id="10262" name="Google Shape;10262;p7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76"/>
          <p:cNvGrpSpPr/>
          <p:nvPr/>
        </p:nvGrpSpPr>
        <p:grpSpPr>
          <a:xfrm>
            <a:off x="4126815" y="2760704"/>
            <a:ext cx="380393" cy="363118"/>
            <a:chOff x="4126815" y="2760704"/>
            <a:chExt cx="380393" cy="363118"/>
          </a:xfrm>
        </p:grpSpPr>
        <p:sp>
          <p:nvSpPr>
            <p:cNvPr id="10265" name="Google Shape;10265;p7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76"/>
          <p:cNvGrpSpPr/>
          <p:nvPr/>
        </p:nvGrpSpPr>
        <p:grpSpPr>
          <a:xfrm>
            <a:off x="4675986" y="2745684"/>
            <a:ext cx="381346" cy="368644"/>
            <a:chOff x="4675986" y="2745684"/>
            <a:chExt cx="381346" cy="368644"/>
          </a:xfrm>
        </p:grpSpPr>
        <p:sp>
          <p:nvSpPr>
            <p:cNvPr id="10270" name="Google Shape;10270;p7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76"/>
          <p:cNvGrpSpPr/>
          <p:nvPr/>
        </p:nvGrpSpPr>
        <p:grpSpPr>
          <a:xfrm>
            <a:off x="5220616" y="2791061"/>
            <a:ext cx="373185" cy="302466"/>
            <a:chOff x="5220616" y="2791061"/>
            <a:chExt cx="373185" cy="302466"/>
          </a:xfrm>
        </p:grpSpPr>
        <p:sp>
          <p:nvSpPr>
            <p:cNvPr id="10273" name="Google Shape;10273;p7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76"/>
          <p:cNvGrpSpPr/>
          <p:nvPr/>
        </p:nvGrpSpPr>
        <p:grpSpPr>
          <a:xfrm>
            <a:off x="5788661" y="2772517"/>
            <a:ext cx="284366" cy="344097"/>
            <a:chOff x="5864861" y="2772517"/>
            <a:chExt cx="284366" cy="344097"/>
          </a:xfrm>
        </p:grpSpPr>
        <p:sp>
          <p:nvSpPr>
            <p:cNvPr id="10292" name="Google Shape;10292;p7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8" name="Google Shape;10298;p76"/>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9" name="Google Shape;10299;p76"/>
          <p:cNvGrpSpPr/>
          <p:nvPr/>
        </p:nvGrpSpPr>
        <p:grpSpPr>
          <a:xfrm>
            <a:off x="6974158" y="2789537"/>
            <a:ext cx="255247" cy="327458"/>
            <a:chOff x="6974158" y="2789537"/>
            <a:chExt cx="255247" cy="327458"/>
          </a:xfrm>
        </p:grpSpPr>
        <p:sp>
          <p:nvSpPr>
            <p:cNvPr id="10300" name="Google Shape;10300;p7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76"/>
          <p:cNvGrpSpPr/>
          <p:nvPr/>
        </p:nvGrpSpPr>
        <p:grpSpPr>
          <a:xfrm>
            <a:off x="7530697" y="2790299"/>
            <a:ext cx="244291" cy="326314"/>
            <a:chOff x="7530697" y="2790299"/>
            <a:chExt cx="244291" cy="326314"/>
          </a:xfrm>
        </p:grpSpPr>
        <p:sp>
          <p:nvSpPr>
            <p:cNvPr id="10307" name="Google Shape;10307;p7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76"/>
          <p:cNvGrpSpPr/>
          <p:nvPr/>
        </p:nvGrpSpPr>
        <p:grpSpPr>
          <a:xfrm>
            <a:off x="7988191" y="2832248"/>
            <a:ext cx="332348" cy="283985"/>
            <a:chOff x="7988191" y="2832248"/>
            <a:chExt cx="332348" cy="283985"/>
          </a:xfrm>
        </p:grpSpPr>
        <p:sp>
          <p:nvSpPr>
            <p:cNvPr id="10314" name="Google Shape;10314;p7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7" name="Google Shape;10317;p76"/>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8" name="Google Shape;10318;p76"/>
          <p:cNvGrpSpPr/>
          <p:nvPr/>
        </p:nvGrpSpPr>
        <p:grpSpPr>
          <a:xfrm>
            <a:off x="3588440" y="3258368"/>
            <a:ext cx="364484" cy="262423"/>
            <a:chOff x="3588440" y="3258368"/>
            <a:chExt cx="364484" cy="262423"/>
          </a:xfrm>
        </p:grpSpPr>
        <p:sp>
          <p:nvSpPr>
            <p:cNvPr id="10319" name="Google Shape;10319;p7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5" name="Google Shape;10325;p76"/>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6" name="Google Shape;10326;p76"/>
          <p:cNvGrpSpPr/>
          <p:nvPr/>
        </p:nvGrpSpPr>
        <p:grpSpPr>
          <a:xfrm>
            <a:off x="5765817" y="3227724"/>
            <a:ext cx="364865" cy="324822"/>
            <a:chOff x="5765817" y="3227724"/>
            <a:chExt cx="364865" cy="324822"/>
          </a:xfrm>
        </p:grpSpPr>
        <p:sp>
          <p:nvSpPr>
            <p:cNvPr id="10327" name="Google Shape;10327;p7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76"/>
          <p:cNvGrpSpPr/>
          <p:nvPr/>
        </p:nvGrpSpPr>
        <p:grpSpPr>
          <a:xfrm>
            <a:off x="6228583" y="3237664"/>
            <a:ext cx="446539" cy="303895"/>
            <a:chOff x="6228583" y="3237664"/>
            <a:chExt cx="446539" cy="303895"/>
          </a:xfrm>
        </p:grpSpPr>
        <p:sp>
          <p:nvSpPr>
            <p:cNvPr id="10331" name="Google Shape;10331;p7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76"/>
          <p:cNvGrpSpPr/>
          <p:nvPr/>
        </p:nvGrpSpPr>
        <p:grpSpPr>
          <a:xfrm>
            <a:off x="865862" y="3207306"/>
            <a:ext cx="364484" cy="364897"/>
            <a:chOff x="865862" y="3207306"/>
            <a:chExt cx="364484" cy="364897"/>
          </a:xfrm>
        </p:grpSpPr>
        <p:sp>
          <p:nvSpPr>
            <p:cNvPr id="10349" name="Google Shape;10349;p7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6"/>
          <p:cNvGrpSpPr/>
          <p:nvPr/>
        </p:nvGrpSpPr>
        <p:grpSpPr>
          <a:xfrm>
            <a:off x="1404617" y="3226962"/>
            <a:ext cx="370168" cy="325965"/>
            <a:chOff x="1404617" y="3226962"/>
            <a:chExt cx="370168" cy="325965"/>
          </a:xfrm>
        </p:grpSpPr>
        <p:sp>
          <p:nvSpPr>
            <p:cNvPr id="10364" name="Google Shape;10364;p7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76"/>
          <p:cNvGrpSpPr/>
          <p:nvPr/>
        </p:nvGrpSpPr>
        <p:grpSpPr>
          <a:xfrm>
            <a:off x="1954741" y="3212419"/>
            <a:ext cx="366389" cy="354481"/>
            <a:chOff x="1954741" y="3212419"/>
            <a:chExt cx="366389" cy="354481"/>
          </a:xfrm>
        </p:grpSpPr>
        <p:sp>
          <p:nvSpPr>
            <p:cNvPr id="10374" name="Google Shape;10374;p7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76"/>
          <p:cNvGrpSpPr/>
          <p:nvPr/>
        </p:nvGrpSpPr>
        <p:grpSpPr>
          <a:xfrm>
            <a:off x="3043239" y="3215626"/>
            <a:ext cx="366008" cy="348670"/>
            <a:chOff x="3043239" y="3215626"/>
            <a:chExt cx="366008" cy="348670"/>
          </a:xfrm>
        </p:grpSpPr>
        <p:sp>
          <p:nvSpPr>
            <p:cNvPr id="10382" name="Google Shape;10382;p7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76"/>
          <p:cNvGrpSpPr/>
          <p:nvPr/>
        </p:nvGrpSpPr>
        <p:grpSpPr>
          <a:xfrm>
            <a:off x="4218333" y="3184982"/>
            <a:ext cx="209107" cy="383442"/>
            <a:chOff x="4218333" y="3184982"/>
            <a:chExt cx="209107" cy="383442"/>
          </a:xfrm>
        </p:grpSpPr>
        <p:sp>
          <p:nvSpPr>
            <p:cNvPr id="10385" name="Google Shape;10385;p7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7" name="Google Shape;10387;p76"/>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8" name="Google Shape;10388;p76"/>
          <p:cNvGrpSpPr/>
          <p:nvPr/>
        </p:nvGrpSpPr>
        <p:grpSpPr>
          <a:xfrm>
            <a:off x="6896644" y="3216007"/>
            <a:ext cx="322917" cy="347876"/>
            <a:chOff x="6896644" y="3216007"/>
            <a:chExt cx="322917" cy="347876"/>
          </a:xfrm>
        </p:grpSpPr>
        <p:sp>
          <p:nvSpPr>
            <p:cNvPr id="10389" name="Google Shape;10389;p7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76"/>
          <p:cNvGrpSpPr/>
          <p:nvPr/>
        </p:nvGrpSpPr>
        <p:grpSpPr>
          <a:xfrm>
            <a:off x="7429366" y="3223183"/>
            <a:ext cx="334634" cy="333904"/>
            <a:chOff x="7429366" y="3223183"/>
            <a:chExt cx="334634" cy="333904"/>
          </a:xfrm>
        </p:grpSpPr>
        <p:sp>
          <p:nvSpPr>
            <p:cNvPr id="10397" name="Google Shape;10397;p7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9" name="Google Shape;10399;p76"/>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0" name="Google Shape;10400;p76"/>
          <p:cNvGrpSpPr/>
          <p:nvPr/>
        </p:nvGrpSpPr>
        <p:grpSpPr>
          <a:xfrm>
            <a:off x="5216456" y="3725484"/>
            <a:ext cx="356196" cy="265631"/>
            <a:chOff x="5216456" y="3725484"/>
            <a:chExt cx="356196" cy="265631"/>
          </a:xfrm>
        </p:grpSpPr>
        <p:sp>
          <p:nvSpPr>
            <p:cNvPr id="10401" name="Google Shape;10401;p7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76"/>
          <p:cNvGrpSpPr/>
          <p:nvPr/>
        </p:nvGrpSpPr>
        <p:grpSpPr>
          <a:xfrm>
            <a:off x="6849393" y="3733994"/>
            <a:ext cx="355053" cy="248038"/>
            <a:chOff x="6849393" y="3733994"/>
            <a:chExt cx="355053" cy="248038"/>
          </a:xfrm>
        </p:grpSpPr>
        <p:sp>
          <p:nvSpPr>
            <p:cNvPr id="10404" name="Google Shape;10404;p7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76"/>
          <p:cNvGrpSpPr/>
          <p:nvPr/>
        </p:nvGrpSpPr>
        <p:grpSpPr>
          <a:xfrm>
            <a:off x="7918997" y="3714687"/>
            <a:ext cx="392111" cy="280206"/>
            <a:chOff x="7918997" y="3714687"/>
            <a:chExt cx="392111" cy="280206"/>
          </a:xfrm>
        </p:grpSpPr>
        <p:sp>
          <p:nvSpPr>
            <p:cNvPr id="10410" name="Google Shape;10410;p7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5" name="Google Shape;10415;p76"/>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6" name="Google Shape;10416;p76"/>
          <p:cNvGrpSpPr/>
          <p:nvPr/>
        </p:nvGrpSpPr>
        <p:grpSpPr>
          <a:xfrm>
            <a:off x="1408777" y="3680964"/>
            <a:ext cx="357720" cy="355148"/>
            <a:chOff x="1408777" y="3680964"/>
            <a:chExt cx="357720" cy="355148"/>
          </a:xfrm>
        </p:grpSpPr>
        <p:sp>
          <p:nvSpPr>
            <p:cNvPr id="10417" name="Google Shape;10417;p7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76"/>
          <p:cNvGrpSpPr/>
          <p:nvPr/>
        </p:nvGrpSpPr>
        <p:grpSpPr>
          <a:xfrm>
            <a:off x="1952836" y="3680964"/>
            <a:ext cx="357720" cy="355148"/>
            <a:chOff x="1952836" y="3680964"/>
            <a:chExt cx="357720" cy="355148"/>
          </a:xfrm>
        </p:grpSpPr>
        <p:sp>
          <p:nvSpPr>
            <p:cNvPr id="10423" name="Google Shape;10423;p7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76"/>
          <p:cNvGrpSpPr/>
          <p:nvPr/>
        </p:nvGrpSpPr>
        <p:grpSpPr>
          <a:xfrm>
            <a:off x="2496894" y="3680964"/>
            <a:ext cx="357720" cy="355148"/>
            <a:chOff x="2496894" y="3680964"/>
            <a:chExt cx="357720" cy="355148"/>
          </a:xfrm>
        </p:grpSpPr>
        <p:sp>
          <p:nvSpPr>
            <p:cNvPr id="10429" name="Google Shape;10429;p7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76"/>
          <p:cNvGrpSpPr/>
          <p:nvPr/>
        </p:nvGrpSpPr>
        <p:grpSpPr>
          <a:xfrm>
            <a:off x="3040984" y="3681059"/>
            <a:ext cx="356164" cy="355815"/>
            <a:chOff x="3040984" y="3681059"/>
            <a:chExt cx="356164" cy="355815"/>
          </a:xfrm>
        </p:grpSpPr>
        <p:sp>
          <p:nvSpPr>
            <p:cNvPr id="10435" name="Google Shape;10435;p7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76"/>
          <p:cNvGrpSpPr/>
          <p:nvPr/>
        </p:nvGrpSpPr>
        <p:grpSpPr>
          <a:xfrm>
            <a:off x="3584280" y="3699191"/>
            <a:ext cx="358069" cy="317995"/>
            <a:chOff x="3584280" y="3699191"/>
            <a:chExt cx="358069" cy="317995"/>
          </a:xfrm>
        </p:grpSpPr>
        <p:sp>
          <p:nvSpPr>
            <p:cNvPr id="10439" name="Google Shape;10439;p7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76"/>
          <p:cNvGrpSpPr/>
          <p:nvPr/>
        </p:nvGrpSpPr>
        <p:grpSpPr>
          <a:xfrm>
            <a:off x="4129482" y="3681059"/>
            <a:ext cx="355402" cy="354291"/>
            <a:chOff x="4129482" y="3681059"/>
            <a:chExt cx="355402" cy="354291"/>
          </a:xfrm>
        </p:grpSpPr>
        <p:sp>
          <p:nvSpPr>
            <p:cNvPr id="10444" name="Google Shape;10444;p7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76"/>
          <p:cNvGrpSpPr/>
          <p:nvPr/>
        </p:nvGrpSpPr>
        <p:grpSpPr>
          <a:xfrm>
            <a:off x="4673540" y="3680297"/>
            <a:ext cx="355434" cy="355815"/>
            <a:chOff x="4673540" y="3680297"/>
            <a:chExt cx="355434" cy="355815"/>
          </a:xfrm>
        </p:grpSpPr>
        <p:sp>
          <p:nvSpPr>
            <p:cNvPr id="10449" name="Google Shape;10449;p7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76"/>
          <p:cNvGrpSpPr/>
          <p:nvPr/>
        </p:nvGrpSpPr>
        <p:grpSpPr>
          <a:xfrm>
            <a:off x="5779408" y="3699191"/>
            <a:ext cx="317645" cy="318757"/>
            <a:chOff x="5779408" y="3699191"/>
            <a:chExt cx="317645" cy="318757"/>
          </a:xfrm>
        </p:grpSpPr>
        <p:sp>
          <p:nvSpPr>
            <p:cNvPr id="10453" name="Google Shape;10453;p7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5" name="Google Shape;10455;p76"/>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6" name="Google Shape;10456;p76"/>
          <p:cNvGrpSpPr/>
          <p:nvPr/>
        </p:nvGrpSpPr>
        <p:grpSpPr>
          <a:xfrm>
            <a:off x="7390435" y="3680868"/>
            <a:ext cx="372073" cy="355243"/>
            <a:chOff x="7390435" y="3680868"/>
            <a:chExt cx="372073" cy="355243"/>
          </a:xfrm>
        </p:grpSpPr>
        <p:sp>
          <p:nvSpPr>
            <p:cNvPr id="10457" name="Google Shape;10457;p7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76"/>
          <p:cNvGrpSpPr/>
          <p:nvPr/>
        </p:nvGrpSpPr>
        <p:grpSpPr>
          <a:xfrm>
            <a:off x="1421638" y="4125629"/>
            <a:ext cx="374709" cy="374010"/>
            <a:chOff x="1421638" y="4125629"/>
            <a:chExt cx="374709" cy="374010"/>
          </a:xfrm>
        </p:grpSpPr>
        <p:sp>
          <p:nvSpPr>
            <p:cNvPr id="10464" name="Google Shape;10464;p7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76"/>
          <p:cNvGrpSpPr/>
          <p:nvPr/>
        </p:nvGrpSpPr>
        <p:grpSpPr>
          <a:xfrm>
            <a:off x="1973254" y="4156304"/>
            <a:ext cx="357720" cy="342192"/>
            <a:chOff x="1973254" y="4156304"/>
            <a:chExt cx="357720" cy="342192"/>
          </a:xfrm>
        </p:grpSpPr>
        <p:sp>
          <p:nvSpPr>
            <p:cNvPr id="10467" name="Google Shape;10467;p7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76"/>
          <p:cNvGrpSpPr/>
          <p:nvPr/>
        </p:nvGrpSpPr>
        <p:grpSpPr>
          <a:xfrm>
            <a:off x="2523759" y="4135505"/>
            <a:ext cx="341049" cy="340318"/>
            <a:chOff x="2523759" y="4135505"/>
            <a:chExt cx="341049" cy="340318"/>
          </a:xfrm>
        </p:grpSpPr>
        <p:sp>
          <p:nvSpPr>
            <p:cNvPr id="10474" name="Google Shape;10474;p7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76"/>
          <p:cNvGrpSpPr/>
          <p:nvPr/>
        </p:nvGrpSpPr>
        <p:grpSpPr>
          <a:xfrm>
            <a:off x="3040603" y="4130360"/>
            <a:ext cx="392079" cy="350353"/>
            <a:chOff x="3040603" y="4130360"/>
            <a:chExt cx="392079" cy="350353"/>
          </a:xfrm>
        </p:grpSpPr>
        <p:sp>
          <p:nvSpPr>
            <p:cNvPr id="10477" name="Google Shape;10477;p7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76"/>
          <p:cNvGrpSpPr/>
          <p:nvPr/>
        </p:nvGrpSpPr>
        <p:grpSpPr>
          <a:xfrm>
            <a:off x="3662144" y="4135505"/>
            <a:ext cx="232955" cy="340318"/>
            <a:chOff x="3662144" y="4135505"/>
            <a:chExt cx="232955" cy="340318"/>
          </a:xfrm>
        </p:grpSpPr>
        <p:sp>
          <p:nvSpPr>
            <p:cNvPr id="10488" name="Google Shape;10488;p7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76"/>
          <p:cNvGrpSpPr/>
          <p:nvPr/>
        </p:nvGrpSpPr>
        <p:grpSpPr>
          <a:xfrm>
            <a:off x="4149138" y="4121151"/>
            <a:ext cx="344065" cy="368644"/>
            <a:chOff x="4149138" y="4121151"/>
            <a:chExt cx="344065" cy="368644"/>
          </a:xfrm>
        </p:grpSpPr>
        <p:sp>
          <p:nvSpPr>
            <p:cNvPr id="10493" name="Google Shape;10493;p7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5" name="Google Shape;10505;p76"/>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6" name="Google Shape;10506;p76"/>
          <p:cNvGrpSpPr/>
          <p:nvPr/>
        </p:nvGrpSpPr>
        <p:grpSpPr>
          <a:xfrm>
            <a:off x="5206262" y="4174817"/>
            <a:ext cx="397763" cy="262804"/>
            <a:chOff x="5206262" y="4174817"/>
            <a:chExt cx="397763" cy="262804"/>
          </a:xfrm>
        </p:grpSpPr>
        <p:sp>
          <p:nvSpPr>
            <p:cNvPr id="10507" name="Google Shape;10507;p7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76"/>
          <p:cNvGrpSpPr/>
          <p:nvPr/>
        </p:nvGrpSpPr>
        <p:grpSpPr>
          <a:xfrm>
            <a:off x="5727616" y="4204699"/>
            <a:ext cx="440505" cy="290018"/>
            <a:chOff x="5727616" y="4204699"/>
            <a:chExt cx="440505" cy="290018"/>
          </a:xfrm>
        </p:grpSpPr>
        <p:sp>
          <p:nvSpPr>
            <p:cNvPr id="10515" name="Google Shape;10515;p7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76"/>
          <p:cNvGrpSpPr/>
          <p:nvPr/>
        </p:nvGrpSpPr>
        <p:grpSpPr>
          <a:xfrm>
            <a:off x="6410063" y="4135124"/>
            <a:ext cx="159950" cy="364516"/>
            <a:chOff x="6410063" y="4135124"/>
            <a:chExt cx="159950" cy="364516"/>
          </a:xfrm>
        </p:grpSpPr>
        <p:sp>
          <p:nvSpPr>
            <p:cNvPr id="10524" name="Google Shape;10524;p7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76"/>
          <p:cNvGrpSpPr/>
          <p:nvPr/>
        </p:nvGrpSpPr>
        <p:grpSpPr>
          <a:xfrm>
            <a:off x="6924652" y="4135505"/>
            <a:ext cx="214378" cy="364135"/>
            <a:chOff x="6924652" y="4135505"/>
            <a:chExt cx="214378" cy="364135"/>
          </a:xfrm>
        </p:grpSpPr>
        <p:sp>
          <p:nvSpPr>
            <p:cNvPr id="10529" name="Google Shape;10529;p7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76"/>
          <p:cNvGrpSpPr/>
          <p:nvPr/>
        </p:nvGrpSpPr>
        <p:grpSpPr>
          <a:xfrm>
            <a:off x="7384751" y="4147984"/>
            <a:ext cx="380012" cy="351274"/>
            <a:chOff x="7384751" y="4147984"/>
            <a:chExt cx="380012" cy="351274"/>
          </a:xfrm>
        </p:grpSpPr>
        <p:sp>
          <p:nvSpPr>
            <p:cNvPr id="10534" name="Google Shape;10534;p76"/>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6"/>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6"/>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6"/>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6"/>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42" name="Shape 10542"/>
        <p:cNvGrpSpPr/>
        <p:nvPr/>
      </p:nvGrpSpPr>
      <p:grpSpPr>
        <a:xfrm>
          <a:off x="0" y="0"/>
          <a:ext cx="0" cy="0"/>
          <a:chOff x="0" y="0"/>
          <a:chExt cx="0" cy="0"/>
        </a:xfrm>
      </p:grpSpPr>
      <p:sp>
        <p:nvSpPr>
          <p:cNvPr id="10543" name="Google Shape;10543;p7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44" name="Google Shape;10544;p7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545" name="Google Shape;10545;p77"/>
          <p:cNvGrpSpPr/>
          <p:nvPr/>
        </p:nvGrpSpPr>
        <p:grpSpPr>
          <a:xfrm>
            <a:off x="1989449" y="4282269"/>
            <a:ext cx="374774" cy="346073"/>
            <a:chOff x="1989449" y="4282269"/>
            <a:chExt cx="374774" cy="346073"/>
          </a:xfrm>
        </p:grpSpPr>
        <p:sp>
          <p:nvSpPr>
            <p:cNvPr id="10546" name="Google Shape;10546;p7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77"/>
          <p:cNvGrpSpPr/>
          <p:nvPr/>
        </p:nvGrpSpPr>
        <p:grpSpPr>
          <a:xfrm>
            <a:off x="2487439" y="4280740"/>
            <a:ext cx="198775" cy="348972"/>
            <a:chOff x="2487439" y="4280740"/>
            <a:chExt cx="198775" cy="348972"/>
          </a:xfrm>
        </p:grpSpPr>
        <p:sp>
          <p:nvSpPr>
            <p:cNvPr id="10552" name="Google Shape;10552;p7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77"/>
          <p:cNvGrpSpPr/>
          <p:nvPr/>
        </p:nvGrpSpPr>
        <p:grpSpPr>
          <a:xfrm>
            <a:off x="2810958" y="4273923"/>
            <a:ext cx="353145" cy="361873"/>
            <a:chOff x="2810958" y="4273923"/>
            <a:chExt cx="353145" cy="361873"/>
          </a:xfrm>
        </p:grpSpPr>
        <p:sp>
          <p:nvSpPr>
            <p:cNvPr id="10557" name="Google Shape;10557;p7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77"/>
          <p:cNvGrpSpPr/>
          <p:nvPr/>
        </p:nvGrpSpPr>
        <p:grpSpPr>
          <a:xfrm>
            <a:off x="6275635" y="4282651"/>
            <a:ext cx="209383" cy="366778"/>
            <a:chOff x="6275635" y="4282651"/>
            <a:chExt cx="209383" cy="366778"/>
          </a:xfrm>
        </p:grpSpPr>
        <p:sp>
          <p:nvSpPr>
            <p:cNvPr id="10565" name="Google Shape;10565;p7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77"/>
          <p:cNvGrpSpPr/>
          <p:nvPr/>
        </p:nvGrpSpPr>
        <p:grpSpPr>
          <a:xfrm>
            <a:off x="6701186" y="4283033"/>
            <a:ext cx="280292" cy="366396"/>
            <a:chOff x="6701186" y="4283033"/>
            <a:chExt cx="280292" cy="366396"/>
          </a:xfrm>
        </p:grpSpPr>
        <p:sp>
          <p:nvSpPr>
            <p:cNvPr id="10568" name="Google Shape;10568;p7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77"/>
          <p:cNvGrpSpPr/>
          <p:nvPr/>
        </p:nvGrpSpPr>
        <p:grpSpPr>
          <a:xfrm>
            <a:off x="2609571" y="3824958"/>
            <a:ext cx="373627" cy="347347"/>
            <a:chOff x="2609571" y="3824958"/>
            <a:chExt cx="373627" cy="347347"/>
          </a:xfrm>
        </p:grpSpPr>
        <p:sp>
          <p:nvSpPr>
            <p:cNvPr id="10571" name="Google Shape;10571;p7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3" name="Google Shape;10573;p77"/>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4" name="Google Shape;10574;p77"/>
          <p:cNvGrpSpPr/>
          <p:nvPr/>
        </p:nvGrpSpPr>
        <p:grpSpPr>
          <a:xfrm>
            <a:off x="916127" y="3807056"/>
            <a:ext cx="221902" cy="380795"/>
            <a:chOff x="916127" y="3807056"/>
            <a:chExt cx="221902" cy="380795"/>
          </a:xfrm>
        </p:grpSpPr>
        <p:sp>
          <p:nvSpPr>
            <p:cNvPr id="10575" name="Google Shape;10575;p7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9" name="Google Shape;10579;p77"/>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7"/>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1" name="Google Shape;10581;p77"/>
          <p:cNvGrpSpPr/>
          <p:nvPr/>
        </p:nvGrpSpPr>
        <p:grpSpPr>
          <a:xfrm>
            <a:off x="3513010" y="3816134"/>
            <a:ext cx="362223" cy="361108"/>
            <a:chOff x="3513010" y="3816134"/>
            <a:chExt cx="362223" cy="361108"/>
          </a:xfrm>
        </p:grpSpPr>
        <p:sp>
          <p:nvSpPr>
            <p:cNvPr id="10582" name="Google Shape;10582;p7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77"/>
          <p:cNvGrpSpPr/>
          <p:nvPr/>
        </p:nvGrpSpPr>
        <p:grpSpPr>
          <a:xfrm>
            <a:off x="3950316" y="3820307"/>
            <a:ext cx="369805" cy="353782"/>
            <a:chOff x="3950316" y="3820307"/>
            <a:chExt cx="369805" cy="353782"/>
          </a:xfrm>
        </p:grpSpPr>
        <p:sp>
          <p:nvSpPr>
            <p:cNvPr id="10587" name="Google Shape;10587;p7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77"/>
          <p:cNvGrpSpPr/>
          <p:nvPr/>
        </p:nvGrpSpPr>
        <p:grpSpPr>
          <a:xfrm>
            <a:off x="1761909" y="3811961"/>
            <a:ext cx="307974" cy="371716"/>
            <a:chOff x="1761909" y="3811961"/>
            <a:chExt cx="307974" cy="371716"/>
          </a:xfrm>
        </p:grpSpPr>
        <p:sp>
          <p:nvSpPr>
            <p:cNvPr id="10592" name="Google Shape;10592;p7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77"/>
          <p:cNvGrpSpPr/>
          <p:nvPr/>
        </p:nvGrpSpPr>
        <p:grpSpPr>
          <a:xfrm>
            <a:off x="5373342" y="3808935"/>
            <a:ext cx="231395" cy="353145"/>
            <a:chOff x="5373342" y="3808935"/>
            <a:chExt cx="231395" cy="353145"/>
          </a:xfrm>
        </p:grpSpPr>
        <p:sp>
          <p:nvSpPr>
            <p:cNvPr id="10603" name="Google Shape;10603;p7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2" name="Google Shape;10612;p77"/>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3" name="Google Shape;10613;p77"/>
          <p:cNvGrpSpPr/>
          <p:nvPr/>
        </p:nvGrpSpPr>
        <p:grpSpPr>
          <a:xfrm>
            <a:off x="5833775" y="3809445"/>
            <a:ext cx="235185" cy="352253"/>
            <a:chOff x="5833775" y="3809445"/>
            <a:chExt cx="235185" cy="352253"/>
          </a:xfrm>
        </p:grpSpPr>
        <p:sp>
          <p:nvSpPr>
            <p:cNvPr id="10614" name="Google Shape;10614;p7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77"/>
          <p:cNvGrpSpPr/>
          <p:nvPr/>
        </p:nvGrpSpPr>
        <p:grpSpPr>
          <a:xfrm>
            <a:off x="4942472" y="3809318"/>
            <a:ext cx="238976" cy="352762"/>
            <a:chOff x="4942472" y="3809318"/>
            <a:chExt cx="238976" cy="352762"/>
          </a:xfrm>
        </p:grpSpPr>
        <p:sp>
          <p:nvSpPr>
            <p:cNvPr id="10618" name="Google Shape;10618;p7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77"/>
          <p:cNvGrpSpPr/>
          <p:nvPr/>
        </p:nvGrpSpPr>
        <p:grpSpPr>
          <a:xfrm>
            <a:off x="6266525" y="3807788"/>
            <a:ext cx="260223" cy="353527"/>
            <a:chOff x="6266525" y="3807788"/>
            <a:chExt cx="260223" cy="353527"/>
          </a:xfrm>
        </p:grpSpPr>
        <p:sp>
          <p:nvSpPr>
            <p:cNvPr id="10626" name="Google Shape;10626;p7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0" name="Google Shape;10630;p77"/>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1" name="Google Shape;10631;p77"/>
          <p:cNvGrpSpPr/>
          <p:nvPr/>
        </p:nvGrpSpPr>
        <p:grpSpPr>
          <a:xfrm>
            <a:off x="7184363" y="3809604"/>
            <a:ext cx="202184" cy="352762"/>
            <a:chOff x="7184363" y="3809604"/>
            <a:chExt cx="202184" cy="352762"/>
          </a:xfrm>
        </p:grpSpPr>
        <p:sp>
          <p:nvSpPr>
            <p:cNvPr id="10632" name="Google Shape;10632;p7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77"/>
          <p:cNvGrpSpPr/>
          <p:nvPr/>
        </p:nvGrpSpPr>
        <p:grpSpPr>
          <a:xfrm>
            <a:off x="7571624" y="3808935"/>
            <a:ext cx="292047" cy="352762"/>
            <a:chOff x="7571624" y="3808935"/>
            <a:chExt cx="292047" cy="352762"/>
          </a:xfrm>
        </p:grpSpPr>
        <p:sp>
          <p:nvSpPr>
            <p:cNvPr id="10635" name="Google Shape;10635;p7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77"/>
          <p:cNvGrpSpPr/>
          <p:nvPr/>
        </p:nvGrpSpPr>
        <p:grpSpPr>
          <a:xfrm>
            <a:off x="2174559" y="3356116"/>
            <a:ext cx="364135" cy="359930"/>
            <a:chOff x="2174559" y="3356116"/>
            <a:chExt cx="364135" cy="359930"/>
          </a:xfrm>
        </p:grpSpPr>
        <p:sp>
          <p:nvSpPr>
            <p:cNvPr id="10642" name="Google Shape;10642;p7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77"/>
          <p:cNvGrpSpPr/>
          <p:nvPr/>
        </p:nvGrpSpPr>
        <p:grpSpPr>
          <a:xfrm>
            <a:off x="1731934" y="3355639"/>
            <a:ext cx="368371" cy="361554"/>
            <a:chOff x="1731934" y="3355639"/>
            <a:chExt cx="368371" cy="361554"/>
          </a:xfrm>
        </p:grpSpPr>
        <p:sp>
          <p:nvSpPr>
            <p:cNvPr id="10645" name="Google Shape;10645;p7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77"/>
          <p:cNvGrpSpPr/>
          <p:nvPr/>
        </p:nvGrpSpPr>
        <p:grpSpPr>
          <a:xfrm>
            <a:off x="3990517" y="3354173"/>
            <a:ext cx="279559" cy="363402"/>
            <a:chOff x="3990517" y="3354173"/>
            <a:chExt cx="279559" cy="363402"/>
          </a:xfrm>
        </p:grpSpPr>
        <p:sp>
          <p:nvSpPr>
            <p:cNvPr id="10648" name="Google Shape;10648;p7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77"/>
          <p:cNvGrpSpPr/>
          <p:nvPr/>
        </p:nvGrpSpPr>
        <p:grpSpPr>
          <a:xfrm>
            <a:off x="3497847" y="3417374"/>
            <a:ext cx="379680" cy="237606"/>
            <a:chOff x="3497847" y="3417374"/>
            <a:chExt cx="379680" cy="237606"/>
          </a:xfrm>
        </p:grpSpPr>
        <p:sp>
          <p:nvSpPr>
            <p:cNvPr id="10652" name="Google Shape;10652;p7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77"/>
          <p:cNvGrpSpPr/>
          <p:nvPr/>
        </p:nvGrpSpPr>
        <p:grpSpPr>
          <a:xfrm>
            <a:off x="2612597" y="3367075"/>
            <a:ext cx="376271" cy="337982"/>
            <a:chOff x="2612597" y="3367075"/>
            <a:chExt cx="376271" cy="337982"/>
          </a:xfrm>
        </p:grpSpPr>
        <p:sp>
          <p:nvSpPr>
            <p:cNvPr id="10657" name="Google Shape;10657;p7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77"/>
          <p:cNvGrpSpPr/>
          <p:nvPr/>
        </p:nvGrpSpPr>
        <p:grpSpPr>
          <a:xfrm>
            <a:off x="3071914" y="3364431"/>
            <a:ext cx="343652" cy="342505"/>
            <a:chOff x="3071914" y="3364431"/>
            <a:chExt cx="343652" cy="342505"/>
          </a:xfrm>
        </p:grpSpPr>
        <p:sp>
          <p:nvSpPr>
            <p:cNvPr id="10660" name="Google Shape;10660;p7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77"/>
          <p:cNvGrpSpPr/>
          <p:nvPr/>
        </p:nvGrpSpPr>
        <p:grpSpPr>
          <a:xfrm>
            <a:off x="897141" y="3359875"/>
            <a:ext cx="257962" cy="352762"/>
            <a:chOff x="897141" y="3359875"/>
            <a:chExt cx="257962" cy="352762"/>
          </a:xfrm>
        </p:grpSpPr>
        <p:sp>
          <p:nvSpPr>
            <p:cNvPr id="10666" name="Google Shape;10666;p7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77"/>
          <p:cNvGrpSpPr/>
          <p:nvPr/>
        </p:nvGrpSpPr>
        <p:grpSpPr>
          <a:xfrm>
            <a:off x="1333682" y="3344330"/>
            <a:ext cx="271213" cy="383088"/>
            <a:chOff x="1333682" y="3344330"/>
            <a:chExt cx="271213" cy="383088"/>
          </a:xfrm>
        </p:grpSpPr>
        <p:sp>
          <p:nvSpPr>
            <p:cNvPr id="10675" name="Google Shape;10675;p7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77"/>
          <p:cNvGrpSpPr/>
          <p:nvPr/>
        </p:nvGrpSpPr>
        <p:grpSpPr>
          <a:xfrm>
            <a:off x="6664394" y="3346974"/>
            <a:ext cx="353113" cy="351998"/>
            <a:chOff x="6664394" y="3346974"/>
            <a:chExt cx="353113" cy="351998"/>
          </a:xfrm>
        </p:grpSpPr>
        <p:sp>
          <p:nvSpPr>
            <p:cNvPr id="10687" name="Google Shape;10687;p7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77"/>
          <p:cNvGrpSpPr/>
          <p:nvPr/>
        </p:nvGrpSpPr>
        <p:grpSpPr>
          <a:xfrm>
            <a:off x="849741" y="1959307"/>
            <a:ext cx="399398" cy="375443"/>
            <a:chOff x="849741" y="1959307"/>
            <a:chExt cx="399398" cy="375443"/>
          </a:xfrm>
        </p:grpSpPr>
        <p:sp>
          <p:nvSpPr>
            <p:cNvPr id="10693" name="Google Shape;10693;p7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77"/>
          <p:cNvGrpSpPr/>
          <p:nvPr/>
        </p:nvGrpSpPr>
        <p:grpSpPr>
          <a:xfrm>
            <a:off x="1284212" y="1963766"/>
            <a:ext cx="379489" cy="366046"/>
            <a:chOff x="1284212" y="1963766"/>
            <a:chExt cx="379489" cy="366046"/>
          </a:xfrm>
        </p:grpSpPr>
        <p:sp>
          <p:nvSpPr>
            <p:cNvPr id="10696" name="Google Shape;10696;p7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77"/>
          <p:cNvGrpSpPr/>
          <p:nvPr/>
        </p:nvGrpSpPr>
        <p:grpSpPr>
          <a:xfrm>
            <a:off x="3037766" y="1969564"/>
            <a:ext cx="370219" cy="354928"/>
            <a:chOff x="3037766" y="1969564"/>
            <a:chExt cx="370219" cy="354928"/>
          </a:xfrm>
        </p:grpSpPr>
        <p:sp>
          <p:nvSpPr>
            <p:cNvPr id="10699" name="Google Shape;10699;p7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77"/>
          <p:cNvGrpSpPr/>
          <p:nvPr/>
        </p:nvGrpSpPr>
        <p:grpSpPr>
          <a:xfrm>
            <a:off x="3982553" y="1971730"/>
            <a:ext cx="304566" cy="350501"/>
            <a:chOff x="3982553" y="1971730"/>
            <a:chExt cx="304566" cy="350501"/>
          </a:xfrm>
        </p:grpSpPr>
        <p:sp>
          <p:nvSpPr>
            <p:cNvPr id="10704" name="Google Shape;10704;p7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77"/>
          <p:cNvGrpSpPr/>
          <p:nvPr/>
        </p:nvGrpSpPr>
        <p:grpSpPr>
          <a:xfrm>
            <a:off x="2567841" y="1994124"/>
            <a:ext cx="399812" cy="306477"/>
            <a:chOff x="2567841" y="1994124"/>
            <a:chExt cx="399812" cy="306477"/>
          </a:xfrm>
        </p:grpSpPr>
        <p:sp>
          <p:nvSpPr>
            <p:cNvPr id="10707" name="Google Shape;10707;p7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77"/>
          <p:cNvGrpSpPr/>
          <p:nvPr/>
        </p:nvGrpSpPr>
        <p:grpSpPr>
          <a:xfrm>
            <a:off x="2212084" y="1960358"/>
            <a:ext cx="324698" cy="372863"/>
            <a:chOff x="2212084" y="1960358"/>
            <a:chExt cx="324698" cy="372863"/>
          </a:xfrm>
        </p:grpSpPr>
        <p:sp>
          <p:nvSpPr>
            <p:cNvPr id="10711" name="Google Shape;10711;p7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77"/>
          <p:cNvGrpSpPr/>
          <p:nvPr/>
        </p:nvGrpSpPr>
        <p:grpSpPr>
          <a:xfrm>
            <a:off x="1805901" y="1960358"/>
            <a:ext cx="284847" cy="373627"/>
            <a:chOff x="1805901" y="1960358"/>
            <a:chExt cx="284847" cy="373627"/>
          </a:xfrm>
        </p:grpSpPr>
        <p:sp>
          <p:nvSpPr>
            <p:cNvPr id="10715" name="Google Shape;10715;p7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7" name="Google Shape;10717;p77"/>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7"/>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7"/>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0" name="Google Shape;10720;p77"/>
          <p:cNvGrpSpPr/>
          <p:nvPr/>
        </p:nvGrpSpPr>
        <p:grpSpPr>
          <a:xfrm>
            <a:off x="6656812" y="2029388"/>
            <a:ext cx="368690" cy="245793"/>
            <a:chOff x="6656812" y="2029388"/>
            <a:chExt cx="368690" cy="245793"/>
          </a:xfrm>
        </p:grpSpPr>
        <p:sp>
          <p:nvSpPr>
            <p:cNvPr id="10721" name="Google Shape;10721;p7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77"/>
          <p:cNvGrpSpPr/>
          <p:nvPr/>
        </p:nvGrpSpPr>
        <p:grpSpPr>
          <a:xfrm>
            <a:off x="4869651" y="2012218"/>
            <a:ext cx="376654" cy="281566"/>
            <a:chOff x="4869651" y="2012218"/>
            <a:chExt cx="376654" cy="281566"/>
          </a:xfrm>
        </p:grpSpPr>
        <p:sp>
          <p:nvSpPr>
            <p:cNvPr id="10732" name="Google Shape;10732;p7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77"/>
          <p:cNvGrpSpPr/>
          <p:nvPr/>
        </p:nvGrpSpPr>
        <p:grpSpPr>
          <a:xfrm>
            <a:off x="5306224" y="2012313"/>
            <a:ext cx="367925" cy="281694"/>
            <a:chOff x="5306224" y="2012313"/>
            <a:chExt cx="367925" cy="281694"/>
          </a:xfrm>
        </p:grpSpPr>
        <p:sp>
          <p:nvSpPr>
            <p:cNvPr id="10737" name="Google Shape;10737;p7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9" name="Google Shape;10739;p77"/>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0" name="Google Shape;10740;p77"/>
          <p:cNvGrpSpPr/>
          <p:nvPr/>
        </p:nvGrpSpPr>
        <p:grpSpPr>
          <a:xfrm>
            <a:off x="6195998" y="1983102"/>
            <a:ext cx="368308" cy="338746"/>
            <a:chOff x="6195998" y="1983102"/>
            <a:chExt cx="368308" cy="338746"/>
          </a:xfrm>
        </p:grpSpPr>
        <p:sp>
          <p:nvSpPr>
            <p:cNvPr id="10741" name="Google Shape;10741;p7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77"/>
          <p:cNvGrpSpPr/>
          <p:nvPr/>
        </p:nvGrpSpPr>
        <p:grpSpPr>
          <a:xfrm>
            <a:off x="7542031" y="2011835"/>
            <a:ext cx="369072" cy="280037"/>
            <a:chOff x="7542031" y="2011835"/>
            <a:chExt cx="369072" cy="280037"/>
          </a:xfrm>
        </p:grpSpPr>
        <p:sp>
          <p:nvSpPr>
            <p:cNvPr id="10745" name="Google Shape;10745;p7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77"/>
          <p:cNvGrpSpPr/>
          <p:nvPr/>
        </p:nvGrpSpPr>
        <p:grpSpPr>
          <a:xfrm>
            <a:off x="8010427" y="3348503"/>
            <a:ext cx="278795" cy="351615"/>
            <a:chOff x="8010427" y="3348503"/>
            <a:chExt cx="278795" cy="351615"/>
          </a:xfrm>
        </p:grpSpPr>
        <p:sp>
          <p:nvSpPr>
            <p:cNvPr id="10755" name="Google Shape;10755;p7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9" name="Google Shape;10759;p77"/>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0" name="Google Shape;10760;p77"/>
          <p:cNvGrpSpPr/>
          <p:nvPr/>
        </p:nvGrpSpPr>
        <p:grpSpPr>
          <a:xfrm>
            <a:off x="7141900" y="3349204"/>
            <a:ext cx="281057" cy="351010"/>
            <a:chOff x="7141900" y="3349204"/>
            <a:chExt cx="281057" cy="351010"/>
          </a:xfrm>
        </p:grpSpPr>
        <p:sp>
          <p:nvSpPr>
            <p:cNvPr id="10761" name="Google Shape;10761;p7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77"/>
          <p:cNvGrpSpPr/>
          <p:nvPr/>
        </p:nvGrpSpPr>
        <p:grpSpPr>
          <a:xfrm>
            <a:off x="5314188" y="3350032"/>
            <a:ext cx="363752" cy="353113"/>
            <a:chOff x="5314188" y="3350032"/>
            <a:chExt cx="363752" cy="353113"/>
          </a:xfrm>
        </p:grpSpPr>
        <p:sp>
          <p:nvSpPr>
            <p:cNvPr id="10765" name="Google Shape;10765;p7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77"/>
          <p:cNvGrpSpPr/>
          <p:nvPr/>
        </p:nvGrpSpPr>
        <p:grpSpPr>
          <a:xfrm>
            <a:off x="6203579" y="3348981"/>
            <a:ext cx="351615" cy="350373"/>
            <a:chOff x="6203579" y="3348981"/>
            <a:chExt cx="351615" cy="350373"/>
          </a:xfrm>
        </p:grpSpPr>
        <p:sp>
          <p:nvSpPr>
            <p:cNvPr id="10768" name="Google Shape;10768;p7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77"/>
          <p:cNvGrpSpPr/>
          <p:nvPr/>
        </p:nvGrpSpPr>
        <p:grpSpPr>
          <a:xfrm>
            <a:off x="5829984" y="3350032"/>
            <a:ext cx="220755" cy="352348"/>
            <a:chOff x="5829984" y="3350032"/>
            <a:chExt cx="220755" cy="352348"/>
          </a:xfrm>
        </p:grpSpPr>
        <p:sp>
          <p:nvSpPr>
            <p:cNvPr id="10774" name="Google Shape;10774;p7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77"/>
          <p:cNvGrpSpPr/>
          <p:nvPr/>
        </p:nvGrpSpPr>
        <p:grpSpPr>
          <a:xfrm>
            <a:off x="4882170" y="3349841"/>
            <a:ext cx="358464" cy="352316"/>
            <a:chOff x="4882170" y="3349841"/>
            <a:chExt cx="358464" cy="352316"/>
          </a:xfrm>
        </p:grpSpPr>
        <p:sp>
          <p:nvSpPr>
            <p:cNvPr id="10779" name="Google Shape;10779;p7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1" name="Google Shape;10781;p77"/>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7"/>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3" name="Google Shape;10783;p77"/>
          <p:cNvGrpSpPr/>
          <p:nvPr/>
        </p:nvGrpSpPr>
        <p:grpSpPr>
          <a:xfrm>
            <a:off x="3044965" y="2435220"/>
            <a:ext cx="400194" cy="324316"/>
            <a:chOff x="3044965" y="2435220"/>
            <a:chExt cx="400194" cy="324316"/>
          </a:xfrm>
        </p:grpSpPr>
        <p:sp>
          <p:nvSpPr>
            <p:cNvPr id="10784" name="Google Shape;10784;p7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7" name="Google Shape;10787;p77"/>
          <p:cNvGrpSpPr/>
          <p:nvPr/>
        </p:nvGrpSpPr>
        <p:grpSpPr>
          <a:xfrm>
            <a:off x="4878379" y="2473892"/>
            <a:ext cx="367161" cy="287523"/>
            <a:chOff x="4878379" y="2473892"/>
            <a:chExt cx="367161" cy="287523"/>
          </a:xfrm>
        </p:grpSpPr>
        <p:sp>
          <p:nvSpPr>
            <p:cNvPr id="10788" name="Google Shape;10788;p7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77"/>
          <p:cNvGrpSpPr/>
          <p:nvPr/>
        </p:nvGrpSpPr>
        <p:grpSpPr>
          <a:xfrm>
            <a:off x="1325719" y="2887689"/>
            <a:ext cx="290581" cy="372481"/>
            <a:chOff x="1325719" y="2887689"/>
            <a:chExt cx="290581" cy="372481"/>
          </a:xfrm>
        </p:grpSpPr>
        <p:sp>
          <p:nvSpPr>
            <p:cNvPr id="10794" name="Google Shape;10794;p7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6" name="Google Shape;10796;p77"/>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7" name="Google Shape;10797;p77"/>
          <p:cNvGrpSpPr/>
          <p:nvPr/>
        </p:nvGrpSpPr>
        <p:grpSpPr>
          <a:xfrm>
            <a:off x="3510335" y="2892499"/>
            <a:ext cx="360726" cy="361204"/>
            <a:chOff x="3510335" y="2892499"/>
            <a:chExt cx="360726" cy="361204"/>
          </a:xfrm>
        </p:grpSpPr>
        <p:sp>
          <p:nvSpPr>
            <p:cNvPr id="10798" name="Google Shape;10798;p7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77"/>
          <p:cNvGrpSpPr/>
          <p:nvPr/>
        </p:nvGrpSpPr>
        <p:grpSpPr>
          <a:xfrm>
            <a:off x="3086313" y="2877049"/>
            <a:ext cx="320143" cy="392581"/>
            <a:chOff x="3086313" y="2877049"/>
            <a:chExt cx="320143" cy="392581"/>
          </a:xfrm>
        </p:grpSpPr>
        <p:sp>
          <p:nvSpPr>
            <p:cNvPr id="10804" name="Google Shape;10804;p7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6" name="Google Shape;10816;p77"/>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7" name="Google Shape;10817;p77"/>
          <p:cNvGrpSpPr/>
          <p:nvPr/>
        </p:nvGrpSpPr>
        <p:grpSpPr>
          <a:xfrm>
            <a:off x="861113" y="2885746"/>
            <a:ext cx="333809" cy="373277"/>
            <a:chOff x="861113" y="2885746"/>
            <a:chExt cx="333809" cy="373277"/>
          </a:xfrm>
        </p:grpSpPr>
        <p:sp>
          <p:nvSpPr>
            <p:cNvPr id="10818" name="Google Shape;10818;p7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1" name="Google Shape;10821;p77"/>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7"/>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3" name="Google Shape;10823;p77"/>
          <p:cNvGrpSpPr/>
          <p:nvPr/>
        </p:nvGrpSpPr>
        <p:grpSpPr>
          <a:xfrm>
            <a:off x="1297654" y="1504481"/>
            <a:ext cx="349354" cy="362223"/>
            <a:chOff x="1297654" y="1504481"/>
            <a:chExt cx="349354" cy="362223"/>
          </a:xfrm>
        </p:grpSpPr>
        <p:sp>
          <p:nvSpPr>
            <p:cNvPr id="10824" name="Google Shape;10824;p7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7" name="Google Shape;10827;p77"/>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8" name="Google Shape;10828;p77"/>
          <p:cNvGrpSpPr/>
          <p:nvPr/>
        </p:nvGrpSpPr>
        <p:grpSpPr>
          <a:xfrm>
            <a:off x="852385" y="1510916"/>
            <a:ext cx="353145" cy="351998"/>
            <a:chOff x="852385" y="1510916"/>
            <a:chExt cx="353145" cy="351998"/>
          </a:xfrm>
        </p:grpSpPr>
        <p:sp>
          <p:nvSpPr>
            <p:cNvPr id="10829" name="Google Shape;10829;p7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77"/>
          <p:cNvGrpSpPr/>
          <p:nvPr/>
        </p:nvGrpSpPr>
        <p:grpSpPr>
          <a:xfrm>
            <a:off x="1745217" y="1515471"/>
            <a:ext cx="343269" cy="342505"/>
            <a:chOff x="1745217" y="1515471"/>
            <a:chExt cx="343269" cy="342505"/>
          </a:xfrm>
        </p:grpSpPr>
        <p:sp>
          <p:nvSpPr>
            <p:cNvPr id="10833" name="Google Shape;10833;p7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7" name="Google Shape;10837;p77"/>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8" name="Google Shape;10838;p77"/>
          <p:cNvGrpSpPr/>
          <p:nvPr/>
        </p:nvGrpSpPr>
        <p:grpSpPr>
          <a:xfrm>
            <a:off x="3042703" y="1529137"/>
            <a:ext cx="411535" cy="315587"/>
            <a:chOff x="3042703" y="1529137"/>
            <a:chExt cx="411535" cy="315587"/>
          </a:xfrm>
        </p:grpSpPr>
        <p:sp>
          <p:nvSpPr>
            <p:cNvPr id="10839" name="Google Shape;10839;p7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77"/>
          <p:cNvGrpSpPr/>
          <p:nvPr/>
        </p:nvGrpSpPr>
        <p:grpSpPr>
          <a:xfrm>
            <a:off x="2629289" y="1544682"/>
            <a:ext cx="350501" cy="284497"/>
            <a:chOff x="2629289" y="1544682"/>
            <a:chExt cx="350501" cy="284497"/>
          </a:xfrm>
        </p:grpSpPr>
        <p:sp>
          <p:nvSpPr>
            <p:cNvPr id="10850" name="Google Shape;10850;p7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77"/>
          <p:cNvGrpSpPr/>
          <p:nvPr/>
        </p:nvGrpSpPr>
        <p:grpSpPr>
          <a:xfrm>
            <a:off x="5305077" y="1502633"/>
            <a:ext cx="367893" cy="365218"/>
            <a:chOff x="5305077" y="1502633"/>
            <a:chExt cx="367893" cy="365218"/>
          </a:xfrm>
        </p:grpSpPr>
        <p:sp>
          <p:nvSpPr>
            <p:cNvPr id="10856" name="Google Shape;10856;p7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77"/>
          <p:cNvGrpSpPr/>
          <p:nvPr/>
        </p:nvGrpSpPr>
        <p:grpSpPr>
          <a:xfrm>
            <a:off x="7100170" y="1500117"/>
            <a:ext cx="368308" cy="367033"/>
            <a:chOff x="7100170" y="1500117"/>
            <a:chExt cx="368308" cy="367033"/>
          </a:xfrm>
        </p:grpSpPr>
        <p:sp>
          <p:nvSpPr>
            <p:cNvPr id="10859" name="Google Shape;10859;p7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2" name="Google Shape;10872;p77"/>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3" name="Google Shape;10873;p77"/>
          <p:cNvGrpSpPr/>
          <p:nvPr/>
        </p:nvGrpSpPr>
        <p:grpSpPr>
          <a:xfrm>
            <a:off x="6649231" y="1500021"/>
            <a:ext cx="390287" cy="367065"/>
            <a:chOff x="6649231" y="1500021"/>
            <a:chExt cx="390287" cy="367065"/>
          </a:xfrm>
        </p:grpSpPr>
        <p:sp>
          <p:nvSpPr>
            <p:cNvPr id="10874" name="Google Shape;10874;p7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77"/>
          <p:cNvGrpSpPr/>
          <p:nvPr/>
        </p:nvGrpSpPr>
        <p:grpSpPr>
          <a:xfrm>
            <a:off x="5746938" y="1543503"/>
            <a:ext cx="387261" cy="280356"/>
            <a:chOff x="5746938" y="1543503"/>
            <a:chExt cx="387261" cy="280356"/>
          </a:xfrm>
        </p:grpSpPr>
        <p:sp>
          <p:nvSpPr>
            <p:cNvPr id="10887" name="Google Shape;10887;p7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77"/>
          <p:cNvGrpSpPr/>
          <p:nvPr/>
        </p:nvGrpSpPr>
        <p:grpSpPr>
          <a:xfrm>
            <a:off x="6196730" y="1525346"/>
            <a:ext cx="369072" cy="317467"/>
            <a:chOff x="6196730" y="1525346"/>
            <a:chExt cx="369072" cy="317467"/>
          </a:xfrm>
        </p:grpSpPr>
        <p:sp>
          <p:nvSpPr>
            <p:cNvPr id="10890" name="Google Shape;10890;p7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77"/>
          <p:cNvGrpSpPr/>
          <p:nvPr/>
        </p:nvGrpSpPr>
        <p:grpSpPr>
          <a:xfrm>
            <a:off x="4940592" y="1500690"/>
            <a:ext cx="246558" cy="367161"/>
            <a:chOff x="4940592" y="1500690"/>
            <a:chExt cx="246558" cy="367161"/>
          </a:xfrm>
        </p:grpSpPr>
        <p:sp>
          <p:nvSpPr>
            <p:cNvPr id="10894" name="Google Shape;10894;p7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77"/>
          <p:cNvGrpSpPr/>
          <p:nvPr/>
        </p:nvGrpSpPr>
        <p:grpSpPr>
          <a:xfrm>
            <a:off x="7964906" y="1499894"/>
            <a:ext cx="380858" cy="367575"/>
            <a:chOff x="7964906" y="1499894"/>
            <a:chExt cx="380858" cy="367575"/>
          </a:xfrm>
        </p:grpSpPr>
        <p:sp>
          <p:nvSpPr>
            <p:cNvPr id="10899" name="Google Shape;10899;p7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2" name="Google Shape;10902;p77"/>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3" name="Google Shape;10903;p77"/>
          <p:cNvGrpSpPr/>
          <p:nvPr/>
        </p:nvGrpSpPr>
        <p:grpSpPr>
          <a:xfrm>
            <a:off x="8007400" y="2902278"/>
            <a:ext cx="285230" cy="355597"/>
            <a:chOff x="8007400" y="2902278"/>
            <a:chExt cx="285230" cy="355597"/>
          </a:xfrm>
        </p:grpSpPr>
        <p:sp>
          <p:nvSpPr>
            <p:cNvPr id="10904" name="Google Shape;10904;p7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77"/>
          <p:cNvGrpSpPr/>
          <p:nvPr/>
        </p:nvGrpSpPr>
        <p:grpSpPr>
          <a:xfrm>
            <a:off x="6219124" y="2902788"/>
            <a:ext cx="318231" cy="355470"/>
            <a:chOff x="6219124" y="2902788"/>
            <a:chExt cx="318231" cy="355470"/>
          </a:xfrm>
        </p:grpSpPr>
        <p:sp>
          <p:nvSpPr>
            <p:cNvPr id="10907" name="Google Shape;10907;p7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77"/>
          <p:cNvGrpSpPr/>
          <p:nvPr/>
        </p:nvGrpSpPr>
        <p:grpSpPr>
          <a:xfrm>
            <a:off x="4969421" y="2902852"/>
            <a:ext cx="185109" cy="355406"/>
            <a:chOff x="4969421" y="2902852"/>
            <a:chExt cx="185109" cy="355406"/>
          </a:xfrm>
        </p:grpSpPr>
        <p:sp>
          <p:nvSpPr>
            <p:cNvPr id="10911" name="Google Shape;10911;p7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7" name="Google Shape;10917;p77"/>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7"/>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9" name="Google Shape;10919;p77"/>
          <p:cNvGrpSpPr/>
          <p:nvPr/>
        </p:nvGrpSpPr>
        <p:grpSpPr>
          <a:xfrm>
            <a:off x="6685259" y="2902852"/>
            <a:ext cx="311414" cy="355406"/>
            <a:chOff x="6685259" y="2902852"/>
            <a:chExt cx="311414" cy="355406"/>
          </a:xfrm>
        </p:grpSpPr>
        <p:sp>
          <p:nvSpPr>
            <p:cNvPr id="10920" name="Google Shape;10920;p7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77"/>
          <p:cNvGrpSpPr/>
          <p:nvPr/>
        </p:nvGrpSpPr>
        <p:grpSpPr>
          <a:xfrm>
            <a:off x="5309250" y="2903170"/>
            <a:ext cx="359579" cy="355852"/>
            <a:chOff x="5309250" y="2903170"/>
            <a:chExt cx="359579" cy="355852"/>
          </a:xfrm>
        </p:grpSpPr>
        <p:sp>
          <p:nvSpPr>
            <p:cNvPr id="10924" name="Google Shape;10924;p7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77"/>
          <p:cNvGrpSpPr/>
          <p:nvPr/>
        </p:nvGrpSpPr>
        <p:grpSpPr>
          <a:xfrm>
            <a:off x="2199565" y="2421172"/>
            <a:ext cx="312179" cy="353431"/>
            <a:chOff x="2199565" y="2421172"/>
            <a:chExt cx="312179" cy="353431"/>
          </a:xfrm>
        </p:grpSpPr>
        <p:sp>
          <p:nvSpPr>
            <p:cNvPr id="10928" name="Google Shape;10928;p7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77"/>
          <p:cNvGrpSpPr/>
          <p:nvPr/>
        </p:nvGrpSpPr>
        <p:grpSpPr>
          <a:xfrm>
            <a:off x="1750887" y="2425727"/>
            <a:ext cx="320143" cy="343269"/>
            <a:chOff x="1750887" y="2425727"/>
            <a:chExt cx="320143" cy="343269"/>
          </a:xfrm>
        </p:grpSpPr>
        <p:sp>
          <p:nvSpPr>
            <p:cNvPr id="10931" name="Google Shape;10931;p7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77"/>
          <p:cNvGrpSpPr/>
          <p:nvPr/>
        </p:nvGrpSpPr>
        <p:grpSpPr>
          <a:xfrm>
            <a:off x="1298037" y="2425727"/>
            <a:ext cx="338364" cy="342887"/>
            <a:chOff x="1298037" y="2425727"/>
            <a:chExt cx="338364" cy="342887"/>
          </a:xfrm>
        </p:grpSpPr>
        <p:sp>
          <p:nvSpPr>
            <p:cNvPr id="10934" name="Google Shape;10934;p7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8" name="Google Shape;10938;p77"/>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9" name="Google Shape;10939;p77"/>
          <p:cNvGrpSpPr/>
          <p:nvPr/>
        </p:nvGrpSpPr>
        <p:grpSpPr>
          <a:xfrm>
            <a:off x="3974207" y="2429009"/>
            <a:ext cx="320143" cy="338491"/>
            <a:chOff x="3974207" y="2429009"/>
            <a:chExt cx="320143" cy="338491"/>
          </a:xfrm>
        </p:grpSpPr>
        <p:sp>
          <p:nvSpPr>
            <p:cNvPr id="10940" name="Google Shape;10940;p7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77"/>
          <p:cNvGrpSpPr/>
          <p:nvPr/>
        </p:nvGrpSpPr>
        <p:grpSpPr>
          <a:xfrm>
            <a:off x="2623237" y="2431047"/>
            <a:ext cx="355024" cy="332630"/>
            <a:chOff x="2623237" y="2431047"/>
            <a:chExt cx="355024" cy="332630"/>
          </a:xfrm>
        </p:grpSpPr>
        <p:sp>
          <p:nvSpPr>
            <p:cNvPr id="10943" name="Google Shape;10943;p7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77"/>
          <p:cNvGrpSpPr/>
          <p:nvPr/>
        </p:nvGrpSpPr>
        <p:grpSpPr>
          <a:xfrm>
            <a:off x="6657194" y="2434073"/>
            <a:ext cx="375507" cy="367925"/>
            <a:chOff x="6657194" y="2434073"/>
            <a:chExt cx="375507" cy="367925"/>
          </a:xfrm>
        </p:grpSpPr>
        <p:sp>
          <p:nvSpPr>
            <p:cNvPr id="10948" name="Google Shape;10948;p7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77"/>
          <p:cNvGrpSpPr/>
          <p:nvPr/>
        </p:nvGrpSpPr>
        <p:grpSpPr>
          <a:xfrm>
            <a:off x="7101317" y="2441655"/>
            <a:ext cx="367925" cy="352380"/>
            <a:chOff x="7101317" y="2441655"/>
            <a:chExt cx="367925" cy="352380"/>
          </a:xfrm>
        </p:grpSpPr>
        <p:sp>
          <p:nvSpPr>
            <p:cNvPr id="10952" name="Google Shape;10952;p7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77"/>
          <p:cNvGrpSpPr/>
          <p:nvPr/>
        </p:nvGrpSpPr>
        <p:grpSpPr>
          <a:xfrm>
            <a:off x="5756399" y="2434456"/>
            <a:ext cx="367925" cy="367161"/>
            <a:chOff x="5756399" y="2434456"/>
            <a:chExt cx="367925" cy="367161"/>
          </a:xfrm>
        </p:grpSpPr>
        <p:sp>
          <p:nvSpPr>
            <p:cNvPr id="10955" name="Google Shape;10955;p7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2" name="Google Shape;10962;p77"/>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7"/>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4" name="Google Shape;10964;p77"/>
          <p:cNvGrpSpPr/>
          <p:nvPr/>
        </p:nvGrpSpPr>
        <p:grpSpPr>
          <a:xfrm>
            <a:off x="7964906" y="2434073"/>
            <a:ext cx="373627" cy="367925"/>
            <a:chOff x="7964906" y="2434073"/>
            <a:chExt cx="373627" cy="367925"/>
          </a:xfrm>
        </p:grpSpPr>
        <p:sp>
          <p:nvSpPr>
            <p:cNvPr id="10965" name="Google Shape;10965;p7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77"/>
          <p:cNvGrpSpPr/>
          <p:nvPr/>
        </p:nvGrpSpPr>
        <p:grpSpPr>
          <a:xfrm>
            <a:off x="6194086" y="2437737"/>
            <a:ext cx="369837" cy="360471"/>
            <a:chOff x="6194086" y="2437737"/>
            <a:chExt cx="369837" cy="360471"/>
          </a:xfrm>
        </p:grpSpPr>
        <p:sp>
          <p:nvSpPr>
            <p:cNvPr id="10968" name="Google Shape;10968;p7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73" name="Shape 10973"/>
        <p:cNvGrpSpPr/>
        <p:nvPr/>
      </p:nvGrpSpPr>
      <p:grpSpPr>
        <a:xfrm>
          <a:off x="0" y="0"/>
          <a:ext cx="0" cy="0"/>
          <a:chOff x="0" y="0"/>
          <a:chExt cx="0" cy="0"/>
        </a:xfrm>
      </p:grpSpPr>
      <p:sp>
        <p:nvSpPr>
          <p:cNvPr id="10974" name="Google Shape;10974;p7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75" name="Google Shape;10975;p7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976" name="Google Shape;10976;p78"/>
          <p:cNvGrpSpPr/>
          <p:nvPr/>
        </p:nvGrpSpPr>
        <p:grpSpPr>
          <a:xfrm>
            <a:off x="3541011" y="1508594"/>
            <a:ext cx="350166" cy="349434"/>
            <a:chOff x="3541011" y="1508594"/>
            <a:chExt cx="350166" cy="349434"/>
          </a:xfrm>
        </p:grpSpPr>
        <p:sp>
          <p:nvSpPr>
            <p:cNvPr id="10977" name="Google Shape;10977;p7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78"/>
          <p:cNvGrpSpPr/>
          <p:nvPr/>
        </p:nvGrpSpPr>
        <p:grpSpPr>
          <a:xfrm>
            <a:off x="3122257" y="1508594"/>
            <a:ext cx="294850" cy="349434"/>
            <a:chOff x="3122257" y="1508594"/>
            <a:chExt cx="294850" cy="349434"/>
          </a:xfrm>
        </p:grpSpPr>
        <p:sp>
          <p:nvSpPr>
            <p:cNvPr id="10991" name="Google Shape;10991;p7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78"/>
          <p:cNvGrpSpPr/>
          <p:nvPr/>
        </p:nvGrpSpPr>
        <p:grpSpPr>
          <a:xfrm>
            <a:off x="910723" y="1508212"/>
            <a:ext cx="251660" cy="350166"/>
            <a:chOff x="910723" y="1508212"/>
            <a:chExt cx="251660" cy="350166"/>
          </a:xfrm>
        </p:grpSpPr>
        <p:sp>
          <p:nvSpPr>
            <p:cNvPr id="10997" name="Google Shape;10997;p7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78"/>
          <p:cNvGrpSpPr/>
          <p:nvPr/>
        </p:nvGrpSpPr>
        <p:grpSpPr>
          <a:xfrm>
            <a:off x="1308631" y="1507830"/>
            <a:ext cx="350166" cy="350198"/>
            <a:chOff x="1308631" y="1507830"/>
            <a:chExt cx="350166" cy="350198"/>
          </a:xfrm>
        </p:grpSpPr>
        <p:sp>
          <p:nvSpPr>
            <p:cNvPr id="11015" name="Google Shape;11015;p7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78"/>
          <p:cNvGrpSpPr/>
          <p:nvPr/>
        </p:nvGrpSpPr>
        <p:grpSpPr>
          <a:xfrm>
            <a:off x="1756921" y="1509739"/>
            <a:ext cx="345997" cy="345997"/>
            <a:chOff x="1756921" y="1509739"/>
            <a:chExt cx="345997" cy="345997"/>
          </a:xfrm>
        </p:grpSpPr>
        <p:sp>
          <p:nvSpPr>
            <p:cNvPr id="11020" name="Google Shape;11020;p7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78"/>
          <p:cNvGrpSpPr/>
          <p:nvPr/>
        </p:nvGrpSpPr>
        <p:grpSpPr>
          <a:xfrm>
            <a:off x="2216956" y="1510503"/>
            <a:ext cx="318721" cy="345615"/>
            <a:chOff x="2216956" y="1510503"/>
            <a:chExt cx="318721" cy="345615"/>
          </a:xfrm>
        </p:grpSpPr>
        <p:sp>
          <p:nvSpPr>
            <p:cNvPr id="11038" name="Google Shape;11038;p7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78"/>
          <p:cNvGrpSpPr/>
          <p:nvPr/>
        </p:nvGrpSpPr>
        <p:grpSpPr>
          <a:xfrm>
            <a:off x="3988156" y="1568461"/>
            <a:ext cx="349052" cy="230049"/>
            <a:chOff x="3988156" y="1568461"/>
            <a:chExt cx="349052" cy="230049"/>
          </a:xfrm>
        </p:grpSpPr>
        <p:sp>
          <p:nvSpPr>
            <p:cNvPr id="11044" name="Google Shape;11044;p7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78"/>
          <p:cNvGrpSpPr/>
          <p:nvPr/>
        </p:nvGrpSpPr>
        <p:grpSpPr>
          <a:xfrm>
            <a:off x="2633037" y="1499873"/>
            <a:ext cx="379002" cy="366112"/>
            <a:chOff x="2633037" y="1499873"/>
            <a:chExt cx="379002" cy="366112"/>
          </a:xfrm>
        </p:grpSpPr>
        <p:sp>
          <p:nvSpPr>
            <p:cNvPr id="11052" name="Google Shape;11052;p7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78"/>
          <p:cNvGrpSpPr/>
          <p:nvPr/>
        </p:nvGrpSpPr>
        <p:grpSpPr>
          <a:xfrm>
            <a:off x="6675256" y="1516169"/>
            <a:ext cx="327823" cy="357009"/>
            <a:chOff x="6675256" y="1516169"/>
            <a:chExt cx="327823" cy="357009"/>
          </a:xfrm>
        </p:grpSpPr>
        <p:sp>
          <p:nvSpPr>
            <p:cNvPr id="11059" name="Google Shape;11059;p7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78"/>
          <p:cNvGrpSpPr/>
          <p:nvPr/>
        </p:nvGrpSpPr>
        <p:grpSpPr>
          <a:xfrm>
            <a:off x="8020159" y="1516551"/>
            <a:ext cx="300897" cy="356627"/>
            <a:chOff x="8020159" y="1516551"/>
            <a:chExt cx="300897" cy="356627"/>
          </a:xfrm>
        </p:grpSpPr>
        <p:sp>
          <p:nvSpPr>
            <p:cNvPr id="11069" name="Google Shape;11069;p7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78"/>
          <p:cNvGrpSpPr/>
          <p:nvPr/>
        </p:nvGrpSpPr>
        <p:grpSpPr>
          <a:xfrm>
            <a:off x="5377363" y="1516169"/>
            <a:ext cx="257357" cy="356627"/>
            <a:chOff x="5377363" y="1516169"/>
            <a:chExt cx="257357" cy="356627"/>
          </a:xfrm>
        </p:grpSpPr>
        <p:sp>
          <p:nvSpPr>
            <p:cNvPr id="11075" name="Google Shape;11075;p7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78"/>
          <p:cNvGrpSpPr/>
          <p:nvPr/>
        </p:nvGrpSpPr>
        <p:grpSpPr>
          <a:xfrm>
            <a:off x="4880567" y="1535870"/>
            <a:ext cx="356245" cy="317607"/>
            <a:chOff x="4880567" y="1535870"/>
            <a:chExt cx="356245" cy="317607"/>
          </a:xfrm>
        </p:grpSpPr>
        <p:sp>
          <p:nvSpPr>
            <p:cNvPr id="11093" name="Google Shape;11093;p7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78"/>
          <p:cNvGrpSpPr/>
          <p:nvPr/>
        </p:nvGrpSpPr>
        <p:grpSpPr>
          <a:xfrm>
            <a:off x="5771483" y="1515787"/>
            <a:ext cx="357359" cy="357391"/>
            <a:chOff x="5771483" y="1515787"/>
            <a:chExt cx="357359" cy="357391"/>
          </a:xfrm>
        </p:grpSpPr>
        <p:sp>
          <p:nvSpPr>
            <p:cNvPr id="11099" name="Google Shape;11099;p7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78"/>
          <p:cNvGrpSpPr/>
          <p:nvPr/>
        </p:nvGrpSpPr>
        <p:grpSpPr>
          <a:xfrm>
            <a:off x="7121669" y="1533610"/>
            <a:ext cx="321362" cy="321362"/>
            <a:chOff x="7121669" y="1533610"/>
            <a:chExt cx="321362" cy="321362"/>
          </a:xfrm>
        </p:grpSpPr>
        <p:sp>
          <p:nvSpPr>
            <p:cNvPr id="11104" name="Google Shape;11104;p7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78"/>
          <p:cNvGrpSpPr/>
          <p:nvPr/>
        </p:nvGrpSpPr>
        <p:grpSpPr>
          <a:xfrm>
            <a:off x="7562766" y="1514864"/>
            <a:ext cx="327059" cy="360192"/>
            <a:chOff x="7562766" y="1514864"/>
            <a:chExt cx="327059" cy="360192"/>
          </a:xfrm>
        </p:grpSpPr>
        <p:sp>
          <p:nvSpPr>
            <p:cNvPr id="11109" name="Google Shape;11109;p7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78"/>
          <p:cNvGrpSpPr/>
          <p:nvPr/>
        </p:nvGrpSpPr>
        <p:grpSpPr>
          <a:xfrm>
            <a:off x="6221229" y="1498673"/>
            <a:ext cx="361636" cy="362183"/>
            <a:chOff x="6259175" y="1559008"/>
            <a:chExt cx="271743" cy="272093"/>
          </a:xfrm>
        </p:grpSpPr>
        <p:sp>
          <p:nvSpPr>
            <p:cNvPr id="11114" name="Google Shape;11114;p7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78"/>
          <p:cNvGrpSpPr/>
          <p:nvPr/>
        </p:nvGrpSpPr>
        <p:grpSpPr>
          <a:xfrm>
            <a:off x="2661459" y="2015001"/>
            <a:ext cx="322508" cy="273494"/>
            <a:chOff x="2661459" y="2015001"/>
            <a:chExt cx="322508" cy="273494"/>
          </a:xfrm>
        </p:grpSpPr>
        <p:sp>
          <p:nvSpPr>
            <p:cNvPr id="11132" name="Google Shape;11132;p7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78"/>
          <p:cNvGrpSpPr/>
          <p:nvPr/>
        </p:nvGrpSpPr>
        <p:grpSpPr>
          <a:xfrm>
            <a:off x="6671087" y="2009304"/>
            <a:ext cx="332757" cy="281833"/>
            <a:chOff x="6671087" y="2009304"/>
            <a:chExt cx="332757" cy="281833"/>
          </a:xfrm>
        </p:grpSpPr>
        <p:sp>
          <p:nvSpPr>
            <p:cNvPr id="11135" name="Google Shape;11135;p7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7" name="Google Shape;11137;p78"/>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8" name="Google Shape;11138;p78"/>
          <p:cNvGrpSpPr/>
          <p:nvPr/>
        </p:nvGrpSpPr>
        <p:grpSpPr>
          <a:xfrm>
            <a:off x="2201806" y="1976585"/>
            <a:ext cx="349784" cy="349434"/>
            <a:chOff x="2201806" y="1976585"/>
            <a:chExt cx="349784" cy="349434"/>
          </a:xfrm>
        </p:grpSpPr>
        <p:sp>
          <p:nvSpPr>
            <p:cNvPr id="11139" name="Google Shape;11139;p7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78"/>
          <p:cNvGrpSpPr/>
          <p:nvPr/>
        </p:nvGrpSpPr>
        <p:grpSpPr>
          <a:xfrm>
            <a:off x="3094217" y="1976585"/>
            <a:ext cx="350198" cy="350548"/>
            <a:chOff x="3094217" y="1976585"/>
            <a:chExt cx="350198" cy="350548"/>
          </a:xfrm>
        </p:grpSpPr>
        <p:sp>
          <p:nvSpPr>
            <p:cNvPr id="11144" name="Google Shape;11144;p7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78"/>
          <p:cNvGrpSpPr/>
          <p:nvPr/>
        </p:nvGrpSpPr>
        <p:grpSpPr>
          <a:xfrm>
            <a:off x="870939" y="1975821"/>
            <a:ext cx="332375" cy="350071"/>
            <a:chOff x="870939" y="1975821"/>
            <a:chExt cx="332375" cy="350071"/>
          </a:xfrm>
        </p:grpSpPr>
        <p:sp>
          <p:nvSpPr>
            <p:cNvPr id="11158" name="Google Shape;11158;p7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2" name="Google Shape;11162;p78"/>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3" name="Google Shape;11163;p78"/>
          <p:cNvGrpSpPr/>
          <p:nvPr/>
        </p:nvGrpSpPr>
        <p:grpSpPr>
          <a:xfrm>
            <a:off x="3979435" y="1976585"/>
            <a:ext cx="345265" cy="349848"/>
            <a:chOff x="3979435" y="1976585"/>
            <a:chExt cx="345265" cy="349848"/>
          </a:xfrm>
        </p:grpSpPr>
        <p:sp>
          <p:nvSpPr>
            <p:cNvPr id="11164" name="Google Shape;11164;p7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78"/>
          <p:cNvGrpSpPr/>
          <p:nvPr/>
        </p:nvGrpSpPr>
        <p:grpSpPr>
          <a:xfrm>
            <a:off x="3576626" y="1975821"/>
            <a:ext cx="284251" cy="351694"/>
            <a:chOff x="3576626" y="1975821"/>
            <a:chExt cx="284251" cy="351694"/>
          </a:xfrm>
        </p:grpSpPr>
        <p:sp>
          <p:nvSpPr>
            <p:cNvPr id="11182" name="Google Shape;11182;p7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78"/>
          <p:cNvGrpSpPr/>
          <p:nvPr/>
        </p:nvGrpSpPr>
        <p:grpSpPr>
          <a:xfrm>
            <a:off x="2722090" y="2890162"/>
            <a:ext cx="238770" cy="371841"/>
            <a:chOff x="2722090" y="2890162"/>
            <a:chExt cx="238770" cy="371841"/>
          </a:xfrm>
        </p:grpSpPr>
        <p:sp>
          <p:nvSpPr>
            <p:cNvPr id="11186" name="Google Shape;11186;p7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9" name="Google Shape;11189;p78"/>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0" name="Google Shape;11190;p78"/>
          <p:cNvGrpSpPr/>
          <p:nvPr/>
        </p:nvGrpSpPr>
        <p:grpSpPr>
          <a:xfrm>
            <a:off x="6216367" y="1970156"/>
            <a:ext cx="361147" cy="361147"/>
            <a:chOff x="6216367" y="1970156"/>
            <a:chExt cx="361147" cy="361147"/>
          </a:xfrm>
        </p:grpSpPr>
        <p:sp>
          <p:nvSpPr>
            <p:cNvPr id="11191" name="Google Shape;11191;p7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78"/>
          <p:cNvGrpSpPr/>
          <p:nvPr/>
        </p:nvGrpSpPr>
        <p:grpSpPr>
          <a:xfrm>
            <a:off x="1289311" y="2926222"/>
            <a:ext cx="408156" cy="299783"/>
            <a:chOff x="1289311" y="2926222"/>
            <a:chExt cx="408156" cy="299783"/>
          </a:xfrm>
        </p:grpSpPr>
        <p:sp>
          <p:nvSpPr>
            <p:cNvPr id="11196" name="Google Shape;11196;p7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78"/>
          <p:cNvGrpSpPr/>
          <p:nvPr/>
        </p:nvGrpSpPr>
        <p:grpSpPr>
          <a:xfrm>
            <a:off x="7978465" y="1969392"/>
            <a:ext cx="361147" cy="360797"/>
            <a:chOff x="7978465" y="1969392"/>
            <a:chExt cx="361147" cy="360797"/>
          </a:xfrm>
        </p:grpSpPr>
        <p:sp>
          <p:nvSpPr>
            <p:cNvPr id="11199" name="Google Shape;11199;p7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8" name="Google Shape;11208;p78"/>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9" name="Google Shape;11209;p78"/>
          <p:cNvGrpSpPr/>
          <p:nvPr/>
        </p:nvGrpSpPr>
        <p:grpSpPr>
          <a:xfrm>
            <a:off x="854261" y="2908813"/>
            <a:ext cx="377474" cy="335748"/>
            <a:chOff x="854261" y="2908813"/>
            <a:chExt cx="377474" cy="335748"/>
          </a:xfrm>
        </p:grpSpPr>
        <p:sp>
          <p:nvSpPr>
            <p:cNvPr id="11210" name="Google Shape;11210;p7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78"/>
          <p:cNvGrpSpPr/>
          <p:nvPr/>
        </p:nvGrpSpPr>
        <p:grpSpPr>
          <a:xfrm>
            <a:off x="1749728" y="2894777"/>
            <a:ext cx="386927" cy="363438"/>
            <a:chOff x="1749728" y="2894777"/>
            <a:chExt cx="386927" cy="363438"/>
          </a:xfrm>
        </p:grpSpPr>
        <p:sp>
          <p:nvSpPr>
            <p:cNvPr id="11216" name="Google Shape;11216;p7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78"/>
          <p:cNvGrpSpPr/>
          <p:nvPr/>
        </p:nvGrpSpPr>
        <p:grpSpPr>
          <a:xfrm>
            <a:off x="7098912" y="1969392"/>
            <a:ext cx="359651" cy="361560"/>
            <a:chOff x="7098912" y="1969392"/>
            <a:chExt cx="359651" cy="361560"/>
          </a:xfrm>
        </p:grpSpPr>
        <p:sp>
          <p:nvSpPr>
            <p:cNvPr id="11224" name="Google Shape;11224;p7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7" name="Google Shape;11237;p78"/>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8" name="Google Shape;11238;p78"/>
          <p:cNvGrpSpPr/>
          <p:nvPr/>
        </p:nvGrpSpPr>
        <p:grpSpPr>
          <a:xfrm>
            <a:off x="5352728" y="1990239"/>
            <a:ext cx="327091" cy="322508"/>
            <a:chOff x="5352728" y="1990239"/>
            <a:chExt cx="327091" cy="322508"/>
          </a:xfrm>
        </p:grpSpPr>
        <p:sp>
          <p:nvSpPr>
            <p:cNvPr id="11239" name="Google Shape;11239;p7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78"/>
          <p:cNvGrpSpPr/>
          <p:nvPr/>
        </p:nvGrpSpPr>
        <p:grpSpPr>
          <a:xfrm>
            <a:off x="7538896" y="1970156"/>
            <a:ext cx="361147" cy="361529"/>
            <a:chOff x="7538896" y="1970156"/>
            <a:chExt cx="361147" cy="361529"/>
          </a:xfrm>
        </p:grpSpPr>
        <p:sp>
          <p:nvSpPr>
            <p:cNvPr id="11243" name="Google Shape;11243;p7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78"/>
          <p:cNvGrpSpPr/>
          <p:nvPr/>
        </p:nvGrpSpPr>
        <p:grpSpPr>
          <a:xfrm>
            <a:off x="4896099" y="1970920"/>
            <a:ext cx="358155" cy="358123"/>
            <a:chOff x="4896099" y="1970920"/>
            <a:chExt cx="358155" cy="358123"/>
          </a:xfrm>
        </p:grpSpPr>
        <p:sp>
          <p:nvSpPr>
            <p:cNvPr id="11250" name="Google Shape;11250;p7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78"/>
          <p:cNvGrpSpPr/>
          <p:nvPr/>
        </p:nvGrpSpPr>
        <p:grpSpPr>
          <a:xfrm>
            <a:off x="4048787" y="2977019"/>
            <a:ext cx="283488" cy="198604"/>
            <a:chOff x="4048787" y="2977019"/>
            <a:chExt cx="283488" cy="198604"/>
          </a:xfrm>
        </p:grpSpPr>
        <p:sp>
          <p:nvSpPr>
            <p:cNvPr id="11254" name="Google Shape;11254;p7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78"/>
          <p:cNvGrpSpPr/>
          <p:nvPr/>
        </p:nvGrpSpPr>
        <p:grpSpPr>
          <a:xfrm>
            <a:off x="4054103" y="2430191"/>
            <a:ext cx="218687" cy="349052"/>
            <a:chOff x="4054103" y="2430191"/>
            <a:chExt cx="218687" cy="349052"/>
          </a:xfrm>
        </p:grpSpPr>
        <p:sp>
          <p:nvSpPr>
            <p:cNvPr id="11261" name="Google Shape;11261;p7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78"/>
          <p:cNvGrpSpPr/>
          <p:nvPr/>
        </p:nvGrpSpPr>
        <p:grpSpPr>
          <a:xfrm>
            <a:off x="2185128" y="2427549"/>
            <a:ext cx="382758" cy="356595"/>
            <a:chOff x="2185128" y="2427549"/>
            <a:chExt cx="382758" cy="356595"/>
          </a:xfrm>
        </p:grpSpPr>
        <p:sp>
          <p:nvSpPr>
            <p:cNvPr id="11264" name="Google Shape;11264;p7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78"/>
          <p:cNvGrpSpPr/>
          <p:nvPr/>
        </p:nvGrpSpPr>
        <p:grpSpPr>
          <a:xfrm>
            <a:off x="3539102" y="2427549"/>
            <a:ext cx="355099" cy="355481"/>
            <a:chOff x="3539102" y="2427549"/>
            <a:chExt cx="355099" cy="355481"/>
          </a:xfrm>
        </p:grpSpPr>
        <p:sp>
          <p:nvSpPr>
            <p:cNvPr id="11269" name="Google Shape;11269;p7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1" name="Google Shape;11271;p78"/>
          <p:cNvGrpSpPr/>
          <p:nvPr/>
        </p:nvGrpSpPr>
        <p:grpSpPr>
          <a:xfrm>
            <a:off x="2656907" y="2439293"/>
            <a:ext cx="332757" cy="332343"/>
            <a:chOff x="2656907" y="2439293"/>
            <a:chExt cx="332757" cy="332343"/>
          </a:xfrm>
        </p:grpSpPr>
        <p:sp>
          <p:nvSpPr>
            <p:cNvPr id="11272" name="Google Shape;11272;p7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78"/>
          <p:cNvGrpSpPr/>
          <p:nvPr/>
        </p:nvGrpSpPr>
        <p:grpSpPr>
          <a:xfrm>
            <a:off x="1731523" y="2422616"/>
            <a:ext cx="399435" cy="365698"/>
            <a:chOff x="1731523" y="2422616"/>
            <a:chExt cx="399435" cy="365698"/>
          </a:xfrm>
        </p:grpSpPr>
        <p:sp>
          <p:nvSpPr>
            <p:cNvPr id="11280" name="Google Shape;11280;p7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78"/>
          <p:cNvGrpSpPr/>
          <p:nvPr/>
        </p:nvGrpSpPr>
        <p:grpSpPr>
          <a:xfrm>
            <a:off x="3097241" y="2433564"/>
            <a:ext cx="344883" cy="343387"/>
            <a:chOff x="3097241" y="2433564"/>
            <a:chExt cx="344883" cy="343387"/>
          </a:xfrm>
        </p:grpSpPr>
        <p:sp>
          <p:nvSpPr>
            <p:cNvPr id="11284" name="Google Shape;11284;p7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78"/>
          <p:cNvGrpSpPr/>
          <p:nvPr/>
        </p:nvGrpSpPr>
        <p:grpSpPr>
          <a:xfrm>
            <a:off x="1278299" y="2439293"/>
            <a:ext cx="410829" cy="332343"/>
            <a:chOff x="1278299" y="2439293"/>
            <a:chExt cx="410829" cy="332343"/>
          </a:xfrm>
        </p:grpSpPr>
        <p:sp>
          <p:nvSpPr>
            <p:cNvPr id="11294" name="Google Shape;11294;p7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78"/>
          <p:cNvGrpSpPr/>
          <p:nvPr/>
        </p:nvGrpSpPr>
        <p:grpSpPr>
          <a:xfrm>
            <a:off x="870939" y="2439293"/>
            <a:ext cx="331993" cy="331993"/>
            <a:chOff x="870939" y="2439293"/>
            <a:chExt cx="331993" cy="331993"/>
          </a:xfrm>
        </p:grpSpPr>
        <p:sp>
          <p:nvSpPr>
            <p:cNvPr id="11303" name="Google Shape;11303;p7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78"/>
          <p:cNvGrpSpPr/>
          <p:nvPr/>
        </p:nvGrpSpPr>
        <p:grpSpPr>
          <a:xfrm>
            <a:off x="6644957" y="2456353"/>
            <a:ext cx="371395" cy="278904"/>
            <a:chOff x="6644957" y="2456353"/>
            <a:chExt cx="371395" cy="278904"/>
          </a:xfrm>
        </p:grpSpPr>
        <p:sp>
          <p:nvSpPr>
            <p:cNvPr id="11320" name="Google Shape;11320;p7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78"/>
          <p:cNvGrpSpPr/>
          <p:nvPr/>
        </p:nvGrpSpPr>
        <p:grpSpPr>
          <a:xfrm>
            <a:off x="5388757" y="2414659"/>
            <a:ext cx="260349" cy="362292"/>
            <a:chOff x="5388757" y="2414659"/>
            <a:chExt cx="260349" cy="362292"/>
          </a:xfrm>
        </p:grpSpPr>
        <p:sp>
          <p:nvSpPr>
            <p:cNvPr id="11326" name="Google Shape;11326;p7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78"/>
          <p:cNvGrpSpPr/>
          <p:nvPr/>
        </p:nvGrpSpPr>
        <p:grpSpPr>
          <a:xfrm>
            <a:off x="3567142" y="2905757"/>
            <a:ext cx="348288" cy="340331"/>
            <a:chOff x="3567142" y="2905757"/>
            <a:chExt cx="348288" cy="340331"/>
          </a:xfrm>
        </p:grpSpPr>
        <p:sp>
          <p:nvSpPr>
            <p:cNvPr id="11347" name="Google Shape;11347;p7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78"/>
          <p:cNvGrpSpPr/>
          <p:nvPr/>
        </p:nvGrpSpPr>
        <p:grpSpPr>
          <a:xfrm>
            <a:off x="7967103" y="2415041"/>
            <a:ext cx="355863" cy="361911"/>
            <a:chOff x="7967103" y="2415041"/>
            <a:chExt cx="355863" cy="361911"/>
          </a:xfrm>
        </p:grpSpPr>
        <p:sp>
          <p:nvSpPr>
            <p:cNvPr id="11353" name="Google Shape;11353;p7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78"/>
          <p:cNvGrpSpPr/>
          <p:nvPr/>
        </p:nvGrpSpPr>
        <p:grpSpPr>
          <a:xfrm>
            <a:off x="7529411" y="2414659"/>
            <a:ext cx="355863" cy="362292"/>
            <a:chOff x="7529411" y="2414659"/>
            <a:chExt cx="355863" cy="362292"/>
          </a:xfrm>
        </p:grpSpPr>
        <p:sp>
          <p:nvSpPr>
            <p:cNvPr id="11365" name="Google Shape;11365;p7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78"/>
          <p:cNvGrpSpPr/>
          <p:nvPr/>
        </p:nvGrpSpPr>
        <p:grpSpPr>
          <a:xfrm>
            <a:off x="5733194" y="2431718"/>
            <a:ext cx="446826" cy="327059"/>
            <a:chOff x="5733194" y="2431718"/>
            <a:chExt cx="446826" cy="327059"/>
          </a:xfrm>
        </p:grpSpPr>
        <p:sp>
          <p:nvSpPr>
            <p:cNvPr id="11378" name="Google Shape;11378;p7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78"/>
          <p:cNvGrpSpPr/>
          <p:nvPr/>
        </p:nvGrpSpPr>
        <p:grpSpPr>
          <a:xfrm>
            <a:off x="4876780" y="2418064"/>
            <a:ext cx="407774" cy="356627"/>
            <a:chOff x="4876780" y="2418064"/>
            <a:chExt cx="407774" cy="356627"/>
          </a:xfrm>
        </p:grpSpPr>
        <p:sp>
          <p:nvSpPr>
            <p:cNvPr id="11382" name="Google Shape;11382;p7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78"/>
          <p:cNvGrpSpPr/>
          <p:nvPr/>
        </p:nvGrpSpPr>
        <p:grpSpPr>
          <a:xfrm>
            <a:off x="7070872" y="2410871"/>
            <a:ext cx="398321" cy="371013"/>
            <a:chOff x="7070872" y="2410871"/>
            <a:chExt cx="398321" cy="371013"/>
          </a:xfrm>
        </p:grpSpPr>
        <p:sp>
          <p:nvSpPr>
            <p:cNvPr id="11391" name="Google Shape;11391;p7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5" name="Google Shape;11395;p78"/>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6" name="Google Shape;11396;p78"/>
          <p:cNvGrpSpPr/>
          <p:nvPr/>
        </p:nvGrpSpPr>
        <p:grpSpPr>
          <a:xfrm>
            <a:off x="5318259" y="2982111"/>
            <a:ext cx="371013" cy="220787"/>
            <a:chOff x="5318259" y="2982111"/>
            <a:chExt cx="371013" cy="220787"/>
          </a:xfrm>
        </p:grpSpPr>
        <p:sp>
          <p:nvSpPr>
            <p:cNvPr id="11397" name="Google Shape;11397;p7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78"/>
          <p:cNvGrpSpPr/>
          <p:nvPr/>
        </p:nvGrpSpPr>
        <p:grpSpPr>
          <a:xfrm>
            <a:off x="7073928" y="2905757"/>
            <a:ext cx="371395" cy="371809"/>
            <a:chOff x="7073928" y="2905757"/>
            <a:chExt cx="371395" cy="371809"/>
          </a:xfrm>
        </p:grpSpPr>
        <p:sp>
          <p:nvSpPr>
            <p:cNvPr id="11406" name="Google Shape;11406;p7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78"/>
          <p:cNvGrpSpPr/>
          <p:nvPr/>
        </p:nvGrpSpPr>
        <p:grpSpPr>
          <a:xfrm>
            <a:off x="6188327" y="2955408"/>
            <a:ext cx="371395" cy="272857"/>
            <a:chOff x="6188327" y="2955408"/>
            <a:chExt cx="371395" cy="272857"/>
          </a:xfrm>
        </p:grpSpPr>
        <p:sp>
          <p:nvSpPr>
            <p:cNvPr id="11410" name="Google Shape;11410;p7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78"/>
          <p:cNvGrpSpPr/>
          <p:nvPr/>
        </p:nvGrpSpPr>
        <p:grpSpPr>
          <a:xfrm>
            <a:off x="7521454" y="2906139"/>
            <a:ext cx="359651" cy="371013"/>
            <a:chOff x="7521454" y="2906139"/>
            <a:chExt cx="359651" cy="371013"/>
          </a:xfrm>
        </p:grpSpPr>
        <p:sp>
          <p:nvSpPr>
            <p:cNvPr id="11413" name="Google Shape;11413;p7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78"/>
          <p:cNvGrpSpPr/>
          <p:nvPr/>
        </p:nvGrpSpPr>
        <p:grpSpPr>
          <a:xfrm>
            <a:off x="5782845" y="2906521"/>
            <a:ext cx="301661" cy="371013"/>
            <a:chOff x="5782845" y="2906521"/>
            <a:chExt cx="301661" cy="371013"/>
          </a:xfrm>
        </p:grpSpPr>
        <p:sp>
          <p:nvSpPr>
            <p:cNvPr id="11419" name="Google Shape;11419;p7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78"/>
          <p:cNvGrpSpPr/>
          <p:nvPr/>
        </p:nvGrpSpPr>
        <p:grpSpPr>
          <a:xfrm>
            <a:off x="6630539" y="2917502"/>
            <a:ext cx="371777" cy="349434"/>
            <a:chOff x="6630539" y="2917502"/>
            <a:chExt cx="371777" cy="349434"/>
          </a:xfrm>
        </p:grpSpPr>
        <p:sp>
          <p:nvSpPr>
            <p:cNvPr id="11423" name="Google Shape;11423;p7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78"/>
          <p:cNvGrpSpPr/>
          <p:nvPr/>
        </p:nvGrpSpPr>
        <p:grpSpPr>
          <a:xfrm>
            <a:off x="2171474" y="3369229"/>
            <a:ext cx="408156" cy="343737"/>
            <a:chOff x="2171474" y="3369229"/>
            <a:chExt cx="408156" cy="343737"/>
          </a:xfrm>
        </p:grpSpPr>
        <p:sp>
          <p:nvSpPr>
            <p:cNvPr id="11431" name="Google Shape;11431;p7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78"/>
          <p:cNvGrpSpPr/>
          <p:nvPr/>
        </p:nvGrpSpPr>
        <p:grpSpPr>
          <a:xfrm>
            <a:off x="4891198" y="2925108"/>
            <a:ext cx="334634" cy="334634"/>
            <a:chOff x="4891198" y="2925108"/>
            <a:chExt cx="334634" cy="334634"/>
          </a:xfrm>
        </p:grpSpPr>
        <p:sp>
          <p:nvSpPr>
            <p:cNvPr id="11436" name="Google Shape;11436;p7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78"/>
          <p:cNvGrpSpPr/>
          <p:nvPr/>
        </p:nvGrpSpPr>
        <p:grpSpPr>
          <a:xfrm>
            <a:off x="7976174" y="2925108"/>
            <a:ext cx="334666" cy="334634"/>
            <a:chOff x="7976174" y="2925108"/>
            <a:chExt cx="334666" cy="334634"/>
          </a:xfrm>
        </p:grpSpPr>
        <p:sp>
          <p:nvSpPr>
            <p:cNvPr id="11445" name="Google Shape;11445;p7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78"/>
          <p:cNvGrpSpPr/>
          <p:nvPr/>
        </p:nvGrpSpPr>
        <p:grpSpPr>
          <a:xfrm>
            <a:off x="3091957" y="3374131"/>
            <a:ext cx="354717" cy="332757"/>
            <a:chOff x="3091957" y="3374131"/>
            <a:chExt cx="354717" cy="332757"/>
          </a:xfrm>
        </p:grpSpPr>
        <p:sp>
          <p:nvSpPr>
            <p:cNvPr id="11455" name="Google Shape;11455;p7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78"/>
          <p:cNvGrpSpPr/>
          <p:nvPr/>
        </p:nvGrpSpPr>
        <p:grpSpPr>
          <a:xfrm>
            <a:off x="3988156" y="3380210"/>
            <a:ext cx="353954" cy="318880"/>
            <a:chOff x="3988156" y="3380210"/>
            <a:chExt cx="353954" cy="318880"/>
          </a:xfrm>
        </p:grpSpPr>
        <p:sp>
          <p:nvSpPr>
            <p:cNvPr id="11462" name="Google Shape;11462;p7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78"/>
          <p:cNvGrpSpPr/>
          <p:nvPr/>
        </p:nvGrpSpPr>
        <p:grpSpPr>
          <a:xfrm>
            <a:off x="3541011" y="3367320"/>
            <a:ext cx="348257" cy="346188"/>
            <a:chOff x="3541011" y="3367320"/>
            <a:chExt cx="348257" cy="346188"/>
          </a:xfrm>
        </p:grpSpPr>
        <p:sp>
          <p:nvSpPr>
            <p:cNvPr id="11468" name="Google Shape;11468;p7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78"/>
          <p:cNvGrpSpPr/>
          <p:nvPr/>
        </p:nvGrpSpPr>
        <p:grpSpPr>
          <a:xfrm>
            <a:off x="850092" y="3352934"/>
            <a:ext cx="369517" cy="375660"/>
            <a:chOff x="850092" y="3352934"/>
            <a:chExt cx="369517" cy="375660"/>
          </a:xfrm>
        </p:grpSpPr>
        <p:sp>
          <p:nvSpPr>
            <p:cNvPr id="11473" name="Google Shape;11473;p7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78"/>
          <p:cNvGrpSpPr/>
          <p:nvPr/>
        </p:nvGrpSpPr>
        <p:grpSpPr>
          <a:xfrm>
            <a:off x="1314678" y="3358217"/>
            <a:ext cx="334666" cy="365348"/>
            <a:chOff x="1314678" y="3358217"/>
            <a:chExt cx="334666" cy="365348"/>
          </a:xfrm>
        </p:grpSpPr>
        <p:sp>
          <p:nvSpPr>
            <p:cNvPr id="11479" name="Google Shape;11479;p7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78"/>
          <p:cNvGrpSpPr/>
          <p:nvPr/>
        </p:nvGrpSpPr>
        <p:grpSpPr>
          <a:xfrm>
            <a:off x="1748582" y="3372635"/>
            <a:ext cx="359269" cy="335780"/>
            <a:chOff x="1748582" y="3372635"/>
            <a:chExt cx="359269" cy="335780"/>
          </a:xfrm>
        </p:grpSpPr>
        <p:sp>
          <p:nvSpPr>
            <p:cNvPr id="11485" name="Google Shape;11485;p7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6" name="Google Shape;11486;p78"/>
            <p:cNvGrpSpPr/>
            <p:nvPr/>
          </p:nvGrpSpPr>
          <p:grpSpPr>
            <a:xfrm>
              <a:off x="1748582" y="3372635"/>
              <a:ext cx="333520" cy="335780"/>
              <a:chOff x="1748582" y="3372635"/>
              <a:chExt cx="333520" cy="335780"/>
            </a:xfrm>
          </p:grpSpPr>
          <p:sp>
            <p:nvSpPr>
              <p:cNvPr id="11487" name="Google Shape;11487;p7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90" name="Google Shape;11490;p78"/>
          <p:cNvGrpSpPr/>
          <p:nvPr/>
        </p:nvGrpSpPr>
        <p:grpSpPr>
          <a:xfrm>
            <a:off x="2640993" y="3357835"/>
            <a:ext cx="365348" cy="364966"/>
            <a:chOff x="2640993" y="3357835"/>
            <a:chExt cx="365348" cy="364966"/>
          </a:xfrm>
        </p:grpSpPr>
        <p:sp>
          <p:nvSpPr>
            <p:cNvPr id="11491" name="Google Shape;11491;p7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78"/>
          <p:cNvGrpSpPr/>
          <p:nvPr/>
        </p:nvGrpSpPr>
        <p:grpSpPr>
          <a:xfrm>
            <a:off x="4886264" y="3366174"/>
            <a:ext cx="350548" cy="350198"/>
            <a:chOff x="4886264" y="3366174"/>
            <a:chExt cx="350548" cy="350198"/>
          </a:xfrm>
        </p:grpSpPr>
        <p:sp>
          <p:nvSpPr>
            <p:cNvPr id="11502" name="Google Shape;11502;p7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78"/>
          <p:cNvGrpSpPr/>
          <p:nvPr/>
        </p:nvGrpSpPr>
        <p:grpSpPr>
          <a:xfrm>
            <a:off x="5331913" y="3413947"/>
            <a:ext cx="347143" cy="254684"/>
            <a:chOff x="5331913" y="3413947"/>
            <a:chExt cx="347143" cy="254684"/>
          </a:xfrm>
        </p:grpSpPr>
        <p:sp>
          <p:nvSpPr>
            <p:cNvPr id="11516" name="Google Shape;11516;p7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78"/>
          <p:cNvGrpSpPr/>
          <p:nvPr/>
        </p:nvGrpSpPr>
        <p:grpSpPr>
          <a:xfrm>
            <a:off x="5776798" y="3409778"/>
            <a:ext cx="346379" cy="264518"/>
            <a:chOff x="5776798" y="3409778"/>
            <a:chExt cx="346379" cy="264518"/>
          </a:xfrm>
        </p:grpSpPr>
        <p:sp>
          <p:nvSpPr>
            <p:cNvPr id="11523" name="Google Shape;11523;p7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78"/>
          <p:cNvGrpSpPr/>
          <p:nvPr/>
        </p:nvGrpSpPr>
        <p:grpSpPr>
          <a:xfrm>
            <a:off x="7108015" y="3396505"/>
            <a:ext cx="344883" cy="290299"/>
            <a:chOff x="7108015" y="3396505"/>
            <a:chExt cx="344883" cy="290299"/>
          </a:xfrm>
        </p:grpSpPr>
        <p:sp>
          <p:nvSpPr>
            <p:cNvPr id="11530" name="Google Shape;11530;p7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78"/>
          <p:cNvGrpSpPr/>
          <p:nvPr/>
        </p:nvGrpSpPr>
        <p:grpSpPr>
          <a:xfrm>
            <a:off x="7551754" y="3390808"/>
            <a:ext cx="344883" cy="301311"/>
            <a:chOff x="7551754" y="3390808"/>
            <a:chExt cx="344883" cy="301311"/>
          </a:xfrm>
        </p:grpSpPr>
        <p:sp>
          <p:nvSpPr>
            <p:cNvPr id="11535" name="Google Shape;11535;p7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78"/>
          <p:cNvGrpSpPr/>
          <p:nvPr/>
        </p:nvGrpSpPr>
        <p:grpSpPr>
          <a:xfrm>
            <a:off x="6707084" y="3387403"/>
            <a:ext cx="261145" cy="308504"/>
            <a:chOff x="6707084" y="3387403"/>
            <a:chExt cx="261145" cy="308504"/>
          </a:xfrm>
        </p:grpSpPr>
        <p:sp>
          <p:nvSpPr>
            <p:cNvPr id="11547" name="Google Shape;11547;p7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78"/>
          <p:cNvGrpSpPr/>
          <p:nvPr/>
        </p:nvGrpSpPr>
        <p:grpSpPr>
          <a:xfrm>
            <a:off x="848978" y="4297637"/>
            <a:ext cx="377824" cy="324418"/>
            <a:chOff x="848978" y="4297637"/>
            <a:chExt cx="377824" cy="324418"/>
          </a:xfrm>
        </p:grpSpPr>
        <p:sp>
          <p:nvSpPr>
            <p:cNvPr id="11552" name="Google Shape;11552;p7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78"/>
          <p:cNvGrpSpPr/>
          <p:nvPr/>
        </p:nvGrpSpPr>
        <p:grpSpPr>
          <a:xfrm>
            <a:off x="1754279" y="4286593"/>
            <a:ext cx="351439" cy="345965"/>
            <a:chOff x="1754279" y="4286593"/>
            <a:chExt cx="351439" cy="345965"/>
          </a:xfrm>
        </p:grpSpPr>
        <p:sp>
          <p:nvSpPr>
            <p:cNvPr id="11555" name="Google Shape;11555;p7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78"/>
          <p:cNvGrpSpPr/>
          <p:nvPr/>
        </p:nvGrpSpPr>
        <p:grpSpPr>
          <a:xfrm>
            <a:off x="3996113" y="4291176"/>
            <a:ext cx="336512" cy="335048"/>
            <a:chOff x="3996113" y="4291176"/>
            <a:chExt cx="336512" cy="335048"/>
          </a:xfrm>
        </p:grpSpPr>
        <p:sp>
          <p:nvSpPr>
            <p:cNvPr id="11561" name="Google Shape;11561;p7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4" name="Google Shape;11564;p78"/>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5" name="Google Shape;11565;p78"/>
          <p:cNvGrpSpPr/>
          <p:nvPr/>
        </p:nvGrpSpPr>
        <p:grpSpPr>
          <a:xfrm>
            <a:off x="2179081" y="4285511"/>
            <a:ext cx="397525" cy="348670"/>
            <a:chOff x="2179081" y="4285511"/>
            <a:chExt cx="397525" cy="348670"/>
          </a:xfrm>
        </p:grpSpPr>
        <p:sp>
          <p:nvSpPr>
            <p:cNvPr id="11566" name="Google Shape;11566;p7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78"/>
          <p:cNvGrpSpPr/>
          <p:nvPr/>
        </p:nvGrpSpPr>
        <p:grpSpPr>
          <a:xfrm>
            <a:off x="3584201" y="4294996"/>
            <a:ext cx="267574" cy="329415"/>
            <a:chOff x="3584201" y="4294996"/>
            <a:chExt cx="267574" cy="329415"/>
          </a:xfrm>
        </p:grpSpPr>
        <p:sp>
          <p:nvSpPr>
            <p:cNvPr id="11569" name="Google Shape;11569;p7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78"/>
          <p:cNvGrpSpPr/>
          <p:nvPr/>
        </p:nvGrpSpPr>
        <p:grpSpPr>
          <a:xfrm>
            <a:off x="3082855" y="4295728"/>
            <a:ext cx="375946" cy="327823"/>
            <a:chOff x="3082855" y="4295728"/>
            <a:chExt cx="375946" cy="327823"/>
          </a:xfrm>
        </p:grpSpPr>
        <p:sp>
          <p:nvSpPr>
            <p:cNvPr id="11574" name="Google Shape;11574;p7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78"/>
          <p:cNvGrpSpPr/>
          <p:nvPr/>
        </p:nvGrpSpPr>
        <p:grpSpPr>
          <a:xfrm>
            <a:off x="2749016" y="4291176"/>
            <a:ext cx="150831" cy="336926"/>
            <a:chOff x="2749016" y="4291176"/>
            <a:chExt cx="150831" cy="336926"/>
          </a:xfrm>
        </p:grpSpPr>
        <p:sp>
          <p:nvSpPr>
            <p:cNvPr id="11586" name="Google Shape;11586;p7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78"/>
          <p:cNvGrpSpPr/>
          <p:nvPr/>
        </p:nvGrpSpPr>
        <p:grpSpPr>
          <a:xfrm>
            <a:off x="7127716" y="4279432"/>
            <a:ext cx="248254" cy="361942"/>
            <a:chOff x="7127716" y="4279432"/>
            <a:chExt cx="248254" cy="361942"/>
          </a:xfrm>
        </p:grpSpPr>
        <p:sp>
          <p:nvSpPr>
            <p:cNvPr id="11591" name="Google Shape;11591;p7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78"/>
          <p:cNvGrpSpPr/>
          <p:nvPr/>
        </p:nvGrpSpPr>
        <p:grpSpPr>
          <a:xfrm>
            <a:off x="7565408" y="4279432"/>
            <a:ext cx="248255" cy="361942"/>
            <a:chOff x="7565408" y="4279432"/>
            <a:chExt cx="248255" cy="361942"/>
          </a:xfrm>
        </p:grpSpPr>
        <p:sp>
          <p:nvSpPr>
            <p:cNvPr id="11601" name="Google Shape;11601;p7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78"/>
          <p:cNvGrpSpPr/>
          <p:nvPr/>
        </p:nvGrpSpPr>
        <p:grpSpPr>
          <a:xfrm>
            <a:off x="6264109" y="4279432"/>
            <a:ext cx="225498" cy="361560"/>
            <a:chOff x="6264109" y="4279432"/>
            <a:chExt cx="225498" cy="361560"/>
          </a:xfrm>
        </p:grpSpPr>
        <p:sp>
          <p:nvSpPr>
            <p:cNvPr id="11610" name="Google Shape;11610;p7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78"/>
          <p:cNvGrpSpPr/>
          <p:nvPr/>
        </p:nvGrpSpPr>
        <p:grpSpPr>
          <a:xfrm>
            <a:off x="7929578" y="4284365"/>
            <a:ext cx="395266" cy="351312"/>
            <a:chOff x="7929578" y="4284365"/>
            <a:chExt cx="395266" cy="351312"/>
          </a:xfrm>
        </p:grpSpPr>
        <p:sp>
          <p:nvSpPr>
            <p:cNvPr id="11613" name="Google Shape;11613;p7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78"/>
          <p:cNvGrpSpPr/>
          <p:nvPr/>
        </p:nvGrpSpPr>
        <p:grpSpPr>
          <a:xfrm>
            <a:off x="6595502" y="4323777"/>
            <a:ext cx="426315" cy="332826"/>
            <a:chOff x="6639652" y="4323777"/>
            <a:chExt cx="426315" cy="332826"/>
          </a:xfrm>
        </p:grpSpPr>
        <p:sp>
          <p:nvSpPr>
            <p:cNvPr id="11618" name="Google Shape;11618;p7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78"/>
          <p:cNvGrpSpPr/>
          <p:nvPr/>
        </p:nvGrpSpPr>
        <p:grpSpPr>
          <a:xfrm>
            <a:off x="5357662" y="4297637"/>
            <a:ext cx="287275" cy="326296"/>
            <a:chOff x="5357662" y="4297637"/>
            <a:chExt cx="287275" cy="326296"/>
          </a:xfrm>
        </p:grpSpPr>
        <p:sp>
          <p:nvSpPr>
            <p:cNvPr id="11629" name="Google Shape;11629;p7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78"/>
          <p:cNvGrpSpPr/>
          <p:nvPr/>
        </p:nvGrpSpPr>
        <p:grpSpPr>
          <a:xfrm>
            <a:off x="5774124" y="4294550"/>
            <a:ext cx="331611" cy="331674"/>
            <a:chOff x="5774124" y="4294550"/>
            <a:chExt cx="331611" cy="331674"/>
          </a:xfrm>
        </p:grpSpPr>
        <p:sp>
          <p:nvSpPr>
            <p:cNvPr id="11635" name="Google Shape;11635;p7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8"/>
          <p:cNvGrpSpPr/>
          <p:nvPr/>
        </p:nvGrpSpPr>
        <p:grpSpPr>
          <a:xfrm>
            <a:off x="4890434" y="4287389"/>
            <a:ext cx="345997" cy="346029"/>
            <a:chOff x="4890434" y="4287389"/>
            <a:chExt cx="345997" cy="346029"/>
          </a:xfrm>
        </p:grpSpPr>
        <p:sp>
          <p:nvSpPr>
            <p:cNvPr id="11638" name="Google Shape;11638;p7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78"/>
          <p:cNvGrpSpPr/>
          <p:nvPr/>
        </p:nvGrpSpPr>
        <p:grpSpPr>
          <a:xfrm>
            <a:off x="2165809" y="3811059"/>
            <a:ext cx="422542" cy="342973"/>
            <a:chOff x="2165809" y="3811059"/>
            <a:chExt cx="422542" cy="342973"/>
          </a:xfrm>
        </p:grpSpPr>
        <p:sp>
          <p:nvSpPr>
            <p:cNvPr id="11646" name="Google Shape;11646;p7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4" name="Google Shape;11664;p78"/>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5" name="Google Shape;11665;p78"/>
          <p:cNvGrpSpPr/>
          <p:nvPr/>
        </p:nvGrpSpPr>
        <p:grpSpPr>
          <a:xfrm>
            <a:off x="903530" y="3806125"/>
            <a:ext cx="264550" cy="353222"/>
            <a:chOff x="903530" y="3806125"/>
            <a:chExt cx="264550" cy="353222"/>
          </a:xfrm>
        </p:grpSpPr>
        <p:sp>
          <p:nvSpPr>
            <p:cNvPr id="11666" name="Google Shape;11666;p7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78"/>
          <p:cNvGrpSpPr/>
          <p:nvPr/>
        </p:nvGrpSpPr>
        <p:grpSpPr>
          <a:xfrm>
            <a:off x="2611458" y="3816374"/>
            <a:ext cx="426329" cy="332375"/>
            <a:chOff x="2611458" y="3816374"/>
            <a:chExt cx="426329" cy="332375"/>
          </a:xfrm>
        </p:grpSpPr>
        <p:sp>
          <p:nvSpPr>
            <p:cNvPr id="11671" name="Google Shape;11671;p7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1" name="Google Shape;11681;p78"/>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2" name="Google Shape;11682;p78"/>
          <p:cNvGrpSpPr/>
          <p:nvPr/>
        </p:nvGrpSpPr>
        <p:grpSpPr>
          <a:xfrm>
            <a:off x="4019984" y="3805393"/>
            <a:ext cx="293704" cy="353954"/>
            <a:chOff x="4019984" y="3805393"/>
            <a:chExt cx="293704" cy="353954"/>
          </a:xfrm>
        </p:grpSpPr>
        <p:sp>
          <p:nvSpPr>
            <p:cNvPr id="11683" name="Google Shape;11683;p7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78"/>
          <p:cNvGrpSpPr/>
          <p:nvPr/>
        </p:nvGrpSpPr>
        <p:grpSpPr>
          <a:xfrm>
            <a:off x="8006505" y="3390044"/>
            <a:ext cx="323654" cy="303189"/>
            <a:chOff x="8006505" y="3390044"/>
            <a:chExt cx="323654" cy="303189"/>
          </a:xfrm>
        </p:grpSpPr>
        <p:sp>
          <p:nvSpPr>
            <p:cNvPr id="11686" name="Google Shape;11686;p7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78"/>
          <p:cNvGrpSpPr/>
          <p:nvPr/>
        </p:nvGrpSpPr>
        <p:grpSpPr>
          <a:xfrm>
            <a:off x="1299146" y="3806507"/>
            <a:ext cx="367990" cy="351312"/>
            <a:chOff x="1299146" y="3806507"/>
            <a:chExt cx="367990" cy="351312"/>
          </a:xfrm>
        </p:grpSpPr>
        <p:sp>
          <p:nvSpPr>
            <p:cNvPr id="11693" name="Google Shape;11693;p7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5" name="Google Shape;11695;p78"/>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6" name="Google Shape;11696;p78"/>
          <p:cNvGrpSpPr/>
          <p:nvPr/>
        </p:nvGrpSpPr>
        <p:grpSpPr>
          <a:xfrm>
            <a:off x="3095745" y="3805393"/>
            <a:ext cx="352840" cy="354717"/>
            <a:chOff x="3095745" y="3805393"/>
            <a:chExt cx="352840" cy="354717"/>
          </a:xfrm>
        </p:grpSpPr>
        <p:sp>
          <p:nvSpPr>
            <p:cNvPr id="11697" name="Google Shape;11697;p7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78"/>
          <p:cNvGrpSpPr/>
          <p:nvPr/>
        </p:nvGrpSpPr>
        <p:grpSpPr>
          <a:xfrm>
            <a:off x="7550258" y="3832670"/>
            <a:ext cx="371395" cy="301279"/>
            <a:chOff x="7550258" y="3832670"/>
            <a:chExt cx="371395" cy="301279"/>
          </a:xfrm>
        </p:grpSpPr>
        <p:sp>
          <p:nvSpPr>
            <p:cNvPr id="11704" name="Google Shape;11704;p7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2" name="Google Shape;11722;p78"/>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3" name="Google Shape;11723;p78"/>
          <p:cNvGrpSpPr/>
          <p:nvPr/>
        </p:nvGrpSpPr>
        <p:grpSpPr>
          <a:xfrm>
            <a:off x="6659725" y="3808035"/>
            <a:ext cx="367608" cy="350548"/>
            <a:chOff x="6659725" y="3808035"/>
            <a:chExt cx="367608" cy="350548"/>
          </a:xfrm>
        </p:grpSpPr>
        <p:sp>
          <p:nvSpPr>
            <p:cNvPr id="11724" name="Google Shape;11724;p7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78"/>
          <p:cNvGrpSpPr/>
          <p:nvPr/>
        </p:nvGrpSpPr>
        <p:grpSpPr>
          <a:xfrm>
            <a:off x="6219391" y="3816756"/>
            <a:ext cx="356627" cy="334252"/>
            <a:chOff x="6219391" y="3816756"/>
            <a:chExt cx="356627" cy="334252"/>
          </a:xfrm>
        </p:grpSpPr>
        <p:sp>
          <p:nvSpPr>
            <p:cNvPr id="11727" name="Google Shape;11727;p7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78"/>
          <p:cNvGrpSpPr/>
          <p:nvPr/>
        </p:nvGrpSpPr>
        <p:grpSpPr>
          <a:xfrm>
            <a:off x="5778676" y="3826972"/>
            <a:ext cx="349052" cy="313055"/>
            <a:chOff x="5778676" y="3826972"/>
            <a:chExt cx="349052" cy="313055"/>
          </a:xfrm>
        </p:grpSpPr>
        <p:sp>
          <p:nvSpPr>
            <p:cNvPr id="11732" name="Google Shape;11732;p7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78"/>
          <p:cNvGrpSpPr/>
          <p:nvPr/>
        </p:nvGrpSpPr>
        <p:grpSpPr>
          <a:xfrm>
            <a:off x="5355784" y="3834547"/>
            <a:ext cx="299019" cy="297905"/>
            <a:chOff x="5355784" y="3834547"/>
            <a:chExt cx="299019" cy="297905"/>
          </a:xfrm>
        </p:grpSpPr>
        <p:sp>
          <p:nvSpPr>
            <p:cNvPr id="11738" name="Google Shape;11738;p7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78"/>
          <p:cNvGrpSpPr/>
          <p:nvPr/>
        </p:nvGrpSpPr>
        <p:grpSpPr>
          <a:xfrm>
            <a:off x="8036455" y="3807271"/>
            <a:ext cx="292176" cy="353985"/>
            <a:chOff x="8036455" y="3807271"/>
            <a:chExt cx="292176" cy="353985"/>
          </a:xfrm>
        </p:grpSpPr>
        <p:sp>
          <p:nvSpPr>
            <p:cNvPr id="11743" name="Google Shape;11743;p7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78"/>
          <p:cNvGrpSpPr/>
          <p:nvPr/>
        </p:nvGrpSpPr>
        <p:grpSpPr>
          <a:xfrm>
            <a:off x="4874902" y="3808799"/>
            <a:ext cx="345615" cy="350835"/>
            <a:chOff x="4874902" y="3808799"/>
            <a:chExt cx="345615" cy="350835"/>
          </a:xfrm>
        </p:grpSpPr>
        <p:sp>
          <p:nvSpPr>
            <p:cNvPr id="11746" name="Google Shape;11746;p7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66" name="Shape 11766"/>
        <p:cNvGrpSpPr/>
        <p:nvPr/>
      </p:nvGrpSpPr>
      <p:grpSpPr>
        <a:xfrm>
          <a:off x="0" y="0"/>
          <a:ext cx="0" cy="0"/>
          <a:chOff x="0" y="0"/>
          <a:chExt cx="0" cy="0"/>
        </a:xfrm>
      </p:grpSpPr>
      <p:sp>
        <p:nvSpPr>
          <p:cNvPr id="11767" name="Google Shape;11767;p7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768" name="Google Shape;11768;p7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769" name="Google Shape;11769;p79"/>
          <p:cNvGrpSpPr/>
          <p:nvPr/>
        </p:nvGrpSpPr>
        <p:grpSpPr>
          <a:xfrm>
            <a:off x="2704005" y="4258781"/>
            <a:ext cx="342144" cy="362704"/>
            <a:chOff x="2704005" y="4258781"/>
            <a:chExt cx="342144" cy="362704"/>
          </a:xfrm>
        </p:grpSpPr>
        <p:sp>
          <p:nvSpPr>
            <p:cNvPr id="11770" name="Google Shape;11770;p7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79"/>
          <p:cNvGrpSpPr/>
          <p:nvPr/>
        </p:nvGrpSpPr>
        <p:grpSpPr>
          <a:xfrm>
            <a:off x="2157462" y="4258496"/>
            <a:ext cx="347435" cy="363370"/>
            <a:chOff x="2157462" y="4258496"/>
            <a:chExt cx="347435" cy="363370"/>
          </a:xfrm>
        </p:grpSpPr>
        <p:sp>
          <p:nvSpPr>
            <p:cNvPr id="11778" name="Google Shape;11778;p7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79"/>
          <p:cNvGrpSpPr/>
          <p:nvPr/>
        </p:nvGrpSpPr>
        <p:grpSpPr>
          <a:xfrm>
            <a:off x="4010963" y="3763781"/>
            <a:ext cx="343665" cy="363211"/>
            <a:chOff x="4010963" y="3763781"/>
            <a:chExt cx="343665" cy="363211"/>
          </a:xfrm>
        </p:grpSpPr>
        <p:sp>
          <p:nvSpPr>
            <p:cNvPr id="11782" name="Google Shape;11782;p7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79"/>
          <p:cNvGrpSpPr/>
          <p:nvPr/>
        </p:nvGrpSpPr>
        <p:grpSpPr>
          <a:xfrm>
            <a:off x="2214042" y="3810509"/>
            <a:ext cx="368153" cy="311193"/>
            <a:chOff x="2214042" y="3810509"/>
            <a:chExt cx="368153" cy="311193"/>
          </a:xfrm>
        </p:grpSpPr>
        <p:sp>
          <p:nvSpPr>
            <p:cNvPr id="11788" name="Google Shape;11788;p7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79"/>
          <p:cNvGrpSpPr/>
          <p:nvPr/>
        </p:nvGrpSpPr>
        <p:grpSpPr>
          <a:xfrm>
            <a:off x="1768938" y="3782219"/>
            <a:ext cx="367805" cy="367773"/>
            <a:chOff x="1768938" y="3782219"/>
            <a:chExt cx="367805" cy="367773"/>
          </a:xfrm>
        </p:grpSpPr>
        <p:sp>
          <p:nvSpPr>
            <p:cNvPr id="11791" name="Google Shape;11791;p7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79"/>
          <p:cNvGrpSpPr/>
          <p:nvPr/>
        </p:nvGrpSpPr>
        <p:grpSpPr>
          <a:xfrm>
            <a:off x="2681385" y="3798439"/>
            <a:ext cx="325544" cy="327413"/>
            <a:chOff x="2681385" y="3798439"/>
            <a:chExt cx="325544" cy="327413"/>
          </a:xfrm>
        </p:grpSpPr>
        <p:sp>
          <p:nvSpPr>
            <p:cNvPr id="11797" name="Google Shape;11797;p7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79"/>
          <p:cNvGrpSpPr/>
          <p:nvPr/>
        </p:nvGrpSpPr>
        <p:grpSpPr>
          <a:xfrm>
            <a:off x="6243928" y="4263502"/>
            <a:ext cx="274254" cy="350824"/>
            <a:chOff x="6243928" y="4263502"/>
            <a:chExt cx="274254" cy="350824"/>
          </a:xfrm>
        </p:grpSpPr>
        <p:sp>
          <p:nvSpPr>
            <p:cNvPr id="11805" name="Google Shape;11805;p7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79"/>
          <p:cNvGrpSpPr/>
          <p:nvPr/>
        </p:nvGrpSpPr>
        <p:grpSpPr>
          <a:xfrm>
            <a:off x="3560600" y="3763338"/>
            <a:ext cx="352345" cy="363655"/>
            <a:chOff x="3560600" y="3763338"/>
            <a:chExt cx="352345" cy="363655"/>
          </a:xfrm>
        </p:grpSpPr>
        <p:sp>
          <p:nvSpPr>
            <p:cNvPr id="11814" name="Google Shape;11814;p7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79"/>
          <p:cNvGrpSpPr/>
          <p:nvPr/>
        </p:nvGrpSpPr>
        <p:grpSpPr>
          <a:xfrm>
            <a:off x="5790556" y="4261252"/>
            <a:ext cx="279513" cy="356083"/>
            <a:chOff x="5790556" y="4261252"/>
            <a:chExt cx="279513" cy="356083"/>
          </a:xfrm>
        </p:grpSpPr>
        <p:sp>
          <p:nvSpPr>
            <p:cNvPr id="11818" name="Google Shape;11818;p7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5" name="Google Shape;11825;p79"/>
          <p:cNvGrpSpPr/>
          <p:nvPr/>
        </p:nvGrpSpPr>
        <p:grpSpPr>
          <a:xfrm>
            <a:off x="5341333" y="4261252"/>
            <a:ext cx="278752" cy="356463"/>
            <a:chOff x="5341333" y="4261252"/>
            <a:chExt cx="278752" cy="356463"/>
          </a:xfrm>
        </p:grpSpPr>
        <p:sp>
          <p:nvSpPr>
            <p:cNvPr id="11826" name="Google Shape;11826;p7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3" name="Google Shape;11833;p79"/>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4" name="Google Shape;11834;p79"/>
          <p:cNvGrpSpPr/>
          <p:nvPr/>
        </p:nvGrpSpPr>
        <p:grpSpPr>
          <a:xfrm>
            <a:off x="3103646" y="3766076"/>
            <a:ext cx="360233" cy="362451"/>
            <a:chOff x="3107608" y="3763401"/>
            <a:chExt cx="360233" cy="362451"/>
          </a:xfrm>
        </p:grpSpPr>
        <p:sp>
          <p:nvSpPr>
            <p:cNvPr id="11835" name="Google Shape;11835;p7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79"/>
          <p:cNvGrpSpPr/>
          <p:nvPr/>
        </p:nvGrpSpPr>
        <p:grpSpPr>
          <a:xfrm>
            <a:off x="889343" y="3801227"/>
            <a:ext cx="351585" cy="339705"/>
            <a:chOff x="889343" y="3801227"/>
            <a:chExt cx="351585" cy="339705"/>
          </a:xfrm>
        </p:grpSpPr>
        <p:sp>
          <p:nvSpPr>
            <p:cNvPr id="11839" name="Google Shape;11839;p7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79"/>
          <p:cNvGrpSpPr/>
          <p:nvPr/>
        </p:nvGrpSpPr>
        <p:grpSpPr>
          <a:xfrm>
            <a:off x="4896609" y="4260872"/>
            <a:ext cx="278784" cy="355323"/>
            <a:chOff x="4896609" y="4260872"/>
            <a:chExt cx="278784" cy="355323"/>
          </a:xfrm>
        </p:grpSpPr>
        <p:sp>
          <p:nvSpPr>
            <p:cNvPr id="11845" name="Google Shape;11845;p7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79"/>
          <p:cNvGrpSpPr/>
          <p:nvPr/>
        </p:nvGrpSpPr>
        <p:grpSpPr>
          <a:xfrm>
            <a:off x="7598438" y="4266131"/>
            <a:ext cx="260283" cy="345914"/>
            <a:chOff x="7598438" y="4266131"/>
            <a:chExt cx="260283" cy="345914"/>
          </a:xfrm>
        </p:grpSpPr>
        <p:sp>
          <p:nvSpPr>
            <p:cNvPr id="11852" name="Google Shape;11852;p7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79"/>
          <p:cNvGrpSpPr/>
          <p:nvPr/>
        </p:nvGrpSpPr>
        <p:grpSpPr>
          <a:xfrm>
            <a:off x="1767069" y="3360146"/>
            <a:ext cx="286324" cy="348163"/>
            <a:chOff x="1767069" y="3360146"/>
            <a:chExt cx="286324" cy="348163"/>
          </a:xfrm>
        </p:grpSpPr>
        <p:sp>
          <p:nvSpPr>
            <p:cNvPr id="11860" name="Google Shape;11860;p7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79"/>
          <p:cNvGrpSpPr/>
          <p:nvPr/>
        </p:nvGrpSpPr>
        <p:grpSpPr>
          <a:xfrm>
            <a:off x="7149944" y="4266131"/>
            <a:ext cx="260283" cy="345914"/>
            <a:chOff x="7149944" y="4266131"/>
            <a:chExt cx="260283" cy="345914"/>
          </a:xfrm>
        </p:grpSpPr>
        <p:sp>
          <p:nvSpPr>
            <p:cNvPr id="11868" name="Google Shape;11868;p7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79"/>
          <p:cNvGrpSpPr/>
          <p:nvPr/>
        </p:nvGrpSpPr>
        <p:grpSpPr>
          <a:xfrm>
            <a:off x="6695051" y="4259351"/>
            <a:ext cx="270104" cy="360233"/>
            <a:chOff x="6695051" y="4259351"/>
            <a:chExt cx="270104" cy="360233"/>
          </a:xfrm>
        </p:grpSpPr>
        <p:sp>
          <p:nvSpPr>
            <p:cNvPr id="11875" name="Google Shape;11875;p7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79"/>
          <p:cNvGrpSpPr/>
          <p:nvPr/>
        </p:nvGrpSpPr>
        <p:grpSpPr>
          <a:xfrm>
            <a:off x="8047661" y="4257451"/>
            <a:ext cx="277263" cy="362514"/>
            <a:chOff x="8047661" y="4257451"/>
            <a:chExt cx="277263" cy="362514"/>
          </a:xfrm>
        </p:grpSpPr>
        <p:sp>
          <p:nvSpPr>
            <p:cNvPr id="11880" name="Google Shape;11880;p7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79"/>
          <p:cNvGrpSpPr/>
          <p:nvPr/>
        </p:nvGrpSpPr>
        <p:grpSpPr>
          <a:xfrm>
            <a:off x="6248078" y="3784468"/>
            <a:ext cx="277263" cy="356115"/>
            <a:chOff x="6248078" y="3784468"/>
            <a:chExt cx="277263" cy="356115"/>
          </a:xfrm>
        </p:grpSpPr>
        <p:sp>
          <p:nvSpPr>
            <p:cNvPr id="11885" name="Google Shape;11885;p7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79"/>
          <p:cNvGrpSpPr/>
          <p:nvPr/>
        </p:nvGrpSpPr>
        <p:grpSpPr>
          <a:xfrm>
            <a:off x="5800725" y="3785989"/>
            <a:ext cx="277644" cy="354594"/>
            <a:chOff x="5800725" y="3785989"/>
            <a:chExt cx="277644" cy="354594"/>
          </a:xfrm>
        </p:grpSpPr>
        <p:sp>
          <p:nvSpPr>
            <p:cNvPr id="11891" name="Google Shape;11891;p7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79"/>
          <p:cNvGrpSpPr/>
          <p:nvPr/>
        </p:nvGrpSpPr>
        <p:grpSpPr>
          <a:xfrm>
            <a:off x="2206122" y="3360748"/>
            <a:ext cx="308183" cy="347561"/>
            <a:chOff x="2206122" y="3360748"/>
            <a:chExt cx="308183" cy="347561"/>
          </a:xfrm>
        </p:grpSpPr>
        <p:sp>
          <p:nvSpPr>
            <p:cNvPr id="11899" name="Google Shape;11899;p7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79"/>
          <p:cNvGrpSpPr/>
          <p:nvPr/>
        </p:nvGrpSpPr>
        <p:grpSpPr>
          <a:xfrm>
            <a:off x="5353403" y="3785609"/>
            <a:ext cx="277992" cy="354974"/>
            <a:chOff x="5353403" y="3785609"/>
            <a:chExt cx="277992" cy="354974"/>
          </a:xfrm>
        </p:grpSpPr>
        <p:sp>
          <p:nvSpPr>
            <p:cNvPr id="11905" name="Google Shape;11905;p7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79"/>
          <p:cNvGrpSpPr/>
          <p:nvPr/>
        </p:nvGrpSpPr>
        <p:grpSpPr>
          <a:xfrm>
            <a:off x="4896229" y="3785989"/>
            <a:ext cx="278784" cy="354594"/>
            <a:chOff x="4896229" y="3785989"/>
            <a:chExt cx="278784" cy="354594"/>
          </a:xfrm>
        </p:grpSpPr>
        <p:sp>
          <p:nvSpPr>
            <p:cNvPr id="11912" name="Google Shape;11912;p7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79"/>
          <p:cNvGrpSpPr/>
          <p:nvPr/>
        </p:nvGrpSpPr>
        <p:grpSpPr>
          <a:xfrm>
            <a:off x="7592387" y="3787858"/>
            <a:ext cx="273874" cy="351204"/>
            <a:chOff x="7592387" y="3787858"/>
            <a:chExt cx="273874" cy="351204"/>
          </a:xfrm>
        </p:grpSpPr>
        <p:sp>
          <p:nvSpPr>
            <p:cNvPr id="11919" name="Google Shape;11919;p7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79"/>
          <p:cNvGrpSpPr/>
          <p:nvPr/>
        </p:nvGrpSpPr>
        <p:grpSpPr>
          <a:xfrm>
            <a:off x="7145794" y="3787858"/>
            <a:ext cx="274254" cy="350444"/>
            <a:chOff x="7145794" y="3787858"/>
            <a:chExt cx="274254" cy="350444"/>
          </a:xfrm>
        </p:grpSpPr>
        <p:sp>
          <p:nvSpPr>
            <p:cNvPr id="11924" name="Google Shape;11924;p7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79"/>
          <p:cNvGrpSpPr/>
          <p:nvPr/>
        </p:nvGrpSpPr>
        <p:grpSpPr>
          <a:xfrm>
            <a:off x="8054060" y="3787098"/>
            <a:ext cx="266334" cy="353834"/>
            <a:chOff x="8054060" y="3787098"/>
            <a:chExt cx="266334" cy="353834"/>
          </a:xfrm>
        </p:grpSpPr>
        <p:sp>
          <p:nvSpPr>
            <p:cNvPr id="11931" name="Google Shape;11931;p7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79"/>
          <p:cNvGrpSpPr/>
          <p:nvPr/>
        </p:nvGrpSpPr>
        <p:grpSpPr>
          <a:xfrm>
            <a:off x="6702211" y="3782599"/>
            <a:ext cx="270104" cy="361754"/>
            <a:chOff x="6702211" y="3782599"/>
            <a:chExt cx="270104" cy="361754"/>
          </a:xfrm>
        </p:grpSpPr>
        <p:sp>
          <p:nvSpPr>
            <p:cNvPr id="11936" name="Google Shape;11936;p7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79"/>
          <p:cNvGrpSpPr/>
          <p:nvPr/>
        </p:nvGrpSpPr>
        <p:grpSpPr>
          <a:xfrm>
            <a:off x="3516886" y="3438727"/>
            <a:ext cx="391854" cy="269922"/>
            <a:chOff x="3516850" y="3406526"/>
            <a:chExt cx="369674" cy="254644"/>
          </a:xfrm>
        </p:grpSpPr>
        <p:sp>
          <p:nvSpPr>
            <p:cNvPr id="11942" name="Google Shape;11942;p7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79"/>
          <p:cNvGrpSpPr/>
          <p:nvPr/>
        </p:nvGrpSpPr>
        <p:grpSpPr>
          <a:xfrm>
            <a:off x="1310655" y="3360527"/>
            <a:ext cx="306314" cy="347403"/>
            <a:chOff x="1310655" y="3360527"/>
            <a:chExt cx="306314" cy="347403"/>
          </a:xfrm>
        </p:grpSpPr>
        <p:sp>
          <p:nvSpPr>
            <p:cNvPr id="11947" name="Google Shape;11947;p7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79"/>
          <p:cNvGrpSpPr/>
          <p:nvPr/>
        </p:nvGrpSpPr>
        <p:grpSpPr>
          <a:xfrm>
            <a:off x="3119678" y="3360146"/>
            <a:ext cx="269343" cy="348543"/>
            <a:chOff x="3119678" y="3360146"/>
            <a:chExt cx="269343" cy="348543"/>
          </a:xfrm>
        </p:grpSpPr>
        <p:sp>
          <p:nvSpPr>
            <p:cNvPr id="11953" name="Google Shape;11953;p7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79"/>
          <p:cNvGrpSpPr/>
          <p:nvPr/>
        </p:nvGrpSpPr>
        <p:grpSpPr>
          <a:xfrm>
            <a:off x="3967213" y="3356947"/>
            <a:ext cx="368185" cy="354753"/>
            <a:chOff x="3967213" y="3356947"/>
            <a:chExt cx="368185" cy="354753"/>
          </a:xfrm>
        </p:grpSpPr>
        <p:sp>
          <p:nvSpPr>
            <p:cNvPr id="11961" name="Google Shape;11961;p7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79"/>
          <p:cNvGrpSpPr/>
          <p:nvPr/>
        </p:nvGrpSpPr>
        <p:grpSpPr>
          <a:xfrm>
            <a:off x="871254" y="3360146"/>
            <a:ext cx="285183" cy="347023"/>
            <a:chOff x="871254" y="3360146"/>
            <a:chExt cx="285183" cy="347023"/>
          </a:xfrm>
        </p:grpSpPr>
        <p:sp>
          <p:nvSpPr>
            <p:cNvPr id="11967" name="Google Shape;11967;p7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79"/>
          <p:cNvGrpSpPr/>
          <p:nvPr/>
        </p:nvGrpSpPr>
        <p:grpSpPr>
          <a:xfrm>
            <a:off x="2665165" y="3360146"/>
            <a:ext cx="281794" cy="349684"/>
            <a:chOff x="2665165" y="3360146"/>
            <a:chExt cx="281794" cy="349684"/>
          </a:xfrm>
        </p:grpSpPr>
        <p:sp>
          <p:nvSpPr>
            <p:cNvPr id="11972" name="Google Shape;11972;p7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7" name="Google Shape;11977;p79"/>
          <p:cNvGrpSpPr/>
          <p:nvPr/>
        </p:nvGrpSpPr>
        <p:grpSpPr>
          <a:xfrm>
            <a:off x="7156344" y="3347696"/>
            <a:ext cx="264465" cy="353074"/>
            <a:chOff x="7156344" y="3347696"/>
            <a:chExt cx="264465" cy="353074"/>
          </a:xfrm>
        </p:grpSpPr>
        <p:sp>
          <p:nvSpPr>
            <p:cNvPr id="11978" name="Google Shape;11978;p7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79"/>
          <p:cNvGrpSpPr/>
          <p:nvPr/>
        </p:nvGrpSpPr>
        <p:grpSpPr>
          <a:xfrm>
            <a:off x="6703732" y="3346936"/>
            <a:ext cx="264813" cy="352693"/>
            <a:chOff x="6703732" y="3346936"/>
            <a:chExt cx="264813" cy="352693"/>
          </a:xfrm>
        </p:grpSpPr>
        <p:sp>
          <p:nvSpPr>
            <p:cNvPr id="11984" name="Google Shape;11984;p7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79"/>
          <p:cNvGrpSpPr/>
          <p:nvPr/>
        </p:nvGrpSpPr>
        <p:grpSpPr>
          <a:xfrm>
            <a:off x="6252228" y="3346936"/>
            <a:ext cx="265193" cy="352693"/>
            <a:chOff x="6252228" y="3346936"/>
            <a:chExt cx="265193" cy="352693"/>
          </a:xfrm>
        </p:grpSpPr>
        <p:sp>
          <p:nvSpPr>
            <p:cNvPr id="11990" name="Google Shape;11990;p7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79"/>
          <p:cNvGrpSpPr/>
          <p:nvPr/>
        </p:nvGrpSpPr>
        <p:grpSpPr>
          <a:xfrm>
            <a:off x="5801105" y="3347696"/>
            <a:ext cx="264813" cy="351933"/>
            <a:chOff x="5801105" y="3347696"/>
            <a:chExt cx="264813" cy="351933"/>
          </a:xfrm>
        </p:grpSpPr>
        <p:sp>
          <p:nvSpPr>
            <p:cNvPr id="11994" name="Google Shape;11994;p7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79"/>
          <p:cNvGrpSpPr/>
          <p:nvPr/>
        </p:nvGrpSpPr>
        <p:grpSpPr>
          <a:xfrm>
            <a:off x="5349253" y="3346936"/>
            <a:ext cx="265922" cy="352693"/>
            <a:chOff x="5349253" y="3346936"/>
            <a:chExt cx="265922" cy="352693"/>
          </a:xfrm>
        </p:grpSpPr>
        <p:sp>
          <p:nvSpPr>
            <p:cNvPr id="11999" name="Google Shape;11999;p7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79"/>
          <p:cNvGrpSpPr/>
          <p:nvPr/>
        </p:nvGrpSpPr>
        <p:grpSpPr>
          <a:xfrm>
            <a:off x="4907159" y="3346936"/>
            <a:ext cx="264845" cy="354214"/>
            <a:chOff x="4907159" y="3346936"/>
            <a:chExt cx="264845" cy="354214"/>
          </a:xfrm>
        </p:grpSpPr>
        <p:sp>
          <p:nvSpPr>
            <p:cNvPr id="12006" name="Google Shape;12006;p7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79"/>
          <p:cNvGrpSpPr/>
          <p:nvPr/>
        </p:nvGrpSpPr>
        <p:grpSpPr>
          <a:xfrm>
            <a:off x="8048421" y="3334486"/>
            <a:ext cx="276503" cy="369674"/>
            <a:chOff x="8048421" y="3334486"/>
            <a:chExt cx="276503" cy="369674"/>
          </a:xfrm>
        </p:grpSpPr>
        <p:sp>
          <p:nvSpPr>
            <p:cNvPr id="12009" name="Google Shape;12009;p7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79"/>
          <p:cNvGrpSpPr/>
          <p:nvPr/>
        </p:nvGrpSpPr>
        <p:grpSpPr>
          <a:xfrm>
            <a:off x="7575787" y="3329955"/>
            <a:ext cx="295384" cy="376834"/>
            <a:chOff x="7575787" y="3329955"/>
            <a:chExt cx="295384" cy="376834"/>
          </a:xfrm>
        </p:grpSpPr>
        <p:sp>
          <p:nvSpPr>
            <p:cNvPr id="12016" name="Google Shape;12016;p7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79"/>
          <p:cNvGrpSpPr/>
          <p:nvPr/>
        </p:nvGrpSpPr>
        <p:grpSpPr>
          <a:xfrm>
            <a:off x="864062" y="2884503"/>
            <a:ext cx="264084" cy="347783"/>
            <a:chOff x="864062" y="2884503"/>
            <a:chExt cx="264084" cy="347783"/>
          </a:xfrm>
        </p:grpSpPr>
        <p:sp>
          <p:nvSpPr>
            <p:cNvPr id="12023" name="Google Shape;12023;p7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79"/>
          <p:cNvGrpSpPr/>
          <p:nvPr/>
        </p:nvGrpSpPr>
        <p:grpSpPr>
          <a:xfrm>
            <a:off x="3978523" y="2884661"/>
            <a:ext cx="348955" cy="346516"/>
            <a:chOff x="3978523" y="2884661"/>
            <a:chExt cx="348955" cy="346516"/>
          </a:xfrm>
        </p:grpSpPr>
        <p:sp>
          <p:nvSpPr>
            <p:cNvPr id="12034" name="Google Shape;12034;p7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79"/>
          <p:cNvGrpSpPr/>
          <p:nvPr/>
        </p:nvGrpSpPr>
        <p:grpSpPr>
          <a:xfrm>
            <a:off x="3527780" y="2885263"/>
            <a:ext cx="347435" cy="345534"/>
            <a:chOff x="3527780" y="2885263"/>
            <a:chExt cx="347435" cy="345534"/>
          </a:xfrm>
        </p:grpSpPr>
        <p:sp>
          <p:nvSpPr>
            <p:cNvPr id="12043" name="Google Shape;12043;p7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79"/>
          <p:cNvGrpSpPr/>
          <p:nvPr/>
        </p:nvGrpSpPr>
        <p:grpSpPr>
          <a:xfrm>
            <a:off x="2239671" y="2884503"/>
            <a:ext cx="218053" cy="348543"/>
            <a:chOff x="2239671" y="2884503"/>
            <a:chExt cx="218053" cy="348543"/>
          </a:xfrm>
        </p:grpSpPr>
        <p:sp>
          <p:nvSpPr>
            <p:cNvPr id="12067" name="Google Shape;12067;p7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79"/>
          <p:cNvGrpSpPr/>
          <p:nvPr/>
        </p:nvGrpSpPr>
        <p:grpSpPr>
          <a:xfrm>
            <a:off x="2691555" y="2884503"/>
            <a:ext cx="215044" cy="348924"/>
            <a:chOff x="2691555" y="2884503"/>
            <a:chExt cx="215044" cy="348924"/>
          </a:xfrm>
        </p:grpSpPr>
        <p:sp>
          <p:nvSpPr>
            <p:cNvPr id="12073" name="Google Shape;12073;p7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79"/>
          <p:cNvGrpSpPr/>
          <p:nvPr/>
        </p:nvGrpSpPr>
        <p:grpSpPr>
          <a:xfrm>
            <a:off x="1770459" y="2884503"/>
            <a:ext cx="254644" cy="348828"/>
            <a:chOff x="1770459" y="2884503"/>
            <a:chExt cx="254644" cy="348828"/>
          </a:xfrm>
        </p:grpSpPr>
        <p:sp>
          <p:nvSpPr>
            <p:cNvPr id="12077" name="Google Shape;12077;p7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79"/>
          <p:cNvGrpSpPr/>
          <p:nvPr/>
        </p:nvGrpSpPr>
        <p:grpSpPr>
          <a:xfrm>
            <a:off x="1317466" y="2884883"/>
            <a:ext cx="258382" cy="348543"/>
            <a:chOff x="1317466" y="2884883"/>
            <a:chExt cx="258382" cy="348543"/>
          </a:xfrm>
        </p:grpSpPr>
        <p:sp>
          <p:nvSpPr>
            <p:cNvPr id="12086" name="Google Shape;12086;p7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79"/>
          <p:cNvGrpSpPr/>
          <p:nvPr/>
        </p:nvGrpSpPr>
        <p:grpSpPr>
          <a:xfrm>
            <a:off x="3121167" y="2884883"/>
            <a:ext cx="258414" cy="348543"/>
            <a:chOff x="3121167" y="2884883"/>
            <a:chExt cx="258414" cy="348543"/>
          </a:xfrm>
        </p:grpSpPr>
        <p:sp>
          <p:nvSpPr>
            <p:cNvPr id="12095" name="Google Shape;12095;p7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79"/>
          <p:cNvGrpSpPr/>
          <p:nvPr/>
        </p:nvGrpSpPr>
        <p:grpSpPr>
          <a:xfrm>
            <a:off x="4899999" y="2882095"/>
            <a:ext cx="271244" cy="346801"/>
            <a:chOff x="4899999" y="2882095"/>
            <a:chExt cx="271244" cy="346801"/>
          </a:xfrm>
        </p:grpSpPr>
        <p:sp>
          <p:nvSpPr>
            <p:cNvPr id="12104" name="Google Shape;12104;p7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79"/>
          <p:cNvGrpSpPr/>
          <p:nvPr/>
        </p:nvGrpSpPr>
        <p:grpSpPr>
          <a:xfrm>
            <a:off x="7162775" y="2881113"/>
            <a:ext cx="259523" cy="346294"/>
            <a:chOff x="7162775" y="2881113"/>
            <a:chExt cx="259523" cy="346294"/>
          </a:xfrm>
        </p:grpSpPr>
        <p:sp>
          <p:nvSpPr>
            <p:cNvPr id="12115" name="Google Shape;12115;p7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79"/>
          <p:cNvGrpSpPr/>
          <p:nvPr/>
        </p:nvGrpSpPr>
        <p:grpSpPr>
          <a:xfrm>
            <a:off x="6709751" y="2881842"/>
            <a:ext cx="261075" cy="347815"/>
            <a:chOff x="6709751" y="2881842"/>
            <a:chExt cx="261075" cy="347815"/>
          </a:xfrm>
        </p:grpSpPr>
        <p:sp>
          <p:nvSpPr>
            <p:cNvPr id="12122" name="Google Shape;12122;p7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79"/>
          <p:cNvGrpSpPr/>
          <p:nvPr/>
        </p:nvGrpSpPr>
        <p:grpSpPr>
          <a:xfrm>
            <a:off x="5807156" y="2881113"/>
            <a:ext cx="261043" cy="348163"/>
            <a:chOff x="5807156" y="2881113"/>
            <a:chExt cx="261043" cy="348163"/>
          </a:xfrm>
        </p:grpSpPr>
        <p:sp>
          <p:nvSpPr>
            <p:cNvPr id="12129" name="Google Shape;12129;p7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79"/>
          <p:cNvGrpSpPr/>
          <p:nvPr/>
        </p:nvGrpSpPr>
        <p:grpSpPr>
          <a:xfrm>
            <a:off x="5355653" y="2881493"/>
            <a:ext cx="262184" cy="346643"/>
            <a:chOff x="5355653" y="2881493"/>
            <a:chExt cx="262184" cy="346643"/>
          </a:xfrm>
        </p:grpSpPr>
        <p:sp>
          <p:nvSpPr>
            <p:cNvPr id="12135" name="Google Shape;12135;p7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79"/>
          <p:cNvGrpSpPr/>
          <p:nvPr/>
        </p:nvGrpSpPr>
        <p:grpSpPr>
          <a:xfrm>
            <a:off x="8055961" y="2881842"/>
            <a:ext cx="260283" cy="345914"/>
            <a:chOff x="8055961" y="2881842"/>
            <a:chExt cx="260283" cy="345914"/>
          </a:xfrm>
        </p:grpSpPr>
        <p:sp>
          <p:nvSpPr>
            <p:cNvPr id="12141" name="Google Shape;12141;p7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79"/>
          <p:cNvGrpSpPr/>
          <p:nvPr/>
        </p:nvGrpSpPr>
        <p:grpSpPr>
          <a:xfrm>
            <a:off x="7609368" y="2893912"/>
            <a:ext cx="264813" cy="353105"/>
            <a:chOff x="7609368" y="2893912"/>
            <a:chExt cx="264813" cy="353105"/>
          </a:xfrm>
        </p:grpSpPr>
        <p:sp>
          <p:nvSpPr>
            <p:cNvPr id="12146" name="Google Shape;12146;p7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79"/>
          <p:cNvGrpSpPr/>
          <p:nvPr/>
        </p:nvGrpSpPr>
        <p:grpSpPr>
          <a:xfrm>
            <a:off x="6248458" y="2869772"/>
            <a:ext cx="270864" cy="360645"/>
            <a:chOff x="6248458" y="2869772"/>
            <a:chExt cx="270864" cy="360645"/>
          </a:xfrm>
        </p:grpSpPr>
        <p:sp>
          <p:nvSpPr>
            <p:cNvPr id="12153" name="Google Shape;12153;p7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8" name="Google Shape;12158;p79"/>
          <p:cNvGrpSpPr/>
          <p:nvPr/>
        </p:nvGrpSpPr>
        <p:grpSpPr>
          <a:xfrm>
            <a:off x="3075928" y="2445798"/>
            <a:ext cx="363243" cy="300675"/>
            <a:chOff x="3075928" y="2445798"/>
            <a:chExt cx="363243" cy="300675"/>
          </a:xfrm>
        </p:grpSpPr>
        <p:sp>
          <p:nvSpPr>
            <p:cNvPr id="12159" name="Google Shape;12159;p7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79"/>
          <p:cNvGrpSpPr/>
          <p:nvPr/>
        </p:nvGrpSpPr>
        <p:grpSpPr>
          <a:xfrm>
            <a:off x="2633105" y="2431859"/>
            <a:ext cx="363243" cy="328585"/>
            <a:chOff x="2633105" y="2431859"/>
            <a:chExt cx="363243" cy="328585"/>
          </a:xfrm>
        </p:grpSpPr>
        <p:sp>
          <p:nvSpPr>
            <p:cNvPr id="12171" name="Google Shape;12171;p7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79"/>
          <p:cNvGrpSpPr/>
          <p:nvPr/>
        </p:nvGrpSpPr>
        <p:grpSpPr>
          <a:xfrm>
            <a:off x="2189142" y="2421310"/>
            <a:ext cx="365904" cy="350064"/>
            <a:chOff x="2189142" y="2421310"/>
            <a:chExt cx="365904" cy="350064"/>
          </a:xfrm>
        </p:grpSpPr>
        <p:sp>
          <p:nvSpPr>
            <p:cNvPr id="12180" name="Google Shape;12180;p7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9" name="Google Shape;12189;p79"/>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0" name="Google Shape;12190;p79"/>
          <p:cNvGrpSpPr/>
          <p:nvPr/>
        </p:nvGrpSpPr>
        <p:grpSpPr>
          <a:xfrm>
            <a:off x="3961923" y="2486317"/>
            <a:ext cx="364415" cy="220936"/>
            <a:chOff x="3961923" y="2486317"/>
            <a:chExt cx="364415" cy="220936"/>
          </a:xfrm>
        </p:grpSpPr>
        <p:sp>
          <p:nvSpPr>
            <p:cNvPr id="12191" name="Google Shape;12191;p7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5" name="Google Shape;12195;p79"/>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6" name="Google Shape;12196;p79"/>
          <p:cNvGrpSpPr/>
          <p:nvPr/>
        </p:nvGrpSpPr>
        <p:grpSpPr>
          <a:xfrm>
            <a:off x="1303876" y="2419377"/>
            <a:ext cx="363275" cy="354626"/>
            <a:chOff x="1303876" y="2419377"/>
            <a:chExt cx="363275" cy="354626"/>
          </a:xfrm>
        </p:grpSpPr>
        <p:sp>
          <p:nvSpPr>
            <p:cNvPr id="12197" name="Google Shape;12197;p7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79"/>
          <p:cNvGrpSpPr/>
          <p:nvPr/>
        </p:nvGrpSpPr>
        <p:grpSpPr>
          <a:xfrm>
            <a:off x="861053" y="2414910"/>
            <a:ext cx="362134" cy="363623"/>
            <a:chOff x="861053" y="2414910"/>
            <a:chExt cx="362134" cy="363623"/>
          </a:xfrm>
        </p:grpSpPr>
        <p:sp>
          <p:nvSpPr>
            <p:cNvPr id="12206" name="Google Shape;12206;p7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79"/>
          <p:cNvGrpSpPr/>
          <p:nvPr/>
        </p:nvGrpSpPr>
        <p:grpSpPr>
          <a:xfrm>
            <a:off x="7594288" y="2415259"/>
            <a:ext cx="279513" cy="355735"/>
            <a:chOff x="7594288" y="2415259"/>
            <a:chExt cx="279513" cy="355735"/>
          </a:xfrm>
        </p:grpSpPr>
        <p:sp>
          <p:nvSpPr>
            <p:cNvPr id="12212" name="Google Shape;12212;p7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79"/>
          <p:cNvGrpSpPr/>
          <p:nvPr/>
        </p:nvGrpSpPr>
        <p:grpSpPr>
          <a:xfrm>
            <a:off x="7145794" y="2415639"/>
            <a:ext cx="278784" cy="355735"/>
            <a:chOff x="7145794" y="2415639"/>
            <a:chExt cx="278784" cy="355735"/>
          </a:xfrm>
        </p:grpSpPr>
        <p:sp>
          <p:nvSpPr>
            <p:cNvPr id="12219" name="Google Shape;12219;p7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79"/>
          <p:cNvGrpSpPr/>
          <p:nvPr/>
        </p:nvGrpSpPr>
        <p:grpSpPr>
          <a:xfrm>
            <a:off x="6698441" y="2414530"/>
            <a:ext cx="277644" cy="357984"/>
            <a:chOff x="6698441" y="2414530"/>
            <a:chExt cx="277644" cy="357984"/>
          </a:xfrm>
        </p:grpSpPr>
        <p:sp>
          <p:nvSpPr>
            <p:cNvPr id="12230" name="Google Shape;12230;p7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79"/>
          <p:cNvGrpSpPr/>
          <p:nvPr/>
        </p:nvGrpSpPr>
        <p:grpSpPr>
          <a:xfrm>
            <a:off x="4897750" y="2415639"/>
            <a:ext cx="279513" cy="357255"/>
            <a:chOff x="4897750" y="2415639"/>
            <a:chExt cx="279513" cy="357255"/>
          </a:xfrm>
        </p:grpSpPr>
        <p:sp>
          <p:nvSpPr>
            <p:cNvPr id="12237" name="Google Shape;12237;p7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5" name="Google Shape;12245;p79"/>
          <p:cNvGrpSpPr/>
          <p:nvPr/>
        </p:nvGrpSpPr>
        <p:grpSpPr>
          <a:xfrm>
            <a:off x="5812066" y="2416019"/>
            <a:ext cx="264813" cy="353454"/>
            <a:chOff x="5812066" y="2416019"/>
            <a:chExt cx="264813" cy="353454"/>
          </a:xfrm>
        </p:grpSpPr>
        <p:sp>
          <p:nvSpPr>
            <p:cNvPr id="12246" name="Google Shape;12246;p7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79"/>
          <p:cNvGrpSpPr/>
          <p:nvPr/>
        </p:nvGrpSpPr>
        <p:grpSpPr>
          <a:xfrm>
            <a:off x="8054820" y="2416399"/>
            <a:ext cx="264433" cy="353454"/>
            <a:chOff x="8054820" y="2416399"/>
            <a:chExt cx="264433" cy="353454"/>
          </a:xfrm>
        </p:grpSpPr>
        <p:sp>
          <p:nvSpPr>
            <p:cNvPr id="12254" name="Google Shape;12254;p7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79"/>
          <p:cNvGrpSpPr/>
          <p:nvPr/>
        </p:nvGrpSpPr>
        <p:grpSpPr>
          <a:xfrm>
            <a:off x="5356413" y="2413390"/>
            <a:ext cx="271212" cy="361374"/>
            <a:chOff x="5356413" y="2413390"/>
            <a:chExt cx="271212" cy="361374"/>
          </a:xfrm>
        </p:grpSpPr>
        <p:sp>
          <p:nvSpPr>
            <p:cNvPr id="12261" name="Google Shape;12261;p7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79"/>
          <p:cNvGrpSpPr/>
          <p:nvPr/>
        </p:nvGrpSpPr>
        <p:grpSpPr>
          <a:xfrm>
            <a:off x="6255238" y="2412249"/>
            <a:ext cx="271244" cy="360994"/>
            <a:chOff x="6255238" y="2412249"/>
            <a:chExt cx="271244" cy="360994"/>
          </a:xfrm>
        </p:grpSpPr>
        <p:sp>
          <p:nvSpPr>
            <p:cNvPr id="12267" name="Google Shape;12267;p7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79"/>
          <p:cNvGrpSpPr/>
          <p:nvPr/>
        </p:nvGrpSpPr>
        <p:grpSpPr>
          <a:xfrm>
            <a:off x="2185372" y="1957799"/>
            <a:ext cx="366664" cy="366981"/>
            <a:chOff x="2185372" y="1957799"/>
            <a:chExt cx="366664" cy="366981"/>
          </a:xfrm>
        </p:grpSpPr>
        <p:sp>
          <p:nvSpPr>
            <p:cNvPr id="12274" name="Google Shape;12274;p7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2" name="Google Shape;12282;p79"/>
          <p:cNvGrpSpPr/>
          <p:nvPr/>
        </p:nvGrpSpPr>
        <p:grpSpPr>
          <a:xfrm>
            <a:off x="1737258" y="1988371"/>
            <a:ext cx="370814" cy="307359"/>
            <a:chOff x="1737258" y="1988371"/>
            <a:chExt cx="370814" cy="307359"/>
          </a:xfrm>
        </p:grpSpPr>
        <p:sp>
          <p:nvSpPr>
            <p:cNvPr id="12283" name="Google Shape;12283;p7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79"/>
          <p:cNvGrpSpPr/>
          <p:nvPr/>
        </p:nvGrpSpPr>
        <p:grpSpPr>
          <a:xfrm>
            <a:off x="848983" y="1989511"/>
            <a:ext cx="369294" cy="304350"/>
            <a:chOff x="848983" y="1989511"/>
            <a:chExt cx="369294" cy="304350"/>
          </a:xfrm>
        </p:grpSpPr>
        <p:sp>
          <p:nvSpPr>
            <p:cNvPr id="12288" name="Google Shape;12288;p7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3" name="Google Shape;12293;p79"/>
          <p:cNvGrpSpPr/>
          <p:nvPr/>
        </p:nvGrpSpPr>
        <p:grpSpPr>
          <a:xfrm>
            <a:off x="3074027" y="1983777"/>
            <a:ext cx="380604" cy="313854"/>
            <a:chOff x="3074027" y="1983777"/>
            <a:chExt cx="380604" cy="313854"/>
          </a:xfrm>
        </p:grpSpPr>
        <p:sp>
          <p:nvSpPr>
            <p:cNvPr id="12294" name="Google Shape;12294;p7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79"/>
          <p:cNvGrpSpPr/>
          <p:nvPr/>
        </p:nvGrpSpPr>
        <p:grpSpPr>
          <a:xfrm>
            <a:off x="3522521" y="1975857"/>
            <a:ext cx="367013" cy="331278"/>
            <a:chOff x="3522521" y="1975857"/>
            <a:chExt cx="367013" cy="331278"/>
          </a:xfrm>
        </p:grpSpPr>
        <p:sp>
          <p:nvSpPr>
            <p:cNvPr id="12300" name="Google Shape;12300;p7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79"/>
          <p:cNvGrpSpPr/>
          <p:nvPr/>
        </p:nvGrpSpPr>
        <p:grpSpPr>
          <a:xfrm>
            <a:off x="2630824" y="1976966"/>
            <a:ext cx="368185" cy="330454"/>
            <a:chOff x="2630824" y="1976966"/>
            <a:chExt cx="368185" cy="330454"/>
          </a:xfrm>
        </p:grpSpPr>
        <p:sp>
          <p:nvSpPr>
            <p:cNvPr id="12308" name="Google Shape;12308;p7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79"/>
          <p:cNvGrpSpPr/>
          <p:nvPr/>
        </p:nvGrpSpPr>
        <p:grpSpPr>
          <a:xfrm>
            <a:off x="1293706" y="1966416"/>
            <a:ext cx="369294" cy="350444"/>
            <a:chOff x="1293706" y="1966416"/>
            <a:chExt cx="369294" cy="350444"/>
          </a:xfrm>
        </p:grpSpPr>
        <p:sp>
          <p:nvSpPr>
            <p:cNvPr id="12317" name="Google Shape;12317;p7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79"/>
          <p:cNvGrpSpPr/>
          <p:nvPr/>
        </p:nvGrpSpPr>
        <p:grpSpPr>
          <a:xfrm>
            <a:off x="3967213" y="1975477"/>
            <a:ext cx="368185" cy="331816"/>
            <a:chOff x="3967213" y="1975477"/>
            <a:chExt cx="368185" cy="331816"/>
          </a:xfrm>
        </p:grpSpPr>
        <p:sp>
          <p:nvSpPr>
            <p:cNvPr id="12326" name="Google Shape;12326;p7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79"/>
          <p:cNvGrpSpPr/>
          <p:nvPr/>
        </p:nvGrpSpPr>
        <p:grpSpPr>
          <a:xfrm>
            <a:off x="8047661" y="1969046"/>
            <a:ext cx="279132" cy="356875"/>
            <a:chOff x="8047661" y="1969046"/>
            <a:chExt cx="279132" cy="356875"/>
          </a:xfrm>
        </p:grpSpPr>
        <p:sp>
          <p:nvSpPr>
            <p:cNvPr id="12330" name="Google Shape;12330;p7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79"/>
          <p:cNvGrpSpPr/>
          <p:nvPr/>
        </p:nvGrpSpPr>
        <p:grpSpPr>
          <a:xfrm>
            <a:off x="7596157" y="1968159"/>
            <a:ext cx="279544" cy="358142"/>
            <a:chOff x="7596157" y="1968159"/>
            <a:chExt cx="279544" cy="358142"/>
          </a:xfrm>
        </p:grpSpPr>
        <p:sp>
          <p:nvSpPr>
            <p:cNvPr id="12335" name="Google Shape;12335;p7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1" name="Google Shape;12341;p79"/>
          <p:cNvGrpSpPr/>
          <p:nvPr/>
        </p:nvGrpSpPr>
        <p:grpSpPr>
          <a:xfrm>
            <a:off x="7147315" y="1969046"/>
            <a:ext cx="279513" cy="357636"/>
            <a:chOff x="7147315" y="1969046"/>
            <a:chExt cx="279513" cy="357636"/>
          </a:xfrm>
        </p:grpSpPr>
        <p:sp>
          <p:nvSpPr>
            <p:cNvPr id="12342" name="Google Shape;12342;p7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79"/>
          <p:cNvGrpSpPr/>
          <p:nvPr/>
        </p:nvGrpSpPr>
        <p:grpSpPr>
          <a:xfrm>
            <a:off x="6697681" y="1968317"/>
            <a:ext cx="280305" cy="359093"/>
            <a:chOff x="6697681" y="1968317"/>
            <a:chExt cx="280305" cy="359093"/>
          </a:xfrm>
        </p:grpSpPr>
        <p:sp>
          <p:nvSpPr>
            <p:cNvPr id="12350" name="Google Shape;12350;p7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79"/>
          <p:cNvGrpSpPr/>
          <p:nvPr/>
        </p:nvGrpSpPr>
        <p:grpSpPr>
          <a:xfrm>
            <a:off x="6248839" y="1967937"/>
            <a:ext cx="280273" cy="358744"/>
            <a:chOff x="6248839" y="1967937"/>
            <a:chExt cx="280273" cy="358744"/>
          </a:xfrm>
        </p:grpSpPr>
        <p:sp>
          <p:nvSpPr>
            <p:cNvPr id="12358" name="Google Shape;12358;p7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79"/>
          <p:cNvGrpSpPr/>
          <p:nvPr/>
        </p:nvGrpSpPr>
        <p:grpSpPr>
          <a:xfrm>
            <a:off x="5801485" y="1969046"/>
            <a:ext cx="279164" cy="357794"/>
            <a:chOff x="5801485" y="1969046"/>
            <a:chExt cx="279164" cy="357794"/>
          </a:xfrm>
        </p:grpSpPr>
        <p:sp>
          <p:nvSpPr>
            <p:cNvPr id="12365" name="Google Shape;12365;p7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79"/>
          <p:cNvGrpSpPr/>
          <p:nvPr/>
        </p:nvGrpSpPr>
        <p:grpSpPr>
          <a:xfrm>
            <a:off x="5352643" y="1969046"/>
            <a:ext cx="278404" cy="358364"/>
            <a:chOff x="5352643" y="1969046"/>
            <a:chExt cx="278404" cy="358364"/>
          </a:xfrm>
        </p:grpSpPr>
        <p:sp>
          <p:nvSpPr>
            <p:cNvPr id="12379" name="Google Shape;12379;p7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79"/>
          <p:cNvGrpSpPr/>
          <p:nvPr/>
        </p:nvGrpSpPr>
        <p:grpSpPr>
          <a:xfrm>
            <a:off x="4897750" y="1968317"/>
            <a:ext cx="279132" cy="358364"/>
            <a:chOff x="4897750" y="1968317"/>
            <a:chExt cx="279132" cy="358364"/>
          </a:xfrm>
        </p:grpSpPr>
        <p:sp>
          <p:nvSpPr>
            <p:cNvPr id="12384" name="Google Shape;12384;p7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7" name="Google Shape;12397;p79"/>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8" name="Google Shape;12398;p79"/>
          <p:cNvGrpSpPr/>
          <p:nvPr/>
        </p:nvGrpSpPr>
        <p:grpSpPr>
          <a:xfrm>
            <a:off x="1767449" y="1513044"/>
            <a:ext cx="324403" cy="347783"/>
            <a:chOff x="1767449" y="1513044"/>
            <a:chExt cx="324403" cy="347783"/>
          </a:xfrm>
        </p:grpSpPr>
        <p:sp>
          <p:nvSpPr>
            <p:cNvPr id="12399" name="Google Shape;12399;p7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79"/>
          <p:cNvGrpSpPr/>
          <p:nvPr/>
        </p:nvGrpSpPr>
        <p:grpSpPr>
          <a:xfrm>
            <a:off x="4007193" y="1512727"/>
            <a:ext cx="320633" cy="348100"/>
            <a:chOff x="4007193" y="1512727"/>
            <a:chExt cx="320633" cy="348100"/>
          </a:xfrm>
        </p:grpSpPr>
        <p:sp>
          <p:nvSpPr>
            <p:cNvPr id="12409" name="Google Shape;12409;p7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79"/>
          <p:cNvGrpSpPr/>
          <p:nvPr/>
        </p:nvGrpSpPr>
        <p:grpSpPr>
          <a:xfrm>
            <a:off x="3530425" y="1508747"/>
            <a:ext cx="368175" cy="344594"/>
            <a:chOff x="3530425" y="1508747"/>
            <a:chExt cx="368175" cy="344594"/>
          </a:xfrm>
        </p:grpSpPr>
        <p:sp>
          <p:nvSpPr>
            <p:cNvPr id="12415" name="Google Shape;12415;p7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79"/>
          <p:cNvGrpSpPr/>
          <p:nvPr/>
        </p:nvGrpSpPr>
        <p:grpSpPr>
          <a:xfrm>
            <a:off x="3127598" y="1513234"/>
            <a:ext cx="289714" cy="347593"/>
            <a:chOff x="3127598" y="1513234"/>
            <a:chExt cx="289714" cy="347593"/>
          </a:xfrm>
        </p:grpSpPr>
        <p:sp>
          <p:nvSpPr>
            <p:cNvPr id="12420" name="Google Shape;12420;p7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79"/>
          <p:cNvGrpSpPr/>
          <p:nvPr/>
        </p:nvGrpSpPr>
        <p:grpSpPr>
          <a:xfrm>
            <a:off x="2662884" y="1513044"/>
            <a:ext cx="322914" cy="348543"/>
            <a:chOff x="2662884" y="1513044"/>
            <a:chExt cx="322914" cy="348543"/>
          </a:xfrm>
        </p:grpSpPr>
        <p:sp>
          <p:nvSpPr>
            <p:cNvPr id="12426" name="Google Shape;12426;p7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79"/>
          <p:cNvGrpSpPr/>
          <p:nvPr/>
        </p:nvGrpSpPr>
        <p:grpSpPr>
          <a:xfrm>
            <a:off x="2232511" y="1512759"/>
            <a:ext cx="299534" cy="348068"/>
            <a:chOff x="2232511" y="1512759"/>
            <a:chExt cx="299534" cy="348068"/>
          </a:xfrm>
        </p:grpSpPr>
        <p:sp>
          <p:nvSpPr>
            <p:cNvPr id="12437" name="Google Shape;12437;p7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79"/>
          <p:cNvGrpSpPr/>
          <p:nvPr/>
        </p:nvGrpSpPr>
        <p:grpSpPr>
          <a:xfrm>
            <a:off x="1331406" y="1513361"/>
            <a:ext cx="301784" cy="348607"/>
            <a:chOff x="1331406" y="1513361"/>
            <a:chExt cx="301784" cy="348607"/>
          </a:xfrm>
        </p:grpSpPr>
        <p:sp>
          <p:nvSpPr>
            <p:cNvPr id="12449" name="Google Shape;12449;p7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79"/>
          <p:cNvGrpSpPr/>
          <p:nvPr/>
        </p:nvGrpSpPr>
        <p:grpSpPr>
          <a:xfrm>
            <a:off x="7144274" y="1500214"/>
            <a:ext cx="282174" cy="355735"/>
            <a:chOff x="7144274" y="1500214"/>
            <a:chExt cx="282174" cy="355735"/>
          </a:xfrm>
        </p:grpSpPr>
        <p:sp>
          <p:nvSpPr>
            <p:cNvPr id="12454" name="Google Shape;12454;p7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79"/>
          <p:cNvGrpSpPr/>
          <p:nvPr/>
        </p:nvGrpSpPr>
        <p:grpSpPr>
          <a:xfrm>
            <a:off x="6685262" y="1500214"/>
            <a:ext cx="289682" cy="354594"/>
            <a:chOff x="6685262" y="1500214"/>
            <a:chExt cx="289682" cy="354594"/>
          </a:xfrm>
        </p:grpSpPr>
        <p:sp>
          <p:nvSpPr>
            <p:cNvPr id="12461" name="Google Shape;12461;p7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79"/>
          <p:cNvGrpSpPr/>
          <p:nvPr/>
        </p:nvGrpSpPr>
        <p:grpSpPr>
          <a:xfrm>
            <a:off x="6200938" y="1500594"/>
            <a:ext cx="322154" cy="355355"/>
            <a:chOff x="6200938" y="1500594"/>
            <a:chExt cx="322154" cy="355355"/>
          </a:xfrm>
        </p:grpSpPr>
        <p:sp>
          <p:nvSpPr>
            <p:cNvPr id="12466" name="Google Shape;12466;p7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1" name="Google Shape;12471;p79"/>
          <p:cNvGrpSpPr/>
          <p:nvPr/>
        </p:nvGrpSpPr>
        <p:grpSpPr>
          <a:xfrm>
            <a:off x="5289631" y="1500214"/>
            <a:ext cx="332355" cy="354974"/>
            <a:chOff x="5289631" y="1500214"/>
            <a:chExt cx="332355" cy="354974"/>
          </a:xfrm>
        </p:grpSpPr>
        <p:sp>
          <p:nvSpPr>
            <p:cNvPr id="12472" name="Google Shape;12472;p7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79"/>
          <p:cNvGrpSpPr/>
          <p:nvPr/>
        </p:nvGrpSpPr>
        <p:grpSpPr>
          <a:xfrm>
            <a:off x="5748295" y="1499833"/>
            <a:ext cx="323294" cy="356115"/>
            <a:chOff x="5748295" y="1499833"/>
            <a:chExt cx="323294" cy="356115"/>
          </a:xfrm>
        </p:grpSpPr>
        <p:sp>
          <p:nvSpPr>
            <p:cNvPr id="12479" name="Google Shape;12479;p7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79"/>
          <p:cNvGrpSpPr/>
          <p:nvPr/>
        </p:nvGrpSpPr>
        <p:grpSpPr>
          <a:xfrm>
            <a:off x="8047661" y="1501037"/>
            <a:ext cx="278404" cy="355260"/>
            <a:chOff x="8047661" y="1501037"/>
            <a:chExt cx="278404" cy="355260"/>
          </a:xfrm>
        </p:grpSpPr>
        <p:sp>
          <p:nvSpPr>
            <p:cNvPr id="12487" name="Google Shape;12487;p7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79"/>
          <p:cNvGrpSpPr/>
          <p:nvPr/>
        </p:nvGrpSpPr>
        <p:grpSpPr>
          <a:xfrm>
            <a:off x="4903389" y="1500214"/>
            <a:ext cx="267854" cy="355735"/>
            <a:chOff x="4903389" y="1500214"/>
            <a:chExt cx="267854" cy="355735"/>
          </a:xfrm>
        </p:grpSpPr>
        <p:sp>
          <p:nvSpPr>
            <p:cNvPr id="12492" name="Google Shape;12492;p7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79"/>
          <p:cNvGrpSpPr/>
          <p:nvPr/>
        </p:nvGrpSpPr>
        <p:grpSpPr>
          <a:xfrm>
            <a:off x="7613518" y="1501354"/>
            <a:ext cx="264433" cy="353074"/>
            <a:chOff x="7613518" y="1501354"/>
            <a:chExt cx="264433" cy="353074"/>
          </a:xfrm>
        </p:grpSpPr>
        <p:sp>
          <p:nvSpPr>
            <p:cNvPr id="12498" name="Google Shape;12498;p7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07" name="Shape 12507"/>
        <p:cNvGrpSpPr/>
        <p:nvPr/>
      </p:nvGrpSpPr>
      <p:grpSpPr>
        <a:xfrm>
          <a:off x="0" y="0"/>
          <a:ext cx="0" cy="0"/>
          <a:chOff x="0" y="0"/>
          <a:chExt cx="0" cy="0"/>
        </a:xfrm>
      </p:grpSpPr>
      <p:sp>
        <p:nvSpPr>
          <p:cNvPr id="12508" name="Google Shape;12508;p8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509" name="Google Shape;12509;p8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510" name="Google Shape;12510;p80"/>
          <p:cNvGrpSpPr/>
          <p:nvPr/>
        </p:nvGrpSpPr>
        <p:grpSpPr>
          <a:xfrm>
            <a:off x="1757085" y="1500675"/>
            <a:ext cx="371069" cy="359396"/>
            <a:chOff x="1757085" y="1500675"/>
            <a:chExt cx="371069" cy="359396"/>
          </a:xfrm>
        </p:grpSpPr>
        <p:sp>
          <p:nvSpPr>
            <p:cNvPr id="12511" name="Google Shape;12511;p8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80"/>
          <p:cNvGrpSpPr/>
          <p:nvPr/>
        </p:nvGrpSpPr>
        <p:grpSpPr>
          <a:xfrm>
            <a:off x="2774209" y="1954691"/>
            <a:ext cx="116693" cy="374186"/>
            <a:chOff x="2774209" y="1954691"/>
            <a:chExt cx="116693" cy="374186"/>
          </a:xfrm>
        </p:grpSpPr>
        <p:sp>
          <p:nvSpPr>
            <p:cNvPr id="12541" name="Google Shape;12541;p8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80"/>
          <p:cNvGrpSpPr/>
          <p:nvPr/>
        </p:nvGrpSpPr>
        <p:grpSpPr>
          <a:xfrm>
            <a:off x="4017435" y="1499912"/>
            <a:ext cx="315092" cy="359397"/>
            <a:chOff x="4017435" y="1499912"/>
            <a:chExt cx="315092" cy="359397"/>
          </a:xfrm>
        </p:grpSpPr>
        <p:sp>
          <p:nvSpPr>
            <p:cNvPr id="12544" name="Google Shape;12544;p8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80"/>
          <p:cNvGrpSpPr/>
          <p:nvPr/>
        </p:nvGrpSpPr>
        <p:grpSpPr>
          <a:xfrm>
            <a:off x="3963652" y="1999759"/>
            <a:ext cx="374154" cy="284050"/>
            <a:chOff x="3963652" y="1999759"/>
            <a:chExt cx="374154" cy="284050"/>
          </a:xfrm>
        </p:grpSpPr>
        <p:sp>
          <p:nvSpPr>
            <p:cNvPr id="12547" name="Google Shape;12547;p8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80"/>
          <p:cNvGrpSpPr/>
          <p:nvPr/>
        </p:nvGrpSpPr>
        <p:grpSpPr>
          <a:xfrm>
            <a:off x="1777536" y="2014866"/>
            <a:ext cx="376444" cy="253772"/>
            <a:chOff x="1777536" y="2014866"/>
            <a:chExt cx="376444" cy="253772"/>
          </a:xfrm>
        </p:grpSpPr>
        <p:sp>
          <p:nvSpPr>
            <p:cNvPr id="12551" name="Google Shape;12551;p8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80"/>
          <p:cNvGrpSpPr/>
          <p:nvPr/>
        </p:nvGrpSpPr>
        <p:grpSpPr>
          <a:xfrm>
            <a:off x="1309875" y="2057326"/>
            <a:ext cx="374154" cy="169680"/>
            <a:chOff x="1309875" y="2057326"/>
            <a:chExt cx="374154" cy="169680"/>
          </a:xfrm>
        </p:grpSpPr>
        <p:sp>
          <p:nvSpPr>
            <p:cNvPr id="12557" name="Google Shape;12557;p8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8" name="Google Shape;12568;p80"/>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9" name="Google Shape;12569;p80"/>
          <p:cNvGrpSpPr/>
          <p:nvPr/>
        </p:nvGrpSpPr>
        <p:grpSpPr>
          <a:xfrm>
            <a:off x="2347450" y="1954564"/>
            <a:ext cx="113639" cy="373168"/>
            <a:chOff x="2347450" y="1954564"/>
            <a:chExt cx="113639" cy="373168"/>
          </a:xfrm>
        </p:grpSpPr>
        <p:sp>
          <p:nvSpPr>
            <p:cNvPr id="12570" name="Google Shape;12570;p8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2" name="Google Shape;12572;p80"/>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3" name="Google Shape;12573;p80"/>
          <p:cNvGrpSpPr/>
          <p:nvPr/>
        </p:nvGrpSpPr>
        <p:grpSpPr>
          <a:xfrm>
            <a:off x="3110102" y="1499880"/>
            <a:ext cx="330613" cy="358379"/>
            <a:chOff x="3110102" y="1499880"/>
            <a:chExt cx="330613" cy="358379"/>
          </a:xfrm>
        </p:grpSpPr>
        <p:sp>
          <p:nvSpPr>
            <p:cNvPr id="12574" name="Google Shape;12574;p8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1" name="Google Shape;12581;p80"/>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2" name="Google Shape;12582;p80"/>
          <p:cNvGrpSpPr/>
          <p:nvPr/>
        </p:nvGrpSpPr>
        <p:grpSpPr>
          <a:xfrm>
            <a:off x="3485575" y="1999759"/>
            <a:ext cx="373772" cy="284050"/>
            <a:chOff x="3531200" y="1999759"/>
            <a:chExt cx="373772" cy="284050"/>
          </a:xfrm>
        </p:grpSpPr>
        <p:sp>
          <p:nvSpPr>
            <p:cNvPr id="12583" name="Google Shape;12583;p8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80"/>
          <p:cNvGrpSpPr/>
          <p:nvPr/>
        </p:nvGrpSpPr>
        <p:grpSpPr>
          <a:xfrm>
            <a:off x="2667058" y="1500293"/>
            <a:ext cx="330231" cy="359015"/>
            <a:chOff x="2667058" y="1500293"/>
            <a:chExt cx="330231" cy="359015"/>
          </a:xfrm>
        </p:grpSpPr>
        <p:sp>
          <p:nvSpPr>
            <p:cNvPr id="12588" name="Google Shape;12588;p8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80"/>
          <p:cNvGrpSpPr/>
          <p:nvPr/>
        </p:nvGrpSpPr>
        <p:grpSpPr>
          <a:xfrm>
            <a:off x="3567553" y="1499912"/>
            <a:ext cx="320022" cy="359778"/>
            <a:chOff x="3567553" y="1499912"/>
            <a:chExt cx="320022" cy="359778"/>
          </a:xfrm>
        </p:grpSpPr>
        <p:sp>
          <p:nvSpPr>
            <p:cNvPr id="12607" name="Google Shape;12607;p8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80"/>
          <p:cNvGrpSpPr/>
          <p:nvPr/>
        </p:nvGrpSpPr>
        <p:grpSpPr>
          <a:xfrm>
            <a:off x="1309875" y="1499912"/>
            <a:ext cx="359015" cy="358633"/>
            <a:chOff x="1309875" y="1499912"/>
            <a:chExt cx="359015" cy="358633"/>
          </a:xfrm>
        </p:grpSpPr>
        <p:sp>
          <p:nvSpPr>
            <p:cNvPr id="12614" name="Google Shape;12614;p8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80"/>
          <p:cNvGrpSpPr/>
          <p:nvPr/>
        </p:nvGrpSpPr>
        <p:grpSpPr>
          <a:xfrm>
            <a:off x="2219466" y="1500293"/>
            <a:ext cx="330613" cy="359015"/>
            <a:chOff x="2219466" y="1500293"/>
            <a:chExt cx="330613" cy="359015"/>
          </a:xfrm>
        </p:grpSpPr>
        <p:sp>
          <p:nvSpPr>
            <p:cNvPr id="12624" name="Google Shape;12624;p8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80"/>
          <p:cNvGrpSpPr/>
          <p:nvPr/>
        </p:nvGrpSpPr>
        <p:grpSpPr>
          <a:xfrm>
            <a:off x="5343544" y="1509358"/>
            <a:ext cx="244676" cy="351095"/>
            <a:chOff x="5343544" y="1509358"/>
            <a:chExt cx="244676" cy="351095"/>
          </a:xfrm>
        </p:grpSpPr>
        <p:sp>
          <p:nvSpPr>
            <p:cNvPr id="12627" name="Google Shape;12627;p8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80"/>
          <p:cNvGrpSpPr/>
          <p:nvPr/>
        </p:nvGrpSpPr>
        <p:grpSpPr>
          <a:xfrm>
            <a:off x="4882340" y="1509358"/>
            <a:ext cx="246171" cy="351095"/>
            <a:chOff x="4882340" y="1509358"/>
            <a:chExt cx="246171" cy="351095"/>
          </a:xfrm>
        </p:grpSpPr>
        <p:sp>
          <p:nvSpPr>
            <p:cNvPr id="12631" name="Google Shape;12631;p8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80"/>
          <p:cNvGrpSpPr/>
          <p:nvPr/>
        </p:nvGrpSpPr>
        <p:grpSpPr>
          <a:xfrm>
            <a:off x="6273204" y="1509008"/>
            <a:ext cx="236343" cy="351445"/>
            <a:chOff x="6273204" y="1509008"/>
            <a:chExt cx="236343" cy="351445"/>
          </a:xfrm>
        </p:grpSpPr>
        <p:sp>
          <p:nvSpPr>
            <p:cNvPr id="12637" name="Google Shape;12637;p8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9" name="Google Shape;12639;p80"/>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0" name="Google Shape;12640;p80"/>
          <p:cNvGrpSpPr/>
          <p:nvPr/>
        </p:nvGrpSpPr>
        <p:grpSpPr>
          <a:xfrm>
            <a:off x="7219530" y="1508244"/>
            <a:ext cx="191625" cy="352209"/>
            <a:chOff x="7219530" y="1508244"/>
            <a:chExt cx="191625" cy="352209"/>
          </a:xfrm>
        </p:grpSpPr>
        <p:sp>
          <p:nvSpPr>
            <p:cNvPr id="12641" name="Google Shape;12641;p8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80"/>
          <p:cNvGrpSpPr/>
          <p:nvPr/>
        </p:nvGrpSpPr>
        <p:grpSpPr>
          <a:xfrm>
            <a:off x="7699309" y="1508626"/>
            <a:ext cx="154922" cy="351827"/>
            <a:chOff x="7699309" y="1508626"/>
            <a:chExt cx="154922" cy="351827"/>
          </a:xfrm>
        </p:grpSpPr>
        <p:sp>
          <p:nvSpPr>
            <p:cNvPr id="12644" name="Google Shape;12644;p8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80"/>
          <p:cNvGrpSpPr/>
          <p:nvPr/>
        </p:nvGrpSpPr>
        <p:grpSpPr>
          <a:xfrm>
            <a:off x="8161690" y="1509008"/>
            <a:ext cx="153396" cy="351064"/>
            <a:chOff x="8161690" y="1509008"/>
            <a:chExt cx="153396" cy="351064"/>
          </a:xfrm>
        </p:grpSpPr>
        <p:sp>
          <p:nvSpPr>
            <p:cNvPr id="12652" name="Google Shape;12652;p8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80"/>
          <p:cNvGrpSpPr/>
          <p:nvPr/>
        </p:nvGrpSpPr>
        <p:grpSpPr>
          <a:xfrm>
            <a:off x="6746940" y="1508881"/>
            <a:ext cx="213221" cy="352304"/>
            <a:chOff x="6746940" y="1508881"/>
            <a:chExt cx="213221" cy="352304"/>
          </a:xfrm>
        </p:grpSpPr>
        <p:sp>
          <p:nvSpPr>
            <p:cNvPr id="12657" name="Google Shape;12657;p8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80"/>
          <p:cNvGrpSpPr/>
          <p:nvPr/>
        </p:nvGrpSpPr>
        <p:grpSpPr>
          <a:xfrm>
            <a:off x="5770336" y="2007615"/>
            <a:ext cx="350682" cy="292097"/>
            <a:chOff x="5770336" y="2007615"/>
            <a:chExt cx="350682" cy="292097"/>
          </a:xfrm>
        </p:grpSpPr>
        <p:sp>
          <p:nvSpPr>
            <p:cNvPr id="12662" name="Google Shape;12662;p8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80"/>
          <p:cNvGrpSpPr/>
          <p:nvPr/>
        </p:nvGrpSpPr>
        <p:grpSpPr>
          <a:xfrm>
            <a:off x="5326878" y="1980358"/>
            <a:ext cx="350332" cy="346229"/>
            <a:chOff x="5326878" y="1980358"/>
            <a:chExt cx="350332" cy="346229"/>
          </a:xfrm>
        </p:grpSpPr>
        <p:sp>
          <p:nvSpPr>
            <p:cNvPr id="12667" name="Google Shape;12667;p8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1" name="Google Shape;12671;p80"/>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2" name="Google Shape;12672;p80"/>
          <p:cNvGrpSpPr/>
          <p:nvPr/>
        </p:nvGrpSpPr>
        <p:grpSpPr>
          <a:xfrm>
            <a:off x="4883835" y="1992571"/>
            <a:ext cx="350300" cy="323043"/>
            <a:chOff x="4883835" y="1992571"/>
            <a:chExt cx="350300" cy="323043"/>
          </a:xfrm>
        </p:grpSpPr>
        <p:sp>
          <p:nvSpPr>
            <p:cNvPr id="12673" name="Google Shape;12673;p8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80"/>
          <p:cNvGrpSpPr/>
          <p:nvPr/>
        </p:nvGrpSpPr>
        <p:grpSpPr>
          <a:xfrm>
            <a:off x="7548967" y="1978927"/>
            <a:ext cx="333285" cy="349950"/>
            <a:chOff x="7548967" y="1978927"/>
            <a:chExt cx="333285" cy="349950"/>
          </a:xfrm>
        </p:grpSpPr>
        <p:sp>
          <p:nvSpPr>
            <p:cNvPr id="12680" name="Google Shape;12680;p8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80"/>
          <p:cNvGrpSpPr/>
          <p:nvPr/>
        </p:nvGrpSpPr>
        <p:grpSpPr>
          <a:xfrm>
            <a:off x="6214142" y="1978927"/>
            <a:ext cx="346515" cy="350300"/>
            <a:chOff x="6214142" y="1978927"/>
            <a:chExt cx="346515" cy="350300"/>
          </a:xfrm>
        </p:grpSpPr>
        <p:sp>
          <p:nvSpPr>
            <p:cNvPr id="12688" name="Google Shape;12688;p8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80"/>
          <p:cNvGrpSpPr/>
          <p:nvPr/>
        </p:nvGrpSpPr>
        <p:grpSpPr>
          <a:xfrm>
            <a:off x="7105923" y="1978545"/>
            <a:ext cx="333285" cy="350682"/>
            <a:chOff x="7105923" y="1978545"/>
            <a:chExt cx="333285" cy="350682"/>
          </a:xfrm>
        </p:grpSpPr>
        <p:sp>
          <p:nvSpPr>
            <p:cNvPr id="12691" name="Google Shape;12691;p8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8" name="Google Shape;12698;p80"/>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0"/>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0" name="Google Shape;12700;p80"/>
          <p:cNvGrpSpPr/>
          <p:nvPr/>
        </p:nvGrpSpPr>
        <p:grpSpPr>
          <a:xfrm>
            <a:off x="3616406" y="2422352"/>
            <a:ext cx="203393" cy="351827"/>
            <a:chOff x="3616406" y="2422352"/>
            <a:chExt cx="203393" cy="351827"/>
          </a:xfrm>
        </p:grpSpPr>
        <p:sp>
          <p:nvSpPr>
            <p:cNvPr id="12701" name="Google Shape;12701;p8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80"/>
          <p:cNvGrpSpPr/>
          <p:nvPr/>
        </p:nvGrpSpPr>
        <p:grpSpPr>
          <a:xfrm>
            <a:off x="878187" y="2421970"/>
            <a:ext cx="272696" cy="351827"/>
            <a:chOff x="913012" y="2421970"/>
            <a:chExt cx="272696" cy="351827"/>
          </a:xfrm>
        </p:grpSpPr>
        <p:sp>
          <p:nvSpPr>
            <p:cNvPr id="12704" name="Google Shape;12704;p8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80"/>
          <p:cNvGrpSpPr/>
          <p:nvPr/>
        </p:nvGrpSpPr>
        <p:grpSpPr>
          <a:xfrm>
            <a:off x="2274743" y="2422352"/>
            <a:ext cx="255649" cy="351445"/>
            <a:chOff x="2274743" y="2422352"/>
            <a:chExt cx="255649" cy="351445"/>
          </a:xfrm>
        </p:grpSpPr>
        <p:sp>
          <p:nvSpPr>
            <p:cNvPr id="12709" name="Google Shape;12709;p8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80"/>
          <p:cNvGrpSpPr/>
          <p:nvPr/>
        </p:nvGrpSpPr>
        <p:grpSpPr>
          <a:xfrm>
            <a:off x="2708723" y="2421239"/>
            <a:ext cx="246552" cy="352558"/>
            <a:chOff x="2708723" y="2421239"/>
            <a:chExt cx="246552" cy="352558"/>
          </a:xfrm>
        </p:grpSpPr>
        <p:sp>
          <p:nvSpPr>
            <p:cNvPr id="12713" name="Google Shape;12713;p8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80"/>
          <p:cNvGrpSpPr/>
          <p:nvPr/>
        </p:nvGrpSpPr>
        <p:grpSpPr>
          <a:xfrm>
            <a:off x="1835485" y="2422352"/>
            <a:ext cx="259433" cy="350714"/>
            <a:chOff x="1835485" y="2422352"/>
            <a:chExt cx="259433" cy="350714"/>
          </a:xfrm>
        </p:grpSpPr>
        <p:sp>
          <p:nvSpPr>
            <p:cNvPr id="12716" name="Google Shape;12716;p8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80"/>
          <p:cNvGrpSpPr/>
          <p:nvPr/>
        </p:nvGrpSpPr>
        <p:grpSpPr>
          <a:xfrm>
            <a:off x="3150240" y="2422352"/>
            <a:ext cx="212489" cy="351445"/>
            <a:chOff x="3150240" y="2422352"/>
            <a:chExt cx="212489" cy="351445"/>
          </a:xfrm>
        </p:grpSpPr>
        <p:sp>
          <p:nvSpPr>
            <p:cNvPr id="12724" name="Google Shape;12724;p8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80"/>
          <p:cNvGrpSpPr/>
          <p:nvPr/>
        </p:nvGrpSpPr>
        <p:grpSpPr>
          <a:xfrm>
            <a:off x="1367060" y="2422129"/>
            <a:ext cx="269261" cy="352050"/>
            <a:chOff x="1367060" y="2422129"/>
            <a:chExt cx="269261" cy="352050"/>
          </a:xfrm>
        </p:grpSpPr>
        <p:sp>
          <p:nvSpPr>
            <p:cNvPr id="12727" name="Google Shape;12727;p8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1" name="Google Shape;12741;p80"/>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2" name="Google Shape;12742;p80"/>
          <p:cNvGrpSpPr/>
          <p:nvPr/>
        </p:nvGrpSpPr>
        <p:grpSpPr>
          <a:xfrm>
            <a:off x="4882690" y="2425405"/>
            <a:ext cx="274573" cy="350682"/>
            <a:chOff x="4882690" y="2425405"/>
            <a:chExt cx="274573" cy="350682"/>
          </a:xfrm>
        </p:grpSpPr>
        <p:sp>
          <p:nvSpPr>
            <p:cNvPr id="12743" name="Google Shape;12743;p8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80"/>
          <p:cNvGrpSpPr/>
          <p:nvPr/>
        </p:nvGrpSpPr>
        <p:grpSpPr>
          <a:xfrm>
            <a:off x="6627639" y="2443884"/>
            <a:ext cx="355993" cy="313247"/>
            <a:chOff x="6627639" y="2443884"/>
            <a:chExt cx="355993" cy="313247"/>
          </a:xfrm>
        </p:grpSpPr>
        <p:sp>
          <p:nvSpPr>
            <p:cNvPr id="12746" name="Google Shape;12746;p8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80"/>
          <p:cNvGrpSpPr/>
          <p:nvPr/>
        </p:nvGrpSpPr>
        <p:grpSpPr>
          <a:xfrm>
            <a:off x="6183451" y="2462140"/>
            <a:ext cx="351445" cy="277976"/>
            <a:chOff x="6183451" y="2462140"/>
            <a:chExt cx="351445" cy="277976"/>
          </a:xfrm>
        </p:grpSpPr>
        <p:sp>
          <p:nvSpPr>
            <p:cNvPr id="12750" name="Google Shape;12750;p8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7" name="Google Shape;12757;p80"/>
          <p:cNvGrpSpPr/>
          <p:nvPr/>
        </p:nvGrpSpPr>
        <p:grpSpPr>
          <a:xfrm>
            <a:off x="5735477" y="2429858"/>
            <a:ext cx="353354" cy="341299"/>
            <a:chOff x="5735477" y="2429858"/>
            <a:chExt cx="353354" cy="341299"/>
          </a:xfrm>
        </p:grpSpPr>
        <p:sp>
          <p:nvSpPr>
            <p:cNvPr id="12758" name="Google Shape;12758;p8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80"/>
          <p:cNvGrpSpPr/>
          <p:nvPr/>
        </p:nvGrpSpPr>
        <p:grpSpPr>
          <a:xfrm>
            <a:off x="5243735" y="2446973"/>
            <a:ext cx="405255" cy="275499"/>
            <a:chOff x="5283337" y="2478774"/>
            <a:chExt cx="358633" cy="243913"/>
          </a:xfrm>
        </p:grpSpPr>
        <p:sp>
          <p:nvSpPr>
            <p:cNvPr id="12765" name="Google Shape;12765;p8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80"/>
          <p:cNvGrpSpPr/>
          <p:nvPr/>
        </p:nvGrpSpPr>
        <p:grpSpPr>
          <a:xfrm>
            <a:off x="7964753" y="2470823"/>
            <a:ext cx="362068" cy="258670"/>
            <a:chOff x="7964753" y="2470823"/>
            <a:chExt cx="362068" cy="258670"/>
          </a:xfrm>
        </p:grpSpPr>
        <p:sp>
          <p:nvSpPr>
            <p:cNvPr id="12783" name="Google Shape;12783;p8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80"/>
          <p:cNvGrpSpPr/>
          <p:nvPr/>
        </p:nvGrpSpPr>
        <p:grpSpPr>
          <a:xfrm>
            <a:off x="7524349" y="2456447"/>
            <a:ext cx="350332" cy="288948"/>
            <a:chOff x="7524349" y="2456447"/>
            <a:chExt cx="350332" cy="288948"/>
          </a:xfrm>
        </p:grpSpPr>
        <p:sp>
          <p:nvSpPr>
            <p:cNvPr id="12793" name="Google Shape;12793;p8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80"/>
          <p:cNvGrpSpPr/>
          <p:nvPr/>
        </p:nvGrpSpPr>
        <p:grpSpPr>
          <a:xfrm>
            <a:off x="3972749" y="2894211"/>
            <a:ext cx="355230" cy="356725"/>
            <a:chOff x="3972749" y="2894211"/>
            <a:chExt cx="355230" cy="356725"/>
          </a:xfrm>
        </p:grpSpPr>
        <p:sp>
          <p:nvSpPr>
            <p:cNvPr id="12799" name="Google Shape;12799;p8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80"/>
          <p:cNvGrpSpPr/>
          <p:nvPr/>
        </p:nvGrpSpPr>
        <p:grpSpPr>
          <a:xfrm>
            <a:off x="3527797" y="2918796"/>
            <a:ext cx="355993" cy="307904"/>
            <a:chOff x="3527797" y="2918796"/>
            <a:chExt cx="355993" cy="307904"/>
          </a:xfrm>
        </p:grpSpPr>
        <p:sp>
          <p:nvSpPr>
            <p:cNvPr id="12805" name="Google Shape;12805;p8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80"/>
          <p:cNvGrpSpPr/>
          <p:nvPr/>
        </p:nvGrpSpPr>
        <p:grpSpPr>
          <a:xfrm>
            <a:off x="3082845" y="2920959"/>
            <a:ext cx="356375" cy="302338"/>
            <a:chOff x="3082845" y="2920959"/>
            <a:chExt cx="356375" cy="302338"/>
          </a:xfrm>
        </p:grpSpPr>
        <p:sp>
          <p:nvSpPr>
            <p:cNvPr id="12816" name="Google Shape;12816;p8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80"/>
          <p:cNvGrpSpPr/>
          <p:nvPr/>
        </p:nvGrpSpPr>
        <p:grpSpPr>
          <a:xfrm>
            <a:off x="2639038" y="2894942"/>
            <a:ext cx="355612" cy="355612"/>
            <a:chOff x="2639038" y="2894942"/>
            <a:chExt cx="355612" cy="355612"/>
          </a:xfrm>
        </p:grpSpPr>
        <p:sp>
          <p:nvSpPr>
            <p:cNvPr id="12819" name="Google Shape;12819;p8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80"/>
          <p:cNvGrpSpPr/>
          <p:nvPr/>
        </p:nvGrpSpPr>
        <p:grpSpPr>
          <a:xfrm>
            <a:off x="2194468" y="2938865"/>
            <a:ext cx="355993" cy="267766"/>
            <a:chOff x="2194468" y="2938865"/>
            <a:chExt cx="355993" cy="267766"/>
          </a:xfrm>
        </p:grpSpPr>
        <p:sp>
          <p:nvSpPr>
            <p:cNvPr id="12822" name="Google Shape;12822;p8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2" name="Google Shape;12842;p80"/>
          <p:cNvGrpSpPr/>
          <p:nvPr/>
        </p:nvGrpSpPr>
        <p:grpSpPr>
          <a:xfrm>
            <a:off x="1749897" y="2894561"/>
            <a:ext cx="355993" cy="355612"/>
            <a:chOff x="1749897" y="2894561"/>
            <a:chExt cx="355993" cy="355612"/>
          </a:xfrm>
        </p:grpSpPr>
        <p:sp>
          <p:nvSpPr>
            <p:cNvPr id="12843" name="Google Shape;12843;p8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80"/>
          <p:cNvGrpSpPr/>
          <p:nvPr/>
        </p:nvGrpSpPr>
        <p:grpSpPr>
          <a:xfrm>
            <a:off x="1305327" y="2894211"/>
            <a:ext cx="357520" cy="357488"/>
            <a:chOff x="1305327" y="2894211"/>
            <a:chExt cx="357520" cy="357488"/>
          </a:xfrm>
        </p:grpSpPr>
        <p:sp>
          <p:nvSpPr>
            <p:cNvPr id="12855" name="Google Shape;12855;p8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80"/>
          <p:cNvGrpSpPr/>
          <p:nvPr/>
        </p:nvGrpSpPr>
        <p:grpSpPr>
          <a:xfrm>
            <a:off x="853950" y="2894720"/>
            <a:ext cx="364104" cy="353290"/>
            <a:chOff x="853950" y="2894720"/>
            <a:chExt cx="364104" cy="353290"/>
          </a:xfrm>
        </p:grpSpPr>
        <p:sp>
          <p:nvSpPr>
            <p:cNvPr id="12861" name="Google Shape;12861;p8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8" name="Google Shape;12868;p80"/>
          <p:cNvGrpSpPr/>
          <p:nvPr/>
        </p:nvGrpSpPr>
        <p:grpSpPr>
          <a:xfrm>
            <a:off x="7066548" y="2912594"/>
            <a:ext cx="352209" cy="334938"/>
            <a:chOff x="7066548" y="2912594"/>
            <a:chExt cx="352209" cy="334938"/>
          </a:xfrm>
        </p:grpSpPr>
        <p:sp>
          <p:nvSpPr>
            <p:cNvPr id="12869" name="Google Shape;12869;p8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5" name="Google Shape;12875;p80"/>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0"/>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7" name="Google Shape;12877;p80"/>
          <p:cNvGrpSpPr/>
          <p:nvPr/>
        </p:nvGrpSpPr>
        <p:grpSpPr>
          <a:xfrm>
            <a:off x="7541397" y="2904802"/>
            <a:ext cx="318495" cy="352209"/>
            <a:chOff x="7541397" y="2904802"/>
            <a:chExt cx="318495" cy="352209"/>
          </a:xfrm>
        </p:grpSpPr>
        <p:sp>
          <p:nvSpPr>
            <p:cNvPr id="12878" name="Google Shape;12878;p8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80"/>
          <p:cNvGrpSpPr/>
          <p:nvPr/>
        </p:nvGrpSpPr>
        <p:grpSpPr>
          <a:xfrm>
            <a:off x="8003015" y="2904039"/>
            <a:ext cx="306759" cy="351445"/>
            <a:chOff x="8003015" y="2904039"/>
            <a:chExt cx="306759" cy="351445"/>
          </a:xfrm>
        </p:grpSpPr>
        <p:sp>
          <p:nvSpPr>
            <p:cNvPr id="12881" name="Google Shape;12881;p8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7" name="Google Shape;12887;p80"/>
          <p:cNvGrpSpPr/>
          <p:nvPr/>
        </p:nvGrpSpPr>
        <p:grpSpPr>
          <a:xfrm>
            <a:off x="5687770" y="2885496"/>
            <a:ext cx="369638" cy="369606"/>
            <a:chOff x="5687770" y="2885496"/>
            <a:chExt cx="369638" cy="369606"/>
          </a:xfrm>
        </p:grpSpPr>
        <p:sp>
          <p:nvSpPr>
            <p:cNvPr id="12888" name="Google Shape;12888;p8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8" name="Google Shape;12898;p80"/>
          <p:cNvGrpSpPr/>
          <p:nvPr/>
        </p:nvGrpSpPr>
        <p:grpSpPr>
          <a:xfrm>
            <a:off x="4881958" y="2904802"/>
            <a:ext cx="156417" cy="349537"/>
            <a:chOff x="4881958" y="2904802"/>
            <a:chExt cx="156417" cy="349537"/>
          </a:xfrm>
        </p:grpSpPr>
        <p:sp>
          <p:nvSpPr>
            <p:cNvPr id="12899" name="Google Shape;12899;p8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6" name="Google Shape;12906;p80"/>
          <p:cNvGrpSpPr/>
          <p:nvPr/>
        </p:nvGrpSpPr>
        <p:grpSpPr>
          <a:xfrm>
            <a:off x="5230318" y="2886514"/>
            <a:ext cx="371133" cy="367443"/>
            <a:chOff x="5230318" y="2886514"/>
            <a:chExt cx="371133" cy="367443"/>
          </a:xfrm>
        </p:grpSpPr>
        <p:sp>
          <p:nvSpPr>
            <p:cNvPr id="12907" name="Google Shape;12907;p8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6" name="Google Shape;12916;p80"/>
          <p:cNvGrpSpPr/>
          <p:nvPr/>
        </p:nvGrpSpPr>
        <p:grpSpPr>
          <a:xfrm>
            <a:off x="5748358" y="3434578"/>
            <a:ext cx="352590" cy="182561"/>
            <a:chOff x="5748358" y="3434578"/>
            <a:chExt cx="352590" cy="182561"/>
          </a:xfrm>
        </p:grpSpPr>
        <p:sp>
          <p:nvSpPr>
            <p:cNvPr id="12917" name="Google Shape;12917;p8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3" name="Google Shape;12923;p80"/>
          <p:cNvGrpSpPr/>
          <p:nvPr/>
        </p:nvGrpSpPr>
        <p:grpSpPr>
          <a:xfrm>
            <a:off x="862283" y="4274771"/>
            <a:ext cx="341204" cy="359301"/>
            <a:chOff x="862283" y="4274771"/>
            <a:chExt cx="341204" cy="359301"/>
          </a:xfrm>
        </p:grpSpPr>
        <p:sp>
          <p:nvSpPr>
            <p:cNvPr id="12924" name="Google Shape;12924;p8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7" name="Google Shape;12927;p80"/>
          <p:cNvGrpSpPr/>
          <p:nvPr/>
        </p:nvGrpSpPr>
        <p:grpSpPr>
          <a:xfrm>
            <a:off x="1396957" y="4287365"/>
            <a:ext cx="301861" cy="332871"/>
            <a:chOff x="1396957" y="4287365"/>
            <a:chExt cx="301861" cy="332871"/>
          </a:xfrm>
        </p:grpSpPr>
        <p:sp>
          <p:nvSpPr>
            <p:cNvPr id="12928" name="Google Shape;12928;p8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80"/>
          <p:cNvGrpSpPr/>
          <p:nvPr/>
        </p:nvGrpSpPr>
        <p:grpSpPr>
          <a:xfrm>
            <a:off x="1865381" y="4277506"/>
            <a:ext cx="396131" cy="355612"/>
            <a:chOff x="1865381" y="4277506"/>
            <a:chExt cx="396131" cy="355612"/>
          </a:xfrm>
        </p:grpSpPr>
        <p:sp>
          <p:nvSpPr>
            <p:cNvPr id="12944" name="Google Shape;12944;p8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0" name="Google Shape;12950;p80"/>
          <p:cNvGrpSpPr/>
          <p:nvPr/>
        </p:nvGrpSpPr>
        <p:grpSpPr>
          <a:xfrm>
            <a:off x="2411823" y="4303999"/>
            <a:ext cx="334398" cy="299953"/>
            <a:chOff x="2411823" y="4303999"/>
            <a:chExt cx="334398" cy="299953"/>
          </a:xfrm>
        </p:grpSpPr>
        <p:sp>
          <p:nvSpPr>
            <p:cNvPr id="12951" name="Google Shape;12951;p8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8" name="Google Shape;12958;p80"/>
          <p:cNvGrpSpPr/>
          <p:nvPr/>
        </p:nvGrpSpPr>
        <p:grpSpPr>
          <a:xfrm>
            <a:off x="2903337" y="4279032"/>
            <a:ext cx="382519" cy="350682"/>
            <a:chOff x="2903337" y="4279032"/>
            <a:chExt cx="382519" cy="350682"/>
          </a:xfrm>
        </p:grpSpPr>
        <p:sp>
          <p:nvSpPr>
            <p:cNvPr id="12959" name="Google Shape;12959;p8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4" name="Google Shape;12974;p80"/>
          <p:cNvGrpSpPr/>
          <p:nvPr/>
        </p:nvGrpSpPr>
        <p:grpSpPr>
          <a:xfrm>
            <a:off x="3933342" y="4315767"/>
            <a:ext cx="383632" cy="276449"/>
            <a:chOff x="3933342" y="4315767"/>
            <a:chExt cx="383632" cy="276449"/>
          </a:xfrm>
        </p:grpSpPr>
        <p:sp>
          <p:nvSpPr>
            <p:cNvPr id="12975" name="Google Shape;12975;p8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1" name="Google Shape;12981;p80"/>
          <p:cNvGrpSpPr/>
          <p:nvPr/>
        </p:nvGrpSpPr>
        <p:grpSpPr>
          <a:xfrm>
            <a:off x="3441065" y="4302505"/>
            <a:ext cx="337069" cy="302593"/>
            <a:chOff x="3441065" y="4302505"/>
            <a:chExt cx="337069" cy="302593"/>
          </a:xfrm>
        </p:grpSpPr>
        <p:sp>
          <p:nvSpPr>
            <p:cNvPr id="12982" name="Google Shape;12982;p8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80"/>
          <p:cNvGrpSpPr/>
          <p:nvPr/>
        </p:nvGrpSpPr>
        <p:grpSpPr>
          <a:xfrm>
            <a:off x="3532345" y="3362635"/>
            <a:ext cx="339328" cy="336274"/>
            <a:chOff x="3532345" y="3362635"/>
            <a:chExt cx="339328" cy="336274"/>
          </a:xfrm>
        </p:grpSpPr>
        <p:sp>
          <p:nvSpPr>
            <p:cNvPr id="12996" name="Google Shape;12996;p8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1" name="Google Shape;13001;p80"/>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2" name="Google Shape;13002;p80"/>
          <p:cNvGrpSpPr/>
          <p:nvPr/>
        </p:nvGrpSpPr>
        <p:grpSpPr>
          <a:xfrm>
            <a:off x="1883955" y="3808700"/>
            <a:ext cx="162873" cy="351445"/>
            <a:chOff x="1883955" y="3808700"/>
            <a:chExt cx="162873" cy="351445"/>
          </a:xfrm>
        </p:grpSpPr>
        <p:sp>
          <p:nvSpPr>
            <p:cNvPr id="13003" name="Google Shape;13003;p8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5" name="Google Shape;13005;p80"/>
          <p:cNvGrpSpPr/>
          <p:nvPr/>
        </p:nvGrpSpPr>
        <p:grpSpPr>
          <a:xfrm>
            <a:off x="939156" y="3809209"/>
            <a:ext cx="192007" cy="351318"/>
            <a:chOff x="939156" y="3809209"/>
            <a:chExt cx="192007" cy="351318"/>
          </a:xfrm>
        </p:grpSpPr>
        <p:sp>
          <p:nvSpPr>
            <p:cNvPr id="13006" name="Google Shape;13006;p8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80"/>
          <p:cNvGrpSpPr/>
          <p:nvPr/>
        </p:nvGrpSpPr>
        <p:grpSpPr>
          <a:xfrm>
            <a:off x="2306167" y="3809845"/>
            <a:ext cx="193915" cy="349155"/>
            <a:chOff x="2306167" y="3809845"/>
            <a:chExt cx="193915" cy="349155"/>
          </a:xfrm>
        </p:grpSpPr>
        <p:sp>
          <p:nvSpPr>
            <p:cNvPr id="13009" name="Google Shape;13009;p8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80"/>
          <p:cNvGrpSpPr/>
          <p:nvPr/>
        </p:nvGrpSpPr>
        <p:grpSpPr>
          <a:xfrm>
            <a:off x="1323901" y="3807173"/>
            <a:ext cx="356343" cy="356757"/>
            <a:chOff x="1323901" y="3807173"/>
            <a:chExt cx="356343" cy="356757"/>
          </a:xfrm>
        </p:grpSpPr>
        <p:sp>
          <p:nvSpPr>
            <p:cNvPr id="13017" name="Google Shape;13017;p8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1" name="Google Shape;13041;p80"/>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2" name="Google Shape;13042;p80"/>
          <p:cNvGrpSpPr/>
          <p:nvPr/>
        </p:nvGrpSpPr>
        <p:grpSpPr>
          <a:xfrm>
            <a:off x="859262" y="3353920"/>
            <a:ext cx="306759" cy="351445"/>
            <a:chOff x="859262" y="3353920"/>
            <a:chExt cx="306759" cy="351445"/>
          </a:xfrm>
        </p:grpSpPr>
        <p:sp>
          <p:nvSpPr>
            <p:cNvPr id="13043" name="Google Shape;13043;p8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8" name="Google Shape;13048;p80"/>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9" name="Google Shape;13049;p80"/>
          <p:cNvGrpSpPr/>
          <p:nvPr/>
        </p:nvGrpSpPr>
        <p:grpSpPr>
          <a:xfrm>
            <a:off x="3967437" y="3837102"/>
            <a:ext cx="364708" cy="295405"/>
            <a:chOff x="3967437" y="3837102"/>
            <a:chExt cx="364708" cy="295405"/>
          </a:xfrm>
        </p:grpSpPr>
        <p:sp>
          <p:nvSpPr>
            <p:cNvPr id="13050" name="Google Shape;13050;p8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5" name="Google Shape;13055;p80"/>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0"/>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0"/>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8" name="Google Shape;13058;p80"/>
          <p:cNvGrpSpPr/>
          <p:nvPr/>
        </p:nvGrpSpPr>
        <p:grpSpPr>
          <a:xfrm>
            <a:off x="5811827" y="3806451"/>
            <a:ext cx="283743" cy="308444"/>
            <a:chOff x="5964227" y="3858701"/>
            <a:chExt cx="283743" cy="308444"/>
          </a:xfrm>
        </p:grpSpPr>
        <p:sp>
          <p:nvSpPr>
            <p:cNvPr id="13059" name="Google Shape;13059;p8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3" name="Google Shape;13063;p80"/>
          <p:cNvGrpSpPr/>
          <p:nvPr/>
        </p:nvGrpSpPr>
        <p:grpSpPr>
          <a:xfrm>
            <a:off x="6243508" y="3873073"/>
            <a:ext cx="320372" cy="213602"/>
            <a:chOff x="6395908" y="3873073"/>
            <a:chExt cx="320372" cy="213602"/>
          </a:xfrm>
        </p:grpSpPr>
        <p:sp>
          <p:nvSpPr>
            <p:cNvPr id="13064" name="Google Shape;13064;p8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80"/>
          <p:cNvGrpSpPr/>
          <p:nvPr/>
        </p:nvGrpSpPr>
        <p:grpSpPr>
          <a:xfrm>
            <a:off x="7262890" y="3802816"/>
            <a:ext cx="357138" cy="352018"/>
            <a:chOff x="7415290" y="3802816"/>
            <a:chExt cx="357138" cy="352018"/>
          </a:xfrm>
        </p:grpSpPr>
        <p:sp>
          <p:nvSpPr>
            <p:cNvPr id="13075" name="Google Shape;13075;p8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80"/>
          <p:cNvGrpSpPr/>
          <p:nvPr/>
        </p:nvGrpSpPr>
        <p:grpSpPr>
          <a:xfrm>
            <a:off x="6737312" y="3833413"/>
            <a:ext cx="355230" cy="293401"/>
            <a:chOff x="6889712" y="3833413"/>
            <a:chExt cx="355230" cy="293401"/>
          </a:xfrm>
        </p:grpSpPr>
        <p:sp>
          <p:nvSpPr>
            <p:cNvPr id="13084" name="Google Shape;13084;p8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9" name="Google Shape;13089;p80"/>
          <p:cNvGrpSpPr/>
          <p:nvPr/>
        </p:nvGrpSpPr>
        <p:grpSpPr>
          <a:xfrm>
            <a:off x="7707152" y="3835870"/>
            <a:ext cx="282318" cy="337168"/>
            <a:chOff x="1635875" y="237775"/>
            <a:chExt cx="4370250" cy="5219325"/>
          </a:xfrm>
        </p:grpSpPr>
        <p:sp>
          <p:nvSpPr>
            <p:cNvPr id="13090" name="Google Shape;13090;p8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2" name="Google Shape;13092;p80"/>
          <p:cNvGrpSpPr/>
          <p:nvPr/>
        </p:nvGrpSpPr>
        <p:grpSpPr>
          <a:xfrm>
            <a:off x="3103963" y="3361140"/>
            <a:ext cx="297886" cy="337578"/>
            <a:chOff x="3103963" y="3361140"/>
            <a:chExt cx="297886" cy="337578"/>
          </a:xfrm>
        </p:grpSpPr>
        <p:sp>
          <p:nvSpPr>
            <p:cNvPr id="13093" name="Google Shape;13093;p8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7" name="Google Shape;13117;p80"/>
          <p:cNvGrpSpPr/>
          <p:nvPr/>
        </p:nvGrpSpPr>
        <p:grpSpPr>
          <a:xfrm>
            <a:off x="2667821" y="3361108"/>
            <a:ext cx="273046" cy="337801"/>
            <a:chOff x="2667821" y="3361108"/>
            <a:chExt cx="273046" cy="337801"/>
          </a:xfrm>
        </p:grpSpPr>
        <p:sp>
          <p:nvSpPr>
            <p:cNvPr id="13118" name="Google Shape;13118;p8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80"/>
          <p:cNvGrpSpPr/>
          <p:nvPr/>
        </p:nvGrpSpPr>
        <p:grpSpPr>
          <a:xfrm>
            <a:off x="2212469" y="3360313"/>
            <a:ext cx="282715" cy="338660"/>
            <a:chOff x="2212469" y="3360313"/>
            <a:chExt cx="282715" cy="338660"/>
          </a:xfrm>
        </p:grpSpPr>
        <p:sp>
          <p:nvSpPr>
            <p:cNvPr id="13138" name="Google Shape;13138;p8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1" name="Google Shape;13141;p80"/>
          <p:cNvGrpSpPr/>
          <p:nvPr/>
        </p:nvGrpSpPr>
        <p:grpSpPr>
          <a:xfrm>
            <a:off x="1768821" y="3361108"/>
            <a:ext cx="278739" cy="339073"/>
            <a:chOff x="1768821" y="3361108"/>
            <a:chExt cx="278739" cy="339073"/>
          </a:xfrm>
        </p:grpSpPr>
        <p:sp>
          <p:nvSpPr>
            <p:cNvPr id="13142" name="Google Shape;13142;p8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3" name="Google Shape;13153;p80"/>
          <p:cNvGrpSpPr/>
          <p:nvPr/>
        </p:nvGrpSpPr>
        <p:grpSpPr>
          <a:xfrm>
            <a:off x="5337883" y="3336873"/>
            <a:ext cx="307141" cy="376826"/>
            <a:chOff x="5337883" y="3336873"/>
            <a:chExt cx="307141" cy="376826"/>
          </a:xfrm>
        </p:grpSpPr>
        <p:sp>
          <p:nvSpPr>
            <p:cNvPr id="13154" name="Google Shape;13154;p8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80"/>
          <p:cNvGrpSpPr/>
          <p:nvPr/>
        </p:nvGrpSpPr>
        <p:grpSpPr>
          <a:xfrm>
            <a:off x="4883835" y="3337255"/>
            <a:ext cx="323425" cy="377557"/>
            <a:chOff x="4883835" y="3337255"/>
            <a:chExt cx="323425" cy="377557"/>
          </a:xfrm>
        </p:grpSpPr>
        <p:sp>
          <p:nvSpPr>
            <p:cNvPr id="13157" name="Google Shape;13157;p8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0" name="Google Shape;13160;p80"/>
          <p:cNvGrpSpPr/>
          <p:nvPr/>
        </p:nvGrpSpPr>
        <p:grpSpPr>
          <a:xfrm>
            <a:off x="6193310" y="3407289"/>
            <a:ext cx="352590" cy="237488"/>
            <a:chOff x="6193310" y="3407289"/>
            <a:chExt cx="352590" cy="237488"/>
          </a:xfrm>
        </p:grpSpPr>
        <p:sp>
          <p:nvSpPr>
            <p:cNvPr id="13161" name="Google Shape;13161;p8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6" name="Google Shape;13166;p80"/>
          <p:cNvGrpSpPr/>
          <p:nvPr/>
        </p:nvGrpSpPr>
        <p:grpSpPr>
          <a:xfrm>
            <a:off x="6637117" y="3397843"/>
            <a:ext cx="353735" cy="254504"/>
            <a:chOff x="6637117" y="3397843"/>
            <a:chExt cx="353735" cy="254504"/>
          </a:xfrm>
        </p:grpSpPr>
        <p:sp>
          <p:nvSpPr>
            <p:cNvPr id="13167" name="Google Shape;13167;p8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3" name="Google Shape;13173;p80"/>
          <p:cNvGrpSpPr/>
          <p:nvPr/>
        </p:nvGrpSpPr>
        <p:grpSpPr>
          <a:xfrm>
            <a:off x="7075994" y="3349531"/>
            <a:ext cx="360637" cy="352336"/>
            <a:chOff x="7075994" y="3349531"/>
            <a:chExt cx="360637" cy="352336"/>
          </a:xfrm>
        </p:grpSpPr>
        <p:sp>
          <p:nvSpPr>
            <p:cNvPr id="13174" name="Google Shape;13174;p8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1" name="Google Shape;13181;p80"/>
          <p:cNvGrpSpPr/>
          <p:nvPr/>
        </p:nvGrpSpPr>
        <p:grpSpPr>
          <a:xfrm>
            <a:off x="7651983" y="3349181"/>
            <a:ext cx="107183" cy="352399"/>
            <a:chOff x="7651983" y="3349181"/>
            <a:chExt cx="107183" cy="352399"/>
          </a:xfrm>
        </p:grpSpPr>
        <p:sp>
          <p:nvSpPr>
            <p:cNvPr id="13182" name="Google Shape;13182;p8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80"/>
          <p:cNvGrpSpPr/>
          <p:nvPr/>
        </p:nvGrpSpPr>
        <p:grpSpPr>
          <a:xfrm>
            <a:off x="7973468" y="3382322"/>
            <a:ext cx="352590" cy="287072"/>
            <a:chOff x="7973468" y="3382322"/>
            <a:chExt cx="352590" cy="287072"/>
          </a:xfrm>
        </p:grpSpPr>
        <p:sp>
          <p:nvSpPr>
            <p:cNvPr id="13185" name="Google Shape;13185;p8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00" name="Shape 13200"/>
        <p:cNvGrpSpPr/>
        <p:nvPr/>
      </p:nvGrpSpPr>
      <p:grpSpPr>
        <a:xfrm>
          <a:off x="0" y="0"/>
          <a:ext cx="0" cy="0"/>
          <a:chOff x="0" y="0"/>
          <a:chExt cx="0" cy="0"/>
        </a:xfrm>
      </p:grpSpPr>
      <p:sp>
        <p:nvSpPr>
          <p:cNvPr id="13201" name="Google Shape;13201;p8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202" name="Google Shape;13202;p81"/>
          <p:cNvGrpSpPr/>
          <p:nvPr/>
        </p:nvGrpSpPr>
        <p:grpSpPr>
          <a:xfrm>
            <a:off x="849677" y="1500658"/>
            <a:ext cx="347872" cy="347488"/>
            <a:chOff x="849677" y="1500658"/>
            <a:chExt cx="347872" cy="347488"/>
          </a:xfrm>
        </p:grpSpPr>
        <p:sp>
          <p:nvSpPr>
            <p:cNvPr id="13203" name="Google Shape;13203;p8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9" name="Google Shape;13209;p81"/>
          <p:cNvGrpSpPr/>
          <p:nvPr/>
        </p:nvGrpSpPr>
        <p:grpSpPr>
          <a:xfrm>
            <a:off x="1415853" y="1500658"/>
            <a:ext cx="315872" cy="347488"/>
            <a:chOff x="1415853" y="1500658"/>
            <a:chExt cx="315872" cy="347488"/>
          </a:xfrm>
        </p:grpSpPr>
        <p:sp>
          <p:nvSpPr>
            <p:cNvPr id="13210" name="Google Shape;13210;p8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4" name="Google Shape;13214;p81"/>
          <p:cNvGrpSpPr/>
          <p:nvPr/>
        </p:nvGrpSpPr>
        <p:grpSpPr>
          <a:xfrm>
            <a:off x="4697389" y="1500658"/>
            <a:ext cx="347520" cy="347104"/>
            <a:chOff x="4697389" y="1500658"/>
            <a:chExt cx="347520" cy="347104"/>
          </a:xfrm>
        </p:grpSpPr>
        <p:sp>
          <p:nvSpPr>
            <p:cNvPr id="13215" name="Google Shape;13215;p8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81"/>
          <p:cNvGrpSpPr/>
          <p:nvPr/>
        </p:nvGrpSpPr>
        <p:grpSpPr>
          <a:xfrm>
            <a:off x="3603533" y="1964946"/>
            <a:ext cx="347520" cy="353760"/>
            <a:chOff x="3603533" y="1964946"/>
            <a:chExt cx="347520" cy="353760"/>
          </a:xfrm>
        </p:grpSpPr>
        <p:sp>
          <p:nvSpPr>
            <p:cNvPr id="13219" name="Google Shape;13219;p8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2" name="Google Shape;13222;p81"/>
          <p:cNvGrpSpPr/>
          <p:nvPr/>
        </p:nvGrpSpPr>
        <p:grpSpPr>
          <a:xfrm>
            <a:off x="1950765" y="1964338"/>
            <a:ext cx="357792" cy="352448"/>
            <a:chOff x="1950765" y="1964338"/>
            <a:chExt cx="357792" cy="352448"/>
          </a:xfrm>
        </p:grpSpPr>
        <p:sp>
          <p:nvSpPr>
            <p:cNvPr id="13223" name="Google Shape;13223;p8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81"/>
          <p:cNvGrpSpPr/>
          <p:nvPr/>
        </p:nvGrpSpPr>
        <p:grpSpPr>
          <a:xfrm>
            <a:off x="7435629" y="1964690"/>
            <a:ext cx="367712" cy="353248"/>
            <a:chOff x="7435629" y="1964690"/>
            <a:chExt cx="367712" cy="353248"/>
          </a:xfrm>
        </p:grpSpPr>
        <p:sp>
          <p:nvSpPr>
            <p:cNvPr id="13228" name="Google Shape;13228;p8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2" name="Google Shape;13232;p81"/>
          <p:cNvGrpSpPr/>
          <p:nvPr/>
        </p:nvGrpSpPr>
        <p:grpSpPr>
          <a:xfrm>
            <a:off x="2512749" y="1965042"/>
            <a:ext cx="333024" cy="352896"/>
            <a:chOff x="2512749" y="1965042"/>
            <a:chExt cx="333024" cy="352896"/>
          </a:xfrm>
        </p:grpSpPr>
        <p:sp>
          <p:nvSpPr>
            <p:cNvPr id="13233" name="Google Shape;13233;p8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81"/>
          <p:cNvGrpSpPr/>
          <p:nvPr/>
        </p:nvGrpSpPr>
        <p:grpSpPr>
          <a:xfrm>
            <a:off x="1398317" y="1981778"/>
            <a:ext cx="365792" cy="335392"/>
            <a:chOff x="1398317" y="1981778"/>
            <a:chExt cx="365792" cy="335392"/>
          </a:xfrm>
        </p:grpSpPr>
        <p:sp>
          <p:nvSpPr>
            <p:cNvPr id="13239" name="Google Shape;13239;p8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5" name="Google Shape;13245;p81"/>
          <p:cNvGrpSpPr/>
          <p:nvPr/>
        </p:nvGrpSpPr>
        <p:grpSpPr>
          <a:xfrm>
            <a:off x="3052237" y="2003570"/>
            <a:ext cx="353600" cy="314752"/>
            <a:chOff x="3052237" y="2003570"/>
            <a:chExt cx="353600" cy="314752"/>
          </a:xfrm>
        </p:grpSpPr>
        <p:sp>
          <p:nvSpPr>
            <p:cNvPr id="13246" name="Google Shape;13246;p8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9" name="Google Shape;13249;p81"/>
          <p:cNvGrpSpPr/>
          <p:nvPr/>
        </p:nvGrpSpPr>
        <p:grpSpPr>
          <a:xfrm>
            <a:off x="1404013" y="2958066"/>
            <a:ext cx="368096" cy="223968"/>
            <a:chOff x="1404013" y="2958066"/>
            <a:chExt cx="368096" cy="223968"/>
          </a:xfrm>
        </p:grpSpPr>
        <p:sp>
          <p:nvSpPr>
            <p:cNvPr id="13250" name="Google Shape;13250;p8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2" name="Google Shape;13252;p81"/>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1"/>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4" name="Google Shape;13254;p81"/>
          <p:cNvGrpSpPr/>
          <p:nvPr/>
        </p:nvGrpSpPr>
        <p:grpSpPr>
          <a:xfrm>
            <a:off x="1951149" y="2885202"/>
            <a:ext cx="370368" cy="367328"/>
            <a:chOff x="1951149" y="2885202"/>
            <a:chExt cx="370368" cy="367328"/>
          </a:xfrm>
        </p:grpSpPr>
        <p:sp>
          <p:nvSpPr>
            <p:cNvPr id="13255" name="Google Shape;13255;p8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8" name="Google Shape;13258;p81"/>
          <p:cNvGrpSpPr/>
          <p:nvPr/>
        </p:nvGrpSpPr>
        <p:grpSpPr>
          <a:xfrm>
            <a:off x="2501677" y="2906162"/>
            <a:ext cx="367328" cy="327296"/>
            <a:chOff x="2501677" y="2906162"/>
            <a:chExt cx="367328" cy="327296"/>
          </a:xfrm>
        </p:grpSpPr>
        <p:sp>
          <p:nvSpPr>
            <p:cNvPr id="13259" name="Google Shape;13259;p8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2" name="Google Shape;13262;p81"/>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3" name="Google Shape;13263;p81"/>
          <p:cNvGrpSpPr/>
          <p:nvPr/>
        </p:nvGrpSpPr>
        <p:grpSpPr>
          <a:xfrm>
            <a:off x="3050317" y="2893714"/>
            <a:ext cx="367712" cy="354240"/>
            <a:chOff x="3050317" y="2893714"/>
            <a:chExt cx="367712" cy="354240"/>
          </a:xfrm>
        </p:grpSpPr>
        <p:sp>
          <p:nvSpPr>
            <p:cNvPr id="13264" name="Google Shape;13264;p8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6" name="Google Shape;13266;p81"/>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1"/>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8" name="Google Shape;13268;p81"/>
          <p:cNvGrpSpPr/>
          <p:nvPr/>
        </p:nvGrpSpPr>
        <p:grpSpPr>
          <a:xfrm>
            <a:off x="7531277" y="2886354"/>
            <a:ext cx="185184" cy="367296"/>
            <a:chOff x="7531277" y="2886354"/>
            <a:chExt cx="185184" cy="367296"/>
          </a:xfrm>
        </p:grpSpPr>
        <p:sp>
          <p:nvSpPr>
            <p:cNvPr id="13269" name="Google Shape;13269;p8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2" name="Google Shape;13272;p81"/>
          <p:cNvGrpSpPr/>
          <p:nvPr/>
        </p:nvGrpSpPr>
        <p:grpSpPr>
          <a:xfrm>
            <a:off x="6926637" y="2886738"/>
            <a:ext cx="297184" cy="367296"/>
            <a:chOff x="6926637" y="2886738"/>
            <a:chExt cx="297184" cy="367296"/>
          </a:xfrm>
        </p:grpSpPr>
        <p:sp>
          <p:nvSpPr>
            <p:cNvPr id="13273" name="Google Shape;13273;p8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6" name="Google Shape;13276;p81"/>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1"/>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8" name="Google Shape;13278;p81"/>
          <p:cNvGrpSpPr/>
          <p:nvPr/>
        </p:nvGrpSpPr>
        <p:grpSpPr>
          <a:xfrm>
            <a:off x="6340653" y="2886354"/>
            <a:ext cx="370368" cy="368064"/>
            <a:chOff x="6340653" y="2886354"/>
            <a:chExt cx="370368" cy="368064"/>
          </a:xfrm>
        </p:grpSpPr>
        <p:sp>
          <p:nvSpPr>
            <p:cNvPr id="13279" name="Google Shape;13279;p8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81"/>
          <p:cNvGrpSpPr/>
          <p:nvPr/>
        </p:nvGrpSpPr>
        <p:grpSpPr>
          <a:xfrm>
            <a:off x="5246797" y="1981426"/>
            <a:ext cx="354752" cy="336512"/>
            <a:chOff x="5246797" y="1981426"/>
            <a:chExt cx="354752" cy="336512"/>
          </a:xfrm>
        </p:grpSpPr>
        <p:sp>
          <p:nvSpPr>
            <p:cNvPr id="13286" name="Google Shape;13286;p8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8" name="Google Shape;13288;p81"/>
          <p:cNvGrpSpPr/>
          <p:nvPr/>
        </p:nvGrpSpPr>
        <p:grpSpPr>
          <a:xfrm>
            <a:off x="4148749" y="2102066"/>
            <a:ext cx="355136" cy="216256"/>
            <a:chOff x="4148749" y="2102066"/>
            <a:chExt cx="355136" cy="216256"/>
          </a:xfrm>
        </p:grpSpPr>
        <p:sp>
          <p:nvSpPr>
            <p:cNvPr id="13289" name="Google Shape;13289;p8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81"/>
          <p:cNvGrpSpPr/>
          <p:nvPr/>
        </p:nvGrpSpPr>
        <p:grpSpPr>
          <a:xfrm>
            <a:off x="5794669" y="2001426"/>
            <a:ext cx="354752" cy="315360"/>
            <a:chOff x="5794669" y="2001426"/>
            <a:chExt cx="354752" cy="315360"/>
          </a:xfrm>
        </p:grpSpPr>
        <p:sp>
          <p:nvSpPr>
            <p:cNvPr id="13292" name="Google Shape;13292;p8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4" name="Google Shape;13294;p81"/>
          <p:cNvGrpSpPr/>
          <p:nvPr/>
        </p:nvGrpSpPr>
        <p:grpSpPr>
          <a:xfrm>
            <a:off x="6345229" y="2029842"/>
            <a:ext cx="352832" cy="289216"/>
            <a:chOff x="6345229" y="2029842"/>
            <a:chExt cx="352832" cy="289216"/>
          </a:xfrm>
        </p:grpSpPr>
        <p:sp>
          <p:nvSpPr>
            <p:cNvPr id="13295" name="Google Shape;13295;p8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81"/>
          <p:cNvGrpSpPr/>
          <p:nvPr/>
        </p:nvGrpSpPr>
        <p:grpSpPr>
          <a:xfrm>
            <a:off x="4697389" y="2036338"/>
            <a:ext cx="354752" cy="281984"/>
            <a:chOff x="4697389" y="2036338"/>
            <a:chExt cx="354752" cy="281984"/>
          </a:xfrm>
        </p:grpSpPr>
        <p:sp>
          <p:nvSpPr>
            <p:cNvPr id="13298" name="Google Shape;13298;p8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81"/>
          <p:cNvGrpSpPr/>
          <p:nvPr/>
        </p:nvGrpSpPr>
        <p:grpSpPr>
          <a:xfrm>
            <a:off x="1404013" y="2424754"/>
            <a:ext cx="353600" cy="354944"/>
            <a:chOff x="1404013" y="2424754"/>
            <a:chExt cx="353600" cy="354944"/>
          </a:xfrm>
        </p:grpSpPr>
        <p:sp>
          <p:nvSpPr>
            <p:cNvPr id="13301" name="Google Shape;13301;p8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6" name="Google Shape;13306;p81"/>
          <p:cNvGrpSpPr/>
          <p:nvPr/>
        </p:nvGrpSpPr>
        <p:grpSpPr>
          <a:xfrm>
            <a:off x="854253" y="2428274"/>
            <a:ext cx="355104" cy="351040"/>
            <a:chOff x="854253" y="2428274"/>
            <a:chExt cx="355104" cy="351040"/>
          </a:xfrm>
        </p:grpSpPr>
        <p:sp>
          <p:nvSpPr>
            <p:cNvPr id="13307" name="Google Shape;13307;p8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9" name="Google Shape;13309;p81"/>
          <p:cNvGrpSpPr/>
          <p:nvPr/>
        </p:nvGrpSpPr>
        <p:grpSpPr>
          <a:xfrm>
            <a:off x="6896909" y="2440946"/>
            <a:ext cx="354752" cy="275904"/>
            <a:chOff x="6896909" y="2440946"/>
            <a:chExt cx="354752" cy="275904"/>
          </a:xfrm>
        </p:grpSpPr>
        <p:sp>
          <p:nvSpPr>
            <p:cNvPr id="13310" name="Google Shape;13310;p8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2" name="Google Shape;13312;p81"/>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3" name="Google Shape;13313;p81"/>
          <p:cNvGrpSpPr/>
          <p:nvPr/>
        </p:nvGrpSpPr>
        <p:grpSpPr>
          <a:xfrm>
            <a:off x="5265069" y="2424754"/>
            <a:ext cx="321984" cy="354560"/>
            <a:chOff x="5265069" y="2424754"/>
            <a:chExt cx="321984" cy="354560"/>
          </a:xfrm>
        </p:grpSpPr>
        <p:sp>
          <p:nvSpPr>
            <p:cNvPr id="13314" name="Google Shape;13314;p8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6" name="Google Shape;13316;p81"/>
          <p:cNvGrpSpPr/>
          <p:nvPr/>
        </p:nvGrpSpPr>
        <p:grpSpPr>
          <a:xfrm>
            <a:off x="4150669" y="2466770"/>
            <a:ext cx="355104" cy="259584"/>
            <a:chOff x="4150669" y="2466770"/>
            <a:chExt cx="355104" cy="259584"/>
          </a:xfrm>
        </p:grpSpPr>
        <p:sp>
          <p:nvSpPr>
            <p:cNvPr id="13317" name="Google Shape;13317;p8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81"/>
          <p:cNvGrpSpPr/>
          <p:nvPr/>
        </p:nvGrpSpPr>
        <p:grpSpPr>
          <a:xfrm>
            <a:off x="4699693" y="2424946"/>
            <a:ext cx="354336" cy="353984"/>
            <a:chOff x="4699693" y="2424946"/>
            <a:chExt cx="354336" cy="353984"/>
          </a:xfrm>
        </p:grpSpPr>
        <p:sp>
          <p:nvSpPr>
            <p:cNvPr id="13322" name="Google Shape;13322;p8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4" name="Google Shape;13324;p81"/>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1"/>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6" name="Google Shape;13326;p81"/>
          <p:cNvGrpSpPr/>
          <p:nvPr/>
        </p:nvGrpSpPr>
        <p:grpSpPr>
          <a:xfrm>
            <a:off x="1953037" y="2552242"/>
            <a:ext cx="355136" cy="227072"/>
            <a:chOff x="1953037" y="2552242"/>
            <a:chExt cx="355136" cy="227072"/>
          </a:xfrm>
        </p:grpSpPr>
        <p:sp>
          <p:nvSpPr>
            <p:cNvPr id="13327" name="Google Shape;13327;p8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9" name="Google Shape;13329;p81"/>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0" name="Google Shape;13330;p81"/>
          <p:cNvGrpSpPr/>
          <p:nvPr/>
        </p:nvGrpSpPr>
        <p:grpSpPr>
          <a:xfrm>
            <a:off x="2500941" y="2527218"/>
            <a:ext cx="355104" cy="250944"/>
            <a:chOff x="2500941" y="2527218"/>
            <a:chExt cx="355104" cy="250944"/>
          </a:xfrm>
        </p:grpSpPr>
        <p:sp>
          <p:nvSpPr>
            <p:cNvPr id="13331" name="Google Shape;13331;p8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6" name="Google Shape;13336;p81"/>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7" name="Google Shape;13337;p81"/>
          <p:cNvGrpSpPr/>
          <p:nvPr/>
        </p:nvGrpSpPr>
        <p:grpSpPr>
          <a:xfrm>
            <a:off x="7993805" y="2427122"/>
            <a:ext cx="356256" cy="351808"/>
            <a:chOff x="7993805" y="2427122"/>
            <a:chExt cx="356256" cy="351808"/>
          </a:xfrm>
        </p:grpSpPr>
        <p:sp>
          <p:nvSpPr>
            <p:cNvPr id="13338" name="Google Shape;13338;p8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1" name="Google Shape;13341;p81"/>
          <p:cNvGrpSpPr/>
          <p:nvPr/>
        </p:nvGrpSpPr>
        <p:grpSpPr>
          <a:xfrm>
            <a:off x="878637" y="1965010"/>
            <a:ext cx="308640" cy="353312"/>
            <a:chOff x="878637" y="1965010"/>
            <a:chExt cx="308640" cy="353312"/>
          </a:xfrm>
        </p:grpSpPr>
        <p:sp>
          <p:nvSpPr>
            <p:cNvPr id="13342" name="Google Shape;13342;p8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81"/>
          <p:cNvGrpSpPr/>
          <p:nvPr/>
        </p:nvGrpSpPr>
        <p:grpSpPr>
          <a:xfrm>
            <a:off x="6896141" y="1964722"/>
            <a:ext cx="348256" cy="352448"/>
            <a:chOff x="6896141" y="1964722"/>
            <a:chExt cx="348256" cy="352448"/>
          </a:xfrm>
        </p:grpSpPr>
        <p:sp>
          <p:nvSpPr>
            <p:cNvPr id="13346" name="Google Shape;13346;p8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81"/>
          <p:cNvGrpSpPr/>
          <p:nvPr/>
        </p:nvGrpSpPr>
        <p:grpSpPr>
          <a:xfrm>
            <a:off x="7989997" y="2015378"/>
            <a:ext cx="355136" cy="303328"/>
            <a:chOff x="7989997" y="2015378"/>
            <a:chExt cx="355136" cy="303328"/>
          </a:xfrm>
        </p:grpSpPr>
        <p:sp>
          <p:nvSpPr>
            <p:cNvPr id="13350" name="Google Shape;13350;p8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3" name="Google Shape;13353;p81"/>
          <p:cNvGrpSpPr/>
          <p:nvPr/>
        </p:nvGrpSpPr>
        <p:grpSpPr>
          <a:xfrm>
            <a:off x="3598221" y="1509362"/>
            <a:ext cx="348640" cy="330784"/>
            <a:chOff x="3598221" y="1509362"/>
            <a:chExt cx="348640" cy="330784"/>
          </a:xfrm>
        </p:grpSpPr>
        <p:sp>
          <p:nvSpPr>
            <p:cNvPr id="13354" name="Google Shape;13354;p8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8" name="Google Shape;13358;p81"/>
          <p:cNvGrpSpPr/>
          <p:nvPr/>
        </p:nvGrpSpPr>
        <p:grpSpPr>
          <a:xfrm>
            <a:off x="5246797" y="1500658"/>
            <a:ext cx="347872" cy="347488"/>
            <a:chOff x="5246797" y="1500658"/>
            <a:chExt cx="347872" cy="347488"/>
          </a:xfrm>
        </p:grpSpPr>
        <p:sp>
          <p:nvSpPr>
            <p:cNvPr id="13359" name="Google Shape;13359;p8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3" name="Google Shape;13363;p81"/>
          <p:cNvGrpSpPr/>
          <p:nvPr/>
        </p:nvGrpSpPr>
        <p:grpSpPr>
          <a:xfrm>
            <a:off x="5796589" y="1500658"/>
            <a:ext cx="349024" cy="346752"/>
            <a:chOff x="5796589" y="1500658"/>
            <a:chExt cx="349024" cy="346752"/>
          </a:xfrm>
        </p:grpSpPr>
        <p:sp>
          <p:nvSpPr>
            <p:cNvPr id="13364" name="Google Shape;13364;p8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5" name="Google Shape;13365;p81"/>
            <p:cNvGrpSpPr/>
            <p:nvPr/>
          </p:nvGrpSpPr>
          <p:grpSpPr>
            <a:xfrm>
              <a:off x="5796589" y="1500658"/>
              <a:ext cx="349024" cy="346752"/>
              <a:chOff x="5796589" y="1500658"/>
              <a:chExt cx="349024" cy="346752"/>
            </a:xfrm>
          </p:grpSpPr>
          <p:sp>
            <p:nvSpPr>
              <p:cNvPr id="13366" name="Google Shape;13366;p8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70" name="Google Shape;13370;p81"/>
          <p:cNvGrpSpPr/>
          <p:nvPr/>
        </p:nvGrpSpPr>
        <p:grpSpPr>
          <a:xfrm>
            <a:off x="6895373" y="1502578"/>
            <a:ext cx="348640" cy="343296"/>
            <a:chOff x="6895373" y="1502578"/>
            <a:chExt cx="348640" cy="343296"/>
          </a:xfrm>
        </p:grpSpPr>
        <p:sp>
          <p:nvSpPr>
            <p:cNvPr id="13371" name="Google Shape;13371;p8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81"/>
          <p:cNvGrpSpPr/>
          <p:nvPr/>
        </p:nvGrpSpPr>
        <p:grpSpPr>
          <a:xfrm>
            <a:off x="4147597" y="1505458"/>
            <a:ext cx="347904" cy="336992"/>
            <a:chOff x="4147597" y="1505458"/>
            <a:chExt cx="347904" cy="336992"/>
          </a:xfrm>
        </p:grpSpPr>
        <p:sp>
          <p:nvSpPr>
            <p:cNvPr id="13375" name="Google Shape;13375;p8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2" name="Google Shape;13382;p81"/>
          <p:cNvGrpSpPr/>
          <p:nvPr/>
        </p:nvGrpSpPr>
        <p:grpSpPr>
          <a:xfrm>
            <a:off x="2499405" y="1499890"/>
            <a:ext cx="347488" cy="348256"/>
            <a:chOff x="2499405" y="1499890"/>
            <a:chExt cx="347488" cy="348256"/>
          </a:xfrm>
        </p:grpSpPr>
        <p:sp>
          <p:nvSpPr>
            <p:cNvPr id="13383" name="Google Shape;13383;p8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81"/>
          <p:cNvGrpSpPr/>
          <p:nvPr/>
        </p:nvGrpSpPr>
        <p:grpSpPr>
          <a:xfrm>
            <a:off x="1956845" y="1500498"/>
            <a:ext cx="331520" cy="348032"/>
            <a:chOff x="1956845" y="1500498"/>
            <a:chExt cx="331520" cy="348032"/>
          </a:xfrm>
        </p:grpSpPr>
        <p:sp>
          <p:nvSpPr>
            <p:cNvPr id="13389" name="Google Shape;13389;p8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1" name="Google Shape;13401;p81"/>
          <p:cNvGrpSpPr/>
          <p:nvPr/>
        </p:nvGrpSpPr>
        <p:grpSpPr>
          <a:xfrm>
            <a:off x="6345613" y="1549874"/>
            <a:ext cx="348640" cy="250656"/>
            <a:chOff x="6345613" y="1549874"/>
            <a:chExt cx="348640" cy="250656"/>
          </a:xfrm>
        </p:grpSpPr>
        <p:sp>
          <p:nvSpPr>
            <p:cNvPr id="13402" name="Google Shape;13402;p8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8" name="Google Shape;13408;p81"/>
          <p:cNvGrpSpPr/>
          <p:nvPr/>
        </p:nvGrpSpPr>
        <p:grpSpPr>
          <a:xfrm>
            <a:off x="7444781" y="1507026"/>
            <a:ext cx="348640" cy="334272"/>
            <a:chOff x="7444781" y="1507026"/>
            <a:chExt cx="348640" cy="334272"/>
          </a:xfrm>
        </p:grpSpPr>
        <p:sp>
          <p:nvSpPr>
            <p:cNvPr id="13409" name="Google Shape;13409;p8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4" name="Google Shape;13414;p81"/>
          <p:cNvGrpSpPr/>
          <p:nvPr/>
        </p:nvGrpSpPr>
        <p:grpSpPr>
          <a:xfrm>
            <a:off x="7995341" y="1506738"/>
            <a:ext cx="347872" cy="334944"/>
            <a:chOff x="7995341" y="1506738"/>
            <a:chExt cx="347872" cy="334944"/>
          </a:xfrm>
        </p:grpSpPr>
        <p:sp>
          <p:nvSpPr>
            <p:cNvPr id="13415" name="Google Shape;13415;p8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81"/>
          <p:cNvGrpSpPr/>
          <p:nvPr/>
        </p:nvGrpSpPr>
        <p:grpSpPr>
          <a:xfrm>
            <a:off x="3048045" y="1522930"/>
            <a:ext cx="347872" cy="303904"/>
            <a:chOff x="3048045" y="1522930"/>
            <a:chExt cx="347872" cy="303904"/>
          </a:xfrm>
        </p:grpSpPr>
        <p:sp>
          <p:nvSpPr>
            <p:cNvPr id="13422" name="Google Shape;13422;p8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3" name="Google Shape;13423;p81"/>
            <p:cNvGrpSpPr/>
            <p:nvPr/>
          </p:nvGrpSpPr>
          <p:grpSpPr>
            <a:xfrm>
              <a:off x="3048045" y="1522930"/>
              <a:ext cx="347872" cy="303904"/>
              <a:chOff x="3048045" y="1522930"/>
              <a:chExt cx="347872" cy="303904"/>
            </a:xfrm>
          </p:grpSpPr>
          <p:sp>
            <p:nvSpPr>
              <p:cNvPr id="13424" name="Google Shape;13424;p8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26" name="Google Shape;13426;p81"/>
          <p:cNvGrpSpPr/>
          <p:nvPr/>
        </p:nvGrpSpPr>
        <p:grpSpPr>
          <a:xfrm>
            <a:off x="1133133" y="3351922"/>
            <a:ext cx="313984" cy="358560"/>
            <a:chOff x="1133133" y="3351922"/>
            <a:chExt cx="313984" cy="358560"/>
          </a:xfrm>
        </p:grpSpPr>
        <p:sp>
          <p:nvSpPr>
            <p:cNvPr id="13427" name="Google Shape;13427;p8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3" name="Google Shape;13443;p81"/>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4" name="Google Shape;13444;p81"/>
          <p:cNvGrpSpPr/>
          <p:nvPr/>
        </p:nvGrpSpPr>
        <p:grpSpPr>
          <a:xfrm>
            <a:off x="2795053" y="3352594"/>
            <a:ext cx="288448" cy="357120"/>
            <a:chOff x="2795053" y="3352594"/>
            <a:chExt cx="288448" cy="357120"/>
          </a:xfrm>
        </p:grpSpPr>
        <p:sp>
          <p:nvSpPr>
            <p:cNvPr id="13445" name="Google Shape;13445;p8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4" name="Google Shape;13454;p81"/>
          <p:cNvGrpSpPr/>
          <p:nvPr/>
        </p:nvGrpSpPr>
        <p:grpSpPr>
          <a:xfrm>
            <a:off x="2236525" y="3353202"/>
            <a:ext cx="304832" cy="356512"/>
            <a:chOff x="2236525" y="3353202"/>
            <a:chExt cx="304832" cy="356512"/>
          </a:xfrm>
        </p:grpSpPr>
        <p:sp>
          <p:nvSpPr>
            <p:cNvPr id="13455" name="Google Shape;13455;p8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8" name="Google Shape;13458;p81"/>
          <p:cNvGrpSpPr/>
          <p:nvPr/>
        </p:nvGrpSpPr>
        <p:grpSpPr>
          <a:xfrm>
            <a:off x="3910637" y="3352690"/>
            <a:ext cx="256800" cy="357024"/>
            <a:chOff x="3910637" y="3352690"/>
            <a:chExt cx="256800" cy="357024"/>
          </a:xfrm>
        </p:grpSpPr>
        <p:sp>
          <p:nvSpPr>
            <p:cNvPr id="13459" name="Google Shape;13459;p8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81"/>
          <p:cNvGrpSpPr/>
          <p:nvPr/>
        </p:nvGrpSpPr>
        <p:grpSpPr>
          <a:xfrm>
            <a:off x="6056429" y="3351922"/>
            <a:ext cx="360064" cy="360096"/>
            <a:chOff x="6056429" y="3351922"/>
            <a:chExt cx="360064" cy="360096"/>
          </a:xfrm>
        </p:grpSpPr>
        <p:sp>
          <p:nvSpPr>
            <p:cNvPr id="13463" name="Google Shape;13463;p8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6" name="Google Shape;13466;p81"/>
          <p:cNvGrpSpPr/>
          <p:nvPr/>
        </p:nvGrpSpPr>
        <p:grpSpPr>
          <a:xfrm>
            <a:off x="6608877" y="3353074"/>
            <a:ext cx="357408" cy="357408"/>
            <a:chOff x="6608877" y="3353074"/>
            <a:chExt cx="357408" cy="357408"/>
          </a:xfrm>
        </p:grpSpPr>
        <p:sp>
          <p:nvSpPr>
            <p:cNvPr id="13467" name="Google Shape;13467;p8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4" name="Google Shape;13474;p81"/>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5" name="Google Shape;13475;p81"/>
          <p:cNvGrpSpPr/>
          <p:nvPr/>
        </p:nvGrpSpPr>
        <p:grpSpPr>
          <a:xfrm>
            <a:off x="3316269" y="3352402"/>
            <a:ext cx="344832" cy="356544"/>
            <a:chOff x="3316269" y="3352402"/>
            <a:chExt cx="344832" cy="356544"/>
          </a:xfrm>
        </p:grpSpPr>
        <p:sp>
          <p:nvSpPr>
            <p:cNvPr id="13476" name="Google Shape;13476;p8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9" name="Google Shape;13479;p81"/>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80" name="Google Shape;13480;p81"/>
          <p:cNvGrpSpPr/>
          <p:nvPr/>
        </p:nvGrpSpPr>
        <p:grpSpPr>
          <a:xfrm>
            <a:off x="4959533" y="3370226"/>
            <a:ext cx="357408" cy="323488"/>
            <a:chOff x="4959533" y="3370226"/>
            <a:chExt cx="357408" cy="323488"/>
          </a:xfrm>
        </p:grpSpPr>
        <p:sp>
          <p:nvSpPr>
            <p:cNvPr id="13481" name="Google Shape;13481;p8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3" name="Google Shape;13483;p81"/>
          <p:cNvGrpSpPr/>
          <p:nvPr/>
        </p:nvGrpSpPr>
        <p:grpSpPr>
          <a:xfrm>
            <a:off x="7158637" y="3353074"/>
            <a:ext cx="357056" cy="357408"/>
            <a:chOff x="7158637" y="3353074"/>
            <a:chExt cx="357056" cy="357408"/>
          </a:xfrm>
        </p:grpSpPr>
        <p:sp>
          <p:nvSpPr>
            <p:cNvPr id="13484" name="Google Shape;13484;p8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81"/>
          <p:cNvGrpSpPr/>
          <p:nvPr/>
        </p:nvGrpSpPr>
        <p:grpSpPr>
          <a:xfrm>
            <a:off x="5508909" y="3371506"/>
            <a:ext cx="358560" cy="319552"/>
            <a:chOff x="5508909" y="3371506"/>
            <a:chExt cx="358560" cy="319552"/>
          </a:xfrm>
        </p:grpSpPr>
        <p:sp>
          <p:nvSpPr>
            <p:cNvPr id="13489" name="Google Shape;13489;p8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02" name="Shape 13502"/>
        <p:cNvGrpSpPr/>
        <p:nvPr/>
      </p:nvGrpSpPr>
      <p:grpSpPr>
        <a:xfrm>
          <a:off x="0" y="0"/>
          <a:ext cx="0" cy="0"/>
          <a:chOff x="0" y="0"/>
          <a:chExt cx="0" cy="0"/>
        </a:xfrm>
      </p:grpSpPr>
      <p:sp>
        <p:nvSpPr>
          <p:cNvPr id="13503" name="Google Shape;13503;p8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504" name="Google Shape;13504;p82"/>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5" name="Google Shape;13505;p82"/>
          <p:cNvGrpSpPr/>
          <p:nvPr/>
        </p:nvGrpSpPr>
        <p:grpSpPr>
          <a:xfrm>
            <a:off x="3303268" y="3817349"/>
            <a:ext cx="346056" cy="345674"/>
            <a:chOff x="3303268" y="3817349"/>
            <a:chExt cx="346056" cy="345674"/>
          </a:xfrm>
        </p:grpSpPr>
        <p:sp>
          <p:nvSpPr>
            <p:cNvPr id="13506" name="Google Shape;13506;p8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82"/>
          <p:cNvGrpSpPr/>
          <p:nvPr/>
        </p:nvGrpSpPr>
        <p:grpSpPr>
          <a:xfrm>
            <a:off x="3752358" y="3817349"/>
            <a:ext cx="346056" cy="345674"/>
            <a:chOff x="3752358" y="3817349"/>
            <a:chExt cx="346056" cy="345674"/>
          </a:xfrm>
        </p:grpSpPr>
        <p:sp>
          <p:nvSpPr>
            <p:cNvPr id="13511" name="Google Shape;13511;p8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5" name="Google Shape;13515;p82"/>
          <p:cNvGrpSpPr/>
          <p:nvPr/>
        </p:nvGrpSpPr>
        <p:grpSpPr>
          <a:xfrm>
            <a:off x="5100008" y="3817349"/>
            <a:ext cx="346024" cy="345674"/>
            <a:chOff x="5100008" y="3817349"/>
            <a:chExt cx="346024" cy="345674"/>
          </a:xfrm>
        </p:grpSpPr>
        <p:sp>
          <p:nvSpPr>
            <p:cNvPr id="13516" name="Google Shape;13516;p8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9" name="Google Shape;13519;p82"/>
          <p:cNvGrpSpPr/>
          <p:nvPr/>
        </p:nvGrpSpPr>
        <p:grpSpPr>
          <a:xfrm>
            <a:off x="5998919" y="3817349"/>
            <a:ext cx="345674" cy="345674"/>
            <a:chOff x="5998919" y="3817349"/>
            <a:chExt cx="345674" cy="345674"/>
          </a:xfrm>
        </p:grpSpPr>
        <p:sp>
          <p:nvSpPr>
            <p:cNvPr id="13520" name="Google Shape;13520;p8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3" name="Google Shape;13523;p82"/>
          <p:cNvGrpSpPr/>
          <p:nvPr/>
        </p:nvGrpSpPr>
        <p:grpSpPr>
          <a:xfrm>
            <a:off x="4201447" y="3817349"/>
            <a:ext cx="346024" cy="345674"/>
            <a:chOff x="4201447" y="3817349"/>
            <a:chExt cx="346024" cy="345674"/>
          </a:xfrm>
        </p:grpSpPr>
        <p:sp>
          <p:nvSpPr>
            <p:cNvPr id="13524" name="Google Shape;13524;p8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6" name="Google Shape;13526;p82"/>
          <p:cNvGrpSpPr/>
          <p:nvPr/>
        </p:nvGrpSpPr>
        <p:grpSpPr>
          <a:xfrm>
            <a:off x="4650919" y="3817349"/>
            <a:ext cx="346024" cy="345674"/>
            <a:chOff x="4650919" y="3817349"/>
            <a:chExt cx="346024" cy="345674"/>
          </a:xfrm>
        </p:grpSpPr>
        <p:sp>
          <p:nvSpPr>
            <p:cNvPr id="13527" name="Google Shape;13527;p8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82"/>
          <p:cNvGrpSpPr/>
          <p:nvPr/>
        </p:nvGrpSpPr>
        <p:grpSpPr>
          <a:xfrm>
            <a:off x="5549861" y="3817349"/>
            <a:ext cx="345642" cy="345674"/>
            <a:chOff x="5549861" y="3817349"/>
            <a:chExt cx="345642" cy="345674"/>
          </a:xfrm>
        </p:grpSpPr>
        <p:sp>
          <p:nvSpPr>
            <p:cNvPr id="13531" name="Google Shape;13531;p8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4" name="Google Shape;13534;p82"/>
          <p:cNvGrpSpPr/>
          <p:nvPr/>
        </p:nvGrpSpPr>
        <p:grpSpPr>
          <a:xfrm>
            <a:off x="1306445" y="3397829"/>
            <a:ext cx="367255" cy="269855"/>
            <a:chOff x="1306445" y="3397829"/>
            <a:chExt cx="367255" cy="269855"/>
          </a:xfrm>
        </p:grpSpPr>
        <p:sp>
          <p:nvSpPr>
            <p:cNvPr id="13535" name="Google Shape;13535;p8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1" name="Google Shape;13541;p82"/>
          <p:cNvGrpSpPr/>
          <p:nvPr/>
        </p:nvGrpSpPr>
        <p:grpSpPr>
          <a:xfrm>
            <a:off x="1781317" y="3391400"/>
            <a:ext cx="367255" cy="282364"/>
            <a:chOff x="1781317" y="3391400"/>
            <a:chExt cx="367255" cy="282364"/>
          </a:xfrm>
        </p:grpSpPr>
        <p:sp>
          <p:nvSpPr>
            <p:cNvPr id="13542" name="Google Shape;13542;p8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82"/>
          <p:cNvGrpSpPr/>
          <p:nvPr/>
        </p:nvGrpSpPr>
        <p:grpSpPr>
          <a:xfrm>
            <a:off x="3678830" y="3370933"/>
            <a:ext cx="369164" cy="323297"/>
            <a:chOff x="3678830" y="3370933"/>
            <a:chExt cx="369164" cy="323297"/>
          </a:xfrm>
        </p:grpSpPr>
        <p:sp>
          <p:nvSpPr>
            <p:cNvPr id="13549" name="Google Shape;13549;p8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0" name="Google Shape;13560;p82"/>
          <p:cNvGrpSpPr/>
          <p:nvPr/>
        </p:nvGrpSpPr>
        <p:grpSpPr>
          <a:xfrm>
            <a:off x="859265" y="3348175"/>
            <a:ext cx="312316" cy="368400"/>
            <a:chOff x="859265" y="3348175"/>
            <a:chExt cx="312316" cy="368400"/>
          </a:xfrm>
        </p:grpSpPr>
        <p:sp>
          <p:nvSpPr>
            <p:cNvPr id="13561" name="Google Shape;13561;p8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6" name="Google Shape;13566;p82"/>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7" name="Google Shape;13567;p82"/>
          <p:cNvGrpSpPr/>
          <p:nvPr/>
        </p:nvGrpSpPr>
        <p:grpSpPr>
          <a:xfrm>
            <a:off x="2766374" y="3361013"/>
            <a:ext cx="330110" cy="308908"/>
            <a:chOff x="2766264" y="3394042"/>
            <a:chExt cx="294873" cy="275934"/>
          </a:xfrm>
        </p:grpSpPr>
        <p:sp>
          <p:nvSpPr>
            <p:cNvPr id="13568" name="Google Shape;13568;p8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2" name="Google Shape;13572;p82"/>
          <p:cNvGrpSpPr/>
          <p:nvPr/>
        </p:nvGrpSpPr>
        <p:grpSpPr>
          <a:xfrm>
            <a:off x="3214972" y="3359188"/>
            <a:ext cx="346406" cy="347552"/>
            <a:chOff x="3214972" y="3359188"/>
            <a:chExt cx="346406" cy="347552"/>
          </a:xfrm>
        </p:grpSpPr>
        <p:sp>
          <p:nvSpPr>
            <p:cNvPr id="13573" name="Google Shape;13573;p8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82"/>
          <p:cNvGrpSpPr/>
          <p:nvPr/>
        </p:nvGrpSpPr>
        <p:grpSpPr>
          <a:xfrm>
            <a:off x="4629306" y="3409193"/>
            <a:ext cx="367255" cy="244486"/>
            <a:chOff x="4629306" y="3409193"/>
            <a:chExt cx="367255" cy="244486"/>
          </a:xfrm>
        </p:grpSpPr>
        <p:sp>
          <p:nvSpPr>
            <p:cNvPr id="13588" name="Google Shape;13588;p8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82"/>
          <p:cNvGrpSpPr/>
          <p:nvPr/>
        </p:nvGrpSpPr>
        <p:grpSpPr>
          <a:xfrm>
            <a:off x="4193490" y="3350084"/>
            <a:ext cx="289939" cy="334661"/>
            <a:chOff x="4193490" y="3350084"/>
            <a:chExt cx="289939" cy="334661"/>
          </a:xfrm>
        </p:grpSpPr>
        <p:sp>
          <p:nvSpPr>
            <p:cNvPr id="13599" name="Google Shape;13599;p8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82"/>
          <p:cNvGrpSpPr/>
          <p:nvPr/>
        </p:nvGrpSpPr>
        <p:grpSpPr>
          <a:xfrm>
            <a:off x="6533281" y="3351230"/>
            <a:ext cx="357037" cy="357005"/>
            <a:chOff x="6533281" y="3351230"/>
            <a:chExt cx="357037" cy="357005"/>
          </a:xfrm>
        </p:grpSpPr>
        <p:sp>
          <p:nvSpPr>
            <p:cNvPr id="13610" name="Google Shape;13610;p8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82"/>
          <p:cNvGrpSpPr/>
          <p:nvPr/>
        </p:nvGrpSpPr>
        <p:grpSpPr>
          <a:xfrm>
            <a:off x="6058441" y="3351230"/>
            <a:ext cx="357387" cy="357005"/>
            <a:chOff x="6058441" y="3351230"/>
            <a:chExt cx="357387" cy="357005"/>
          </a:xfrm>
        </p:grpSpPr>
        <p:sp>
          <p:nvSpPr>
            <p:cNvPr id="13614" name="Google Shape;13614;p8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6" name="Google Shape;13616;p82"/>
          <p:cNvGrpSpPr/>
          <p:nvPr/>
        </p:nvGrpSpPr>
        <p:grpSpPr>
          <a:xfrm>
            <a:off x="7957483" y="3350848"/>
            <a:ext cx="357387" cy="357387"/>
            <a:chOff x="7957483" y="3350848"/>
            <a:chExt cx="357387" cy="357387"/>
          </a:xfrm>
        </p:grpSpPr>
        <p:sp>
          <p:nvSpPr>
            <p:cNvPr id="13617" name="Google Shape;13617;p8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82"/>
          <p:cNvGrpSpPr/>
          <p:nvPr/>
        </p:nvGrpSpPr>
        <p:grpSpPr>
          <a:xfrm>
            <a:off x="7007771" y="3351230"/>
            <a:ext cx="357387" cy="357005"/>
            <a:chOff x="7007771" y="3351230"/>
            <a:chExt cx="357387" cy="357005"/>
          </a:xfrm>
        </p:grpSpPr>
        <p:sp>
          <p:nvSpPr>
            <p:cNvPr id="13621" name="Google Shape;13621;p8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6" name="Google Shape;13626;p82"/>
          <p:cNvGrpSpPr/>
          <p:nvPr/>
        </p:nvGrpSpPr>
        <p:grpSpPr>
          <a:xfrm>
            <a:off x="5108729" y="3351230"/>
            <a:ext cx="357005" cy="357005"/>
            <a:chOff x="5108729" y="3351230"/>
            <a:chExt cx="357005" cy="357005"/>
          </a:xfrm>
        </p:grpSpPr>
        <p:sp>
          <p:nvSpPr>
            <p:cNvPr id="13627" name="Google Shape;13627;p8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9" name="Google Shape;13629;p82"/>
          <p:cNvGrpSpPr/>
          <p:nvPr/>
        </p:nvGrpSpPr>
        <p:grpSpPr>
          <a:xfrm>
            <a:off x="5583569" y="3351230"/>
            <a:ext cx="357419" cy="357005"/>
            <a:chOff x="5583569" y="3351230"/>
            <a:chExt cx="357419" cy="357005"/>
          </a:xfrm>
        </p:grpSpPr>
        <p:sp>
          <p:nvSpPr>
            <p:cNvPr id="13630" name="Google Shape;13630;p8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2" name="Google Shape;13632;p82"/>
          <p:cNvGrpSpPr/>
          <p:nvPr/>
        </p:nvGrpSpPr>
        <p:grpSpPr>
          <a:xfrm>
            <a:off x="7482229" y="3351230"/>
            <a:ext cx="357419" cy="357005"/>
            <a:chOff x="7482229" y="3351230"/>
            <a:chExt cx="357419" cy="357005"/>
          </a:xfrm>
        </p:grpSpPr>
        <p:sp>
          <p:nvSpPr>
            <p:cNvPr id="13633" name="Google Shape;13633;p8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8" name="Google Shape;13638;p82"/>
          <p:cNvGrpSpPr/>
          <p:nvPr/>
        </p:nvGrpSpPr>
        <p:grpSpPr>
          <a:xfrm>
            <a:off x="3764485" y="2890682"/>
            <a:ext cx="222874" cy="345737"/>
            <a:chOff x="3764485" y="2890682"/>
            <a:chExt cx="222874" cy="345737"/>
          </a:xfrm>
        </p:grpSpPr>
        <p:sp>
          <p:nvSpPr>
            <p:cNvPr id="13639" name="Google Shape;13639;p8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82"/>
          <p:cNvGrpSpPr/>
          <p:nvPr/>
        </p:nvGrpSpPr>
        <p:grpSpPr>
          <a:xfrm>
            <a:off x="2238616" y="2908131"/>
            <a:ext cx="422596" cy="310382"/>
            <a:chOff x="2278533" y="2937377"/>
            <a:chExt cx="346788" cy="254704"/>
          </a:xfrm>
        </p:grpSpPr>
        <p:sp>
          <p:nvSpPr>
            <p:cNvPr id="13643" name="Google Shape;13643;p8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5" name="Google Shape;13645;p82"/>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6" name="Google Shape;13646;p82"/>
          <p:cNvGrpSpPr/>
          <p:nvPr/>
        </p:nvGrpSpPr>
        <p:grpSpPr>
          <a:xfrm>
            <a:off x="1836637" y="2891510"/>
            <a:ext cx="286152" cy="346438"/>
            <a:chOff x="1836637" y="2891510"/>
            <a:chExt cx="286152" cy="346438"/>
          </a:xfrm>
        </p:grpSpPr>
        <p:sp>
          <p:nvSpPr>
            <p:cNvPr id="13647" name="Google Shape;13647;p8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82"/>
          <p:cNvGrpSpPr/>
          <p:nvPr/>
        </p:nvGrpSpPr>
        <p:grpSpPr>
          <a:xfrm>
            <a:off x="5585861" y="2905929"/>
            <a:ext cx="379764" cy="337684"/>
            <a:chOff x="5585861" y="2905929"/>
            <a:chExt cx="379764" cy="337684"/>
          </a:xfrm>
        </p:grpSpPr>
        <p:sp>
          <p:nvSpPr>
            <p:cNvPr id="13651" name="Google Shape;13651;p8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82"/>
          <p:cNvGrpSpPr/>
          <p:nvPr/>
        </p:nvGrpSpPr>
        <p:grpSpPr>
          <a:xfrm>
            <a:off x="1327676" y="2910480"/>
            <a:ext cx="347934" cy="310024"/>
            <a:chOff x="1327676" y="2910480"/>
            <a:chExt cx="347934" cy="310024"/>
          </a:xfrm>
        </p:grpSpPr>
        <p:sp>
          <p:nvSpPr>
            <p:cNvPr id="13656" name="Google Shape;13656;p8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1" name="Google Shape;13661;p82"/>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2" name="Google Shape;13662;p82"/>
          <p:cNvGrpSpPr/>
          <p:nvPr/>
        </p:nvGrpSpPr>
        <p:grpSpPr>
          <a:xfrm>
            <a:off x="2753401" y="2869564"/>
            <a:ext cx="382828" cy="358601"/>
            <a:chOff x="2753373" y="2902523"/>
            <a:chExt cx="347552" cy="325557"/>
          </a:xfrm>
        </p:grpSpPr>
        <p:sp>
          <p:nvSpPr>
            <p:cNvPr id="13663" name="Google Shape;13663;p8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9" name="Google Shape;13669;p82"/>
          <p:cNvGrpSpPr/>
          <p:nvPr/>
        </p:nvGrpSpPr>
        <p:grpSpPr>
          <a:xfrm>
            <a:off x="849016" y="2903255"/>
            <a:ext cx="356655" cy="335425"/>
            <a:chOff x="849016" y="2903255"/>
            <a:chExt cx="356655" cy="335425"/>
          </a:xfrm>
        </p:grpSpPr>
        <p:sp>
          <p:nvSpPr>
            <p:cNvPr id="13670" name="Google Shape;13670;p8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82"/>
          <p:cNvGrpSpPr/>
          <p:nvPr/>
        </p:nvGrpSpPr>
        <p:grpSpPr>
          <a:xfrm>
            <a:off x="4210933" y="2926777"/>
            <a:ext cx="280072" cy="275520"/>
            <a:chOff x="4210933" y="2926777"/>
            <a:chExt cx="280072" cy="275520"/>
          </a:xfrm>
        </p:grpSpPr>
        <p:sp>
          <p:nvSpPr>
            <p:cNvPr id="13682" name="Google Shape;13682;p8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5" name="Google Shape;13695;p82"/>
          <p:cNvGrpSpPr/>
          <p:nvPr/>
        </p:nvGrpSpPr>
        <p:grpSpPr>
          <a:xfrm>
            <a:off x="4667216" y="2915382"/>
            <a:ext cx="320273" cy="318395"/>
            <a:chOff x="4667216" y="2915382"/>
            <a:chExt cx="320273" cy="318395"/>
          </a:xfrm>
        </p:grpSpPr>
        <p:sp>
          <p:nvSpPr>
            <p:cNvPr id="13696" name="Google Shape;13696;p8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0" name="Google Shape;13700;p82"/>
          <p:cNvGrpSpPr/>
          <p:nvPr/>
        </p:nvGrpSpPr>
        <p:grpSpPr>
          <a:xfrm>
            <a:off x="5170480" y="2934639"/>
            <a:ext cx="261929" cy="280550"/>
            <a:chOff x="5170480" y="2934639"/>
            <a:chExt cx="261929" cy="280550"/>
          </a:xfrm>
        </p:grpSpPr>
        <p:sp>
          <p:nvSpPr>
            <p:cNvPr id="13701" name="Google Shape;13701;p8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82"/>
          <p:cNvGrpSpPr/>
          <p:nvPr/>
        </p:nvGrpSpPr>
        <p:grpSpPr>
          <a:xfrm>
            <a:off x="6069423" y="2891892"/>
            <a:ext cx="362321" cy="364231"/>
            <a:chOff x="6069423" y="2891892"/>
            <a:chExt cx="362321" cy="364231"/>
          </a:xfrm>
        </p:grpSpPr>
        <p:sp>
          <p:nvSpPr>
            <p:cNvPr id="13709" name="Google Shape;13709;p8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82"/>
          <p:cNvGrpSpPr/>
          <p:nvPr/>
        </p:nvGrpSpPr>
        <p:grpSpPr>
          <a:xfrm>
            <a:off x="6571955" y="2919170"/>
            <a:ext cx="308878" cy="311170"/>
            <a:chOff x="6571955" y="2919170"/>
            <a:chExt cx="308878" cy="311170"/>
          </a:xfrm>
        </p:grpSpPr>
        <p:sp>
          <p:nvSpPr>
            <p:cNvPr id="13716" name="Google Shape;13716;p8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6" name="Google Shape;13726;p82"/>
          <p:cNvGrpSpPr/>
          <p:nvPr/>
        </p:nvGrpSpPr>
        <p:grpSpPr>
          <a:xfrm>
            <a:off x="7500054" y="2934735"/>
            <a:ext cx="350576" cy="280454"/>
            <a:chOff x="7500054" y="2934735"/>
            <a:chExt cx="350576" cy="280454"/>
          </a:xfrm>
        </p:grpSpPr>
        <p:sp>
          <p:nvSpPr>
            <p:cNvPr id="13727" name="Google Shape;13727;p8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5" name="Google Shape;13735;p82"/>
          <p:cNvGrpSpPr/>
          <p:nvPr/>
        </p:nvGrpSpPr>
        <p:grpSpPr>
          <a:xfrm>
            <a:off x="7024430" y="2874662"/>
            <a:ext cx="332012" cy="355454"/>
            <a:chOff x="7055134" y="2919170"/>
            <a:chExt cx="290321" cy="310820"/>
          </a:xfrm>
        </p:grpSpPr>
        <p:sp>
          <p:nvSpPr>
            <p:cNvPr id="13736" name="Google Shape;13736;p8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0" name="Google Shape;13750;p82"/>
          <p:cNvGrpSpPr/>
          <p:nvPr/>
        </p:nvGrpSpPr>
        <p:grpSpPr>
          <a:xfrm>
            <a:off x="7985143" y="2900613"/>
            <a:ext cx="330109" cy="347552"/>
            <a:chOff x="7985143" y="2900613"/>
            <a:chExt cx="330109" cy="347552"/>
          </a:xfrm>
        </p:grpSpPr>
        <p:sp>
          <p:nvSpPr>
            <p:cNvPr id="13751" name="Google Shape;13751;p8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82"/>
          <p:cNvGrpSpPr/>
          <p:nvPr/>
        </p:nvGrpSpPr>
        <p:grpSpPr>
          <a:xfrm>
            <a:off x="7990840" y="2435226"/>
            <a:ext cx="354363" cy="353631"/>
            <a:chOff x="7990840" y="2435226"/>
            <a:chExt cx="354363" cy="353631"/>
          </a:xfrm>
        </p:grpSpPr>
        <p:sp>
          <p:nvSpPr>
            <p:cNvPr id="13760" name="Google Shape;13760;p8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3" name="Google Shape;13763;p82"/>
          <p:cNvGrpSpPr/>
          <p:nvPr/>
        </p:nvGrpSpPr>
        <p:grpSpPr>
          <a:xfrm>
            <a:off x="1817317" y="2480330"/>
            <a:ext cx="350958" cy="263043"/>
            <a:chOff x="1817317" y="2480330"/>
            <a:chExt cx="350958" cy="263043"/>
          </a:xfrm>
        </p:grpSpPr>
        <p:sp>
          <p:nvSpPr>
            <p:cNvPr id="13764" name="Google Shape;13764;p8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9" name="Google Shape;13769;p82"/>
          <p:cNvGrpSpPr/>
          <p:nvPr/>
        </p:nvGrpSpPr>
        <p:grpSpPr>
          <a:xfrm>
            <a:off x="1341727" y="2483349"/>
            <a:ext cx="419913" cy="308109"/>
            <a:chOff x="1341727" y="2483349"/>
            <a:chExt cx="419913" cy="308109"/>
          </a:xfrm>
        </p:grpSpPr>
        <p:sp>
          <p:nvSpPr>
            <p:cNvPr id="13770" name="Google Shape;13770;p8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3" name="Google Shape;13773;p82"/>
          <p:cNvGrpSpPr/>
          <p:nvPr/>
        </p:nvGrpSpPr>
        <p:grpSpPr>
          <a:xfrm>
            <a:off x="854332" y="2447736"/>
            <a:ext cx="376358" cy="330109"/>
            <a:chOff x="854332" y="2447736"/>
            <a:chExt cx="376358" cy="330109"/>
          </a:xfrm>
        </p:grpSpPr>
        <p:sp>
          <p:nvSpPr>
            <p:cNvPr id="13774" name="Google Shape;13774;p8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82"/>
          <p:cNvGrpSpPr/>
          <p:nvPr/>
        </p:nvGrpSpPr>
        <p:grpSpPr>
          <a:xfrm>
            <a:off x="4206763" y="2450951"/>
            <a:ext cx="322151" cy="322374"/>
            <a:chOff x="4206763" y="2450951"/>
            <a:chExt cx="322151" cy="322374"/>
          </a:xfrm>
        </p:grpSpPr>
        <p:sp>
          <p:nvSpPr>
            <p:cNvPr id="13783" name="Google Shape;13783;p8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5" name="Google Shape;13785;p82"/>
          <p:cNvGrpSpPr/>
          <p:nvPr/>
        </p:nvGrpSpPr>
        <p:grpSpPr>
          <a:xfrm>
            <a:off x="7528096" y="2450059"/>
            <a:ext cx="327976" cy="324316"/>
            <a:chOff x="7528096" y="2450059"/>
            <a:chExt cx="327976" cy="324316"/>
          </a:xfrm>
        </p:grpSpPr>
        <p:sp>
          <p:nvSpPr>
            <p:cNvPr id="13786" name="Google Shape;13786;p8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82"/>
          <p:cNvGrpSpPr/>
          <p:nvPr/>
        </p:nvGrpSpPr>
        <p:grpSpPr>
          <a:xfrm>
            <a:off x="7077129" y="2512542"/>
            <a:ext cx="282364" cy="198619"/>
            <a:chOff x="7077129" y="2512542"/>
            <a:chExt cx="282364" cy="198619"/>
          </a:xfrm>
        </p:grpSpPr>
        <p:sp>
          <p:nvSpPr>
            <p:cNvPr id="13792" name="Google Shape;13792;p8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8" name="Google Shape;13798;p82"/>
          <p:cNvGrpSpPr/>
          <p:nvPr/>
        </p:nvGrpSpPr>
        <p:grpSpPr>
          <a:xfrm>
            <a:off x="3725461" y="2444712"/>
            <a:ext cx="334279" cy="334661"/>
            <a:chOff x="3725461" y="2444712"/>
            <a:chExt cx="334279" cy="334661"/>
          </a:xfrm>
        </p:grpSpPr>
        <p:sp>
          <p:nvSpPr>
            <p:cNvPr id="13799" name="Google Shape;13799;p8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82"/>
          <p:cNvGrpSpPr/>
          <p:nvPr/>
        </p:nvGrpSpPr>
        <p:grpSpPr>
          <a:xfrm>
            <a:off x="6577238" y="2457221"/>
            <a:ext cx="332019" cy="310788"/>
            <a:chOff x="6577238" y="2457221"/>
            <a:chExt cx="332019" cy="310788"/>
          </a:xfrm>
        </p:grpSpPr>
        <p:sp>
          <p:nvSpPr>
            <p:cNvPr id="13807" name="Google Shape;13807;p8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3" name="Google Shape;13813;p82"/>
          <p:cNvGrpSpPr/>
          <p:nvPr/>
        </p:nvGrpSpPr>
        <p:grpSpPr>
          <a:xfrm>
            <a:off x="2818561" y="2439778"/>
            <a:ext cx="247892" cy="346024"/>
            <a:chOff x="2818561" y="2439778"/>
            <a:chExt cx="247892" cy="346024"/>
          </a:xfrm>
        </p:grpSpPr>
        <p:sp>
          <p:nvSpPr>
            <p:cNvPr id="13814" name="Google Shape;13814;p8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6" name="Google Shape;13826;p82"/>
          <p:cNvGrpSpPr/>
          <p:nvPr/>
        </p:nvGrpSpPr>
        <p:grpSpPr>
          <a:xfrm>
            <a:off x="3207778" y="2474632"/>
            <a:ext cx="419933" cy="275170"/>
            <a:chOff x="3207778" y="2474632"/>
            <a:chExt cx="419933" cy="275170"/>
          </a:xfrm>
        </p:grpSpPr>
        <p:sp>
          <p:nvSpPr>
            <p:cNvPr id="13827" name="Google Shape;13827;p8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1" name="Google Shape;13841;p82"/>
          <p:cNvGrpSpPr/>
          <p:nvPr/>
        </p:nvGrpSpPr>
        <p:grpSpPr>
          <a:xfrm>
            <a:off x="6099375" y="2456075"/>
            <a:ext cx="337684" cy="314194"/>
            <a:chOff x="6099375" y="2456075"/>
            <a:chExt cx="337684" cy="314194"/>
          </a:xfrm>
        </p:grpSpPr>
        <p:sp>
          <p:nvSpPr>
            <p:cNvPr id="13842" name="Google Shape;13842;p8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4" name="Google Shape;13844;p82"/>
          <p:cNvGrpSpPr/>
          <p:nvPr/>
        </p:nvGrpSpPr>
        <p:grpSpPr>
          <a:xfrm>
            <a:off x="2312623" y="2468584"/>
            <a:ext cx="312698" cy="286534"/>
            <a:chOff x="2312623" y="2468584"/>
            <a:chExt cx="312698" cy="286534"/>
          </a:xfrm>
        </p:grpSpPr>
        <p:sp>
          <p:nvSpPr>
            <p:cNvPr id="13845" name="Google Shape;13845;p8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8" name="Google Shape;13848;p82"/>
          <p:cNvGrpSpPr/>
          <p:nvPr/>
        </p:nvGrpSpPr>
        <p:grpSpPr>
          <a:xfrm>
            <a:off x="5618805" y="2440924"/>
            <a:ext cx="345292" cy="342618"/>
            <a:chOff x="5618805" y="2440924"/>
            <a:chExt cx="345292" cy="342618"/>
          </a:xfrm>
        </p:grpSpPr>
        <p:sp>
          <p:nvSpPr>
            <p:cNvPr id="13849" name="Google Shape;13849;p8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82"/>
          <p:cNvGrpSpPr/>
          <p:nvPr/>
        </p:nvGrpSpPr>
        <p:grpSpPr>
          <a:xfrm>
            <a:off x="4653179" y="2446590"/>
            <a:ext cx="377886" cy="331255"/>
            <a:chOff x="4653179" y="2446590"/>
            <a:chExt cx="377886" cy="331255"/>
          </a:xfrm>
        </p:grpSpPr>
        <p:sp>
          <p:nvSpPr>
            <p:cNvPr id="13855" name="Google Shape;13855;p8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82"/>
          <p:cNvGrpSpPr/>
          <p:nvPr/>
        </p:nvGrpSpPr>
        <p:grpSpPr>
          <a:xfrm>
            <a:off x="5184517" y="2459481"/>
            <a:ext cx="252062" cy="305122"/>
            <a:chOff x="5184517" y="2459481"/>
            <a:chExt cx="252062" cy="305122"/>
          </a:xfrm>
        </p:grpSpPr>
        <p:sp>
          <p:nvSpPr>
            <p:cNvPr id="13860" name="Google Shape;13860;p8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6" name="Google Shape;13866;p82"/>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67" name="Google Shape;13867;p82"/>
          <p:cNvGrpSpPr/>
          <p:nvPr/>
        </p:nvGrpSpPr>
        <p:grpSpPr>
          <a:xfrm>
            <a:off x="6155459" y="1969108"/>
            <a:ext cx="249770" cy="363849"/>
            <a:chOff x="6155459" y="1969108"/>
            <a:chExt cx="249770" cy="363849"/>
          </a:xfrm>
        </p:grpSpPr>
        <p:sp>
          <p:nvSpPr>
            <p:cNvPr id="13868" name="Google Shape;13868;p8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7" name="Google Shape;13877;p82"/>
          <p:cNvGrpSpPr/>
          <p:nvPr/>
        </p:nvGrpSpPr>
        <p:grpSpPr>
          <a:xfrm>
            <a:off x="2280029" y="1970604"/>
            <a:ext cx="353631" cy="354395"/>
            <a:chOff x="2280029" y="1970604"/>
            <a:chExt cx="353631" cy="354395"/>
          </a:xfrm>
        </p:grpSpPr>
        <p:sp>
          <p:nvSpPr>
            <p:cNvPr id="13878" name="Google Shape;13878;p8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2" name="Google Shape;13882;p82"/>
          <p:cNvGrpSpPr/>
          <p:nvPr/>
        </p:nvGrpSpPr>
        <p:grpSpPr>
          <a:xfrm>
            <a:off x="8065100" y="2000174"/>
            <a:ext cx="255086" cy="301685"/>
            <a:chOff x="8065100" y="2000174"/>
            <a:chExt cx="255086" cy="301685"/>
          </a:xfrm>
        </p:grpSpPr>
        <p:sp>
          <p:nvSpPr>
            <p:cNvPr id="13883" name="Google Shape;13883;p8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7" name="Google Shape;13887;p82"/>
          <p:cNvGrpSpPr/>
          <p:nvPr/>
        </p:nvGrpSpPr>
        <p:grpSpPr>
          <a:xfrm>
            <a:off x="6633705" y="1969108"/>
            <a:ext cx="249420" cy="363849"/>
            <a:chOff x="6633705" y="1969108"/>
            <a:chExt cx="249420" cy="363849"/>
          </a:xfrm>
        </p:grpSpPr>
        <p:sp>
          <p:nvSpPr>
            <p:cNvPr id="13888" name="Google Shape;13888;p8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82"/>
          <p:cNvGrpSpPr/>
          <p:nvPr/>
        </p:nvGrpSpPr>
        <p:grpSpPr>
          <a:xfrm>
            <a:off x="5211031" y="1969108"/>
            <a:ext cx="226661" cy="363467"/>
            <a:chOff x="5211031" y="1969108"/>
            <a:chExt cx="226661" cy="363467"/>
          </a:xfrm>
        </p:grpSpPr>
        <p:sp>
          <p:nvSpPr>
            <p:cNvPr id="13897" name="Google Shape;13897;p8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9" name="Google Shape;13899;p82"/>
          <p:cNvGrpSpPr/>
          <p:nvPr/>
        </p:nvGrpSpPr>
        <p:grpSpPr>
          <a:xfrm>
            <a:off x="3712952" y="1970604"/>
            <a:ext cx="354363" cy="354395"/>
            <a:chOff x="3712952" y="1970604"/>
            <a:chExt cx="354363" cy="354395"/>
          </a:xfrm>
        </p:grpSpPr>
        <p:sp>
          <p:nvSpPr>
            <p:cNvPr id="13900" name="Google Shape;13900;p8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82"/>
          <p:cNvGrpSpPr/>
          <p:nvPr/>
        </p:nvGrpSpPr>
        <p:grpSpPr>
          <a:xfrm>
            <a:off x="3235438" y="1970604"/>
            <a:ext cx="354363" cy="354745"/>
            <a:chOff x="3235438" y="1970604"/>
            <a:chExt cx="354363" cy="354745"/>
          </a:xfrm>
        </p:grpSpPr>
        <p:sp>
          <p:nvSpPr>
            <p:cNvPr id="13910" name="Google Shape;13910;p8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82"/>
          <p:cNvGrpSpPr/>
          <p:nvPr/>
        </p:nvGrpSpPr>
        <p:grpSpPr>
          <a:xfrm>
            <a:off x="1329585" y="1989925"/>
            <a:ext cx="341472" cy="335074"/>
            <a:chOff x="1329585" y="1989925"/>
            <a:chExt cx="341472" cy="335074"/>
          </a:xfrm>
        </p:grpSpPr>
        <p:sp>
          <p:nvSpPr>
            <p:cNvPr id="13924" name="Google Shape;13924;p8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7" name="Google Shape;13927;p82"/>
          <p:cNvGrpSpPr/>
          <p:nvPr/>
        </p:nvGrpSpPr>
        <p:grpSpPr>
          <a:xfrm>
            <a:off x="5591871" y="1989906"/>
            <a:ext cx="416649" cy="325597"/>
            <a:chOff x="5626763" y="2013829"/>
            <a:chExt cx="351722" cy="274788"/>
          </a:xfrm>
        </p:grpSpPr>
        <p:sp>
          <p:nvSpPr>
            <p:cNvPr id="13928" name="Google Shape;13928;p8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82"/>
          <p:cNvGrpSpPr/>
          <p:nvPr/>
        </p:nvGrpSpPr>
        <p:grpSpPr>
          <a:xfrm>
            <a:off x="7576605" y="1983877"/>
            <a:ext cx="276698" cy="333133"/>
            <a:chOff x="7576605" y="1983877"/>
            <a:chExt cx="276698" cy="333133"/>
          </a:xfrm>
        </p:grpSpPr>
        <p:sp>
          <p:nvSpPr>
            <p:cNvPr id="13939" name="Google Shape;13939;p8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1" name="Google Shape;13941;p82"/>
          <p:cNvGrpSpPr/>
          <p:nvPr/>
        </p:nvGrpSpPr>
        <p:grpSpPr>
          <a:xfrm>
            <a:off x="853568" y="1975538"/>
            <a:ext cx="337334" cy="353599"/>
            <a:chOff x="853568" y="1975538"/>
            <a:chExt cx="337334" cy="353599"/>
          </a:xfrm>
        </p:grpSpPr>
        <p:sp>
          <p:nvSpPr>
            <p:cNvPr id="13942" name="Google Shape;13942;p8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6" name="Google Shape;13946;p82"/>
          <p:cNvGrpSpPr/>
          <p:nvPr/>
        </p:nvGrpSpPr>
        <p:grpSpPr>
          <a:xfrm>
            <a:off x="2770052" y="2009628"/>
            <a:ext cx="327085" cy="277080"/>
            <a:chOff x="2770052" y="2009628"/>
            <a:chExt cx="327085" cy="277080"/>
          </a:xfrm>
        </p:grpSpPr>
        <p:sp>
          <p:nvSpPr>
            <p:cNvPr id="13947" name="Google Shape;13947;p8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9" name="Google Shape;13949;p82"/>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50" name="Google Shape;13950;p82"/>
          <p:cNvGrpSpPr/>
          <p:nvPr/>
        </p:nvGrpSpPr>
        <p:grpSpPr>
          <a:xfrm>
            <a:off x="4195399" y="1970604"/>
            <a:ext cx="344878" cy="343573"/>
            <a:chOff x="4195399" y="1970604"/>
            <a:chExt cx="344878" cy="343573"/>
          </a:xfrm>
        </p:grpSpPr>
        <p:sp>
          <p:nvSpPr>
            <p:cNvPr id="13951" name="Google Shape;13951;p8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5" name="Google Shape;13955;p82"/>
          <p:cNvGrpSpPr/>
          <p:nvPr/>
        </p:nvGrpSpPr>
        <p:grpSpPr>
          <a:xfrm>
            <a:off x="4674791" y="1977447"/>
            <a:ext cx="344528" cy="344114"/>
            <a:chOff x="4674791" y="1977447"/>
            <a:chExt cx="344528" cy="344114"/>
          </a:xfrm>
        </p:grpSpPr>
        <p:sp>
          <p:nvSpPr>
            <p:cNvPr id="13956" name="Google Shape;13956;p8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2" name="Google Shape;13982;p82"/>
          <p:cNvGrpSpPr/>
          <p:nvPr/>
        </p:nvGrpSpPr>
        <p:grpSpPr>
          <a:xfrm>
            <a:off x="6083810" y="1547297"/>
            <a:ext cx="382819" cy="310788"/>
            <a:chOff x="6083810" y="1547297"/>
            <a:chExt cx="382819" cy="310788"/>
          </a:xfrm>
        </p:grpSpPr>
        <p:sp>
          <p:nvSpPr>
            <p:cNvPr id="13983" name="Google Shape;13983;p8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1" name="Google Shape;14001;p82"/>
          <p:cNvGrpSpPr/>
          <p:nvPr/>
        </p:nvGrpSpPr>
        <p:grpSpPr>
          <a:xfrm>
            <a:off x="6558300" y="1538193"/>
            <a:ext cx="382788" cy="328613"/>
            <a:chOff x="6558300" y="1538193"/>
            <a:chExt cx="382788" cy="328613"/>
          </a:xfrm>
        </p:grpSpPr>
        <p:sp>
          <p:nvSpPr>
            <p:cNvPr id="14002" name="Google Shape;14002;p8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82"/>
          <p:cNvGrpSpPr/>
          <p:nvPr/>
        </p:nvGrpSpPr>
        <p:grpSpPr>
          <a:xfrm>
            <a:off x="5194002" y="1511297"/>
            <a:ext cx="259605" cy="346024"/>
            <a:chOff x="5194002" y="1511297"/>
            <a:chExt cx="259605" cy="346024"/>
          </a:xfrm>
        </p:grpSpPr>
        <p:sp>
          <p:nvSpPr>
            <p:cNvPr id="14005" name="Google Shape;14005;p8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9" name="Google Shape;14009;p82"/>
          <p:cNvGrpSpPr/>
          <p:nvPr/>
        </p:nvGrpSpPr>
        <p:grpSpPr>
          <a:xfrm>
            <a:off x="1394741" y="1512061"/>
            <a:ext cx="252444" cy="351722"/>
            <a:chOff x="1394741" y="1512061"/>
            <a:chExt cx="252444" cy="351722"/>
          </a:xfrm>
        </p:grpSpPr>
        <p:sp>
          <p:nvSpPr>
            <p:cNvPr id="14010" name="Google Shape;14010;p8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7" name="Google Shape;14027;p82"/>
          <p:cNvGrpSpPr/>
          <p:nvPr/>
        </p:nvGrpSpPr>
        <p:grpSpPr>
          <a:xfrm>
            <a:off x="855096" y="1504485"/>
            <a:ext cx="380910" cy="339594"/>
            <a:chOff x="855096" y="1504485"/>
            <a:chExt cx="380910" cy="339594"/>
          </a:xfrm>
        </p:grpSpPr>
        <p:sp>
          <p:nvSpPr>
            <p:cNvPr id="14028" name="Google Shape;14028;p8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3" name="Google Shape;14033;p82"/>
          <p:cNvGrpSpPr/>
          <p:nvPr/>
        </p:nvGrpSpPr>
        <p:grpSpPr>
          <a:xfrm>
            <a:off x="1819576" y="1511679"/>
            <a:ext cx="352103" cy="352103"/>
            <a:chOff x="1819576" y="1511679"/>
            <a:chExt cx="352103" cy="352103"/>
          </a:xfrm>
        </p:grpSpPr>
        <p:sp>
          <p:nvSpPr>
            <p:cNvPr id="14034" name="Google Shape;14034;p8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8" name="Google Shape;14038;p82"/>
          <p:cNvGrpSpPr/>
          <p:nvPr/>
        </p:nvGrpSpPr>
        <p:grpSpPr>
          <a:xfrm>
            <a:off x="5621097" y="1500761"/>
            <a:ext cx="371424" cy="355446"/>
            <a:chOff x="5621097" y="1500761"/>
            <a:chExt cx="371424" cy="355446"/>
          </a:xfrm>
        </p:grpSpPr>
        <p:sp>
          <p:nvSpPr>
            <p:cNvPr id="14039" name="Google Shape;14039;p8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1" name="Google Shape;14041;p82"/>
          <p:cNvGrpSpPr/>
          <p:nvPr/>
        </p:nvGrpSpPr>
        <p:grpSpPr>
          <a:xfrm>
            <a:off x="4670239" y="1541599"/>
            <a:ext cx="359679" cy="321833"/>
            <a:chOff x="4670239" y="1541599"/>
            <a:chExt cx="359679" cy="321833"/>
          </a:xfrm>
        </p:grpSpPr>
        <p:sp>
          <p:nvSpPr>
            <p:cNvPr id="14042" name="Google Shape;14042;p8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82"/>
          <p:cNvGrpSpPr/>
          <p:nvPr/>
        </p:nvGrpSpPr>
        <p:grpSpPr>
          <a:xfrm>
            <a:off x="4212429" y="1502385"/>
            <a:ext cx="321037" cy="353822"/>
            <a:chOff x="4212429" y="1502385"/>
            <a:chExt cx="321037" cy="353822"/>
          </a:xfrm>
        </p:grpSpPr>
        <p:sp>
          <p:nvSpPr>
            <p:cNvPr id="14048" name="Google Shape;14048;p8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2" name="Google Shape;14052;p82"/>
          <p:cNvGrpSpPr/>
          <p:nvPr/>
        </p:nvGrpSpPr>
        <p:grpSpPr>
          <a:xfrm>
            <a:off x="2302788" y="1505981"/>
            <a:ext cx="336188" cy="335425"/>
            <a:chOff x="2302788" y="1505981"/>
            <a:chExt cx="336188" cy="335425"/>
          </a:xfrm>
        </p:grpSpPr>
        <p:sp>
          <p:nvSpPr>
            <p:cNvPr id="14053" name="Google Shape;14053;p8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0" name="Google Shape;14070;p82"/>
          <p:cNvGrpSpPr/>
          <p:nvPr/>
        </p:nvGrpSpPr>
        <p:grpSpPr>
          <a:xfrm>
            <a:off x="2780301" y="1521896"/>
            <a:ext cx="333133" cy="321037"/>
            <a:chOff x="2780301" y="1521896"/>
            <a:chExt cx="333133" cy="321037"/>
          </a:xfrm>
        </p:grpSpPr>
        <p:sp>
          <p:nvSpPr>
            <p:cNvPr id="14071" name="Google Shape;14071;p8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1" name="Google Shape;14091;p8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4" name="Google Shape;14094;p82"/>
          <p:cNvGrpSpPr/>
          <p:nvPr/>
        </p:nvGrpSpPr>
        <p:grpSpPr>
          <a:xfrm>
            <a:off x="3316159" y="1515085"/>
            <a:ext cx="211892" cy="339594"/>
            <a:chOff x="3316159" y="1515085"/>
            <a:chExt cx="211892" cy="339594"/>
          </a:xfrm>
        </p:grpSpPr>
        <p:sp>
          <p:nvSpPr>
            <p:cNvPr id="14095" name="Google Shape;14095;p8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82"/>
          <p:cNvGrpSpPr/>
          <p:nvPr/>
        </p:nvGrpSpPr>
        <p:grpSpPr>
          <a:xfrm>
            <a:off x="3716358" y="1544655"/>
            <a:ext cx="361971" cy="314958"/>
            <a:chOff x="3716358" y="1544655"/>
            <a:chExt cx="361971" cy="314958"/>
          </a:xfrm>
        </p:grpSpPr>
        <p:sp>
          <p:nvSpPr>
            <p:cNvPr id="14102" name="Google Shape;14102;p8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07" name="Google Shape;14107;p82"/>
            <p:cNvGrpSpPr/>
            <p:nvPr/>
          </p:nvGrpSpPr>
          <p:grpSpPr>
            <a:xfrm>
              <a:off x="3716358" y="1544655"/>
              <a:ext cx="361971" cy="314958"/>
              <a:chOff x="3716358" y="1544655"/>
              <a:chExt cx="361971" cy="314958"/>
            </a:xfrm>
          </p:grpSpPr>
          <p:sp>
            <p:nvSpPr>
              <p:cNvPr id="14108" name="Google Shape;14108;p8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13" name="Google Shape;14113;p82"/>
          <p:cNvGrpSpPr/>
          <p:nvPr/>
        </p:nvGrpSpPr>
        <p:grpSpPr>
          <a:xfrm>
            <a:off x="7011924" y="1557552"/>
            <a:ext cx="499533" cy="305136"/>
            <a:chOff x="7009649" y="1541981"/>
            <a:chExt cx="524940" cy="320655"/>
          </a:xfrm>
        </p:grpSpPr>
        <p:sp>
          <p:nvSpPr>
            <p:cNvPr id="14114" name="Google Shape;14114;p8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2" name="Google Shape;14122;p82"/>
          <p:cNvGrpSpPr/>
          <p:nvPr/>
        </p:nvGrpSpPr>
        <p:grpSpPr>
          <a:xfrm>
            <a:off x="8034034" y="1518109"/>
            <a:ext cx="282746" cy="340358"/>
            <a:chOff x="8034034" y="1518109"/>
            <a:chExt cx="282746" cy="340358"/>
          </a:xfrm>
        </p:grpSpPr>
        <p:sp>
          <p:nvSpPr>
            <p:cNvPr id="14123" name="Google Shape;14123;p8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7" name="Google Shape;14127;p82"/>
          <p:cNvGrpSpPr/>
          <p:nvPr/>
        </p:nvGrpSpPr>
        <p:grpSpPr>
          <a:xfrm>
            <a:off x="7582302" y="1499934"/>
            <a:ext cx="369133" cy="360411"/>
            <a:chOff x="7582302" y="1499934"/>
            <a:chExt cx="369133" cy="360411"/>
          </a:xfrm>
        </p:grpSpPr>
        <p:sp>
          <p:nvSpPr>
            <p:cNvPr id="14128" name="Google Shape;14128;p8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36" name="Shape 14136"/>
        <p:cNvGrpSpPr/>
        <p:nvPr/>
      </p:nvGrpSpPr>
      <p:grpSpPr>
        <a:xfrm>
          <a:off x="0" y="0"/>
          <a:ext cx="0" cy="0"/>
          <a:chOff x="0" y="0"/>
          <a:chExt cx="0" cy="0"/>
        </a:xfrm>
      </p:grpSpPr>
      <p:pic>
        <p:nvPicPr>
          <p:cNvPr id="14137" name="Google Shape;14137;p8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Elegant Cream Ellipse Portfolio by Slidesgo">
  <a:themeElements>
    <a:clrScheme name="Simple Light">
      <a:dk1>
        <a:srgbClr val="000000"/>
      </a:dk1>
      <a:lt1>
        <a:srgbClr val="FFFFFF"/>
      </a:lt1>
      <a:dk2>
        <a:srgbClr val="282828"/>
      </a:dk2>
      <a:lt2>
        <a:srgbClr val="F6F4EC"/>
      </a:lt2>
      <a:accent1>
        <a:srgbClr val="282828"/>
      </a:accent1>
      <a:accent2>
        <a:srgbClr val="CC0000"/>
      </a:accent2>
      <a:accent3>
        <a:srgbClr val="FFFFFF"/>
      </a:accent3>
      <a:accent4>
        <a:srgbClr val="CC0000"/>
      </a:accent4>
      <a:accent5>
        <a:srgbClr val="CC0000"/>
      </a:accent5>
      <a:accent6>
        <a:srgbClr val="282828"/>
      </a:accent6>
      <a:hlink>
        <a:srgbClr val="CC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